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3" r:id="rId6"/>
    <p:sldId id="275" r:id="rId7"/>
    <p:sldId id="274" r:id="rId8"/>
    <p:sldId id="260" r:id="rId9"/>
    <p:sldId id="264" r:id="rId10"/>
    <p:sldId id="266" r:id="rId11"/>
    <p:sldId id="271" r:id="rId12"/>
    <p:sldId id="262" r:id="rId13"/>
    <p:sldId id="268" r:id="rId14"/>
    <p:sldId id="270" r:id="rId15"/>
    <p:sldId id="269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85"/>
    <p:restoredTop sz="68421"/>
  </p:normalViewPr>
  <p:slideViewPr>
    <p:cSldViewPr snapToGrid="0">
      <p:cViewPr varScale="1">
        <p:scale>
          <a:sx n="91" d="100"/>
          <a:sy n="91" d="100"/>
        </p:scale>
        <p:origin x="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Cotugno Morrison" userId="ccf711dd-e21d-4c81-8d28-14e38ab240c8" providerId="ADAL" clId="{BDB09334-D883-5BD6-90D9-EB2B4785DBD5}"/>
    <pc:docChg chg="undo redo custSel addSld delSld modSld sldOrd">
      <pc:chgData name="Nicholas Cotugno Morrison" userId="ccf711dd-e21d-4c81-8d28-14e38ab240c8" providerId="ADAL" clId="{BDB09334-D883-5BD6-90D9-EB2B4785DBD5}" dt="2026-06-11T04:17:44.942" v="12868" actId="20577"/>
      <pc:docMkLst>
        <pc:docMk/>
      </pc:docMkLst>
      <pc:sldChg chg="addSp delSp modSp mod setBg modNotesTx">
        <pc:chgData name="Nicholas Cotugno Morrison" userId="ccf711dd-e21d-4c81-8d28-14e38ab240c8" providerId="ADAL" clId="{BDB09334-D883-5BD6-90D9-EB2B4785DBD5}" dt="2026-06-11T04:17:20.501" v="12853" actId="20577"/>
        <pc:sldMkLst>
          <pc:docMk/>
          <pc:sldMk cId="3689385289" sldId="256"/>
        </pc:sldMkLst>
        <pc:spChg chg="add mod">
          <ac:chgData name="Nicholas Cotugno Morrison" userId="ccf711dd-e21d-4c81-8d28-14e38ab240c8" providerId="ADAL" clId="{BDB09334-D883-5BD6-90D9-EB2B4785DBD5}" dt="2026-05-21T10:20:15.575" v="10974" actId="1076"/>
          <ac:spMkLst>
            <pc:docMk/>
            <pc:sldMk cId="3689385289" sldId="256"/>
            <ac:spMk id="13" creationId="{E7D35280-0BC0-91C9-08F2-1CEB3FFEEAD6}"/>
          </ac:spMkLst>
        </pc:spChg>
        <pc:spChg chg="add mod">
          <ac:chgData name="Nicholas Cotugno Morrison" userId="ccf711dd-e21d-4c81-8d28-14e38ab240c8" providerId="ADAL" clId="{BDB09334-D883-5BD6-90D9-EB2B4785DBD5}" dt="2026-05-21T09:26:26.086" v="10778"/>
          <ac:spMkLst>
            <pc:docMk/>
            <pc:sldMk cId="3689385289" sldId="256"/>
            <ac:spMk id="22" creationId="{33EDF1AC-C460-AD69-5E22-67BC9A6E56AF}"/>
          </ac:spMkLst>
        </pc:spChg>
      </pc:sldChg>
      <pc:sldChg chg="addSp delSp modSp new mod modAnim modNotesTx">
        <pc:chgData name="Nicholas Cotugno Morrison" userId="ccf711dd-e21d-4c81-8d28-14e38ab240c8" providerId="ADAL" clId="{BDB09334-D883-5BD6-90D9-EB2B4785DBD5}" dt="2026-06-11T04:17:22.442" v="12854" actId="20577"/>
        <pc:sldMkLst>
          <pc:docMk/>
          <pc:sldMk cId="827692064" sldId="257"/>
        </pc:sldMkLst>
        <pc:spChg chg="add mod">
          <ac:chgData name="Nicholas Cotugno Morrison" userId="ccf711dd-e21d-4c81-8d28-14e38ab240c8" providerId="ADAL" clId="{BDB09334-D883-5BD6-90D9-EB2B4785DBD5}" dt="2026-05-18T15:13:49.792" v="8423" actId="404"/>
          <ac:spMkLst>
            <pc:docMk/>
            <pc:sldMk cId="827692064" sldId="257"/>
            <ac:spMk id="12" creationId="{539D0BFD-77E5-8285-FB27-20110BB73236}"/>
          </ac:spMkLst>
        </pc:spChg>
        <pc:picChg chg="add mod">
          <ac:chgData name="Nicholas Cotugno Morrison" userId="ccf711dd-e21d-4c81-8d28-14e38ab240c8" providerId="ADAL" clId="{BDB09334-D883-5BD6-90D9-EB2B4785DBD5}" dt="2026-05-18T15:11:53.866" v="8404" actId="1076"/>
          <ac:picMkLst>
            <pc:docMk/>
            <pc:sldMk cId="827692064" sldId="257"/>
            <ac:picMk id="11" creationId="{A79E75E1-37AF-A1DB-28FC-7427331F5442}"/>
          </ac:picMkLst>
        </pc:picChg>
      </pc:sldChg>
      <pc:sldChg chg="addSp delSp modSp new mod delAnim modAnim modNotesTx">
        <pc:chgData name="Nicholas Cotugno Morrison" userId="ccf711dd-e21d-4c81-8d28-14e38ab240c8" providerId="ADAL" clId="{BDB09334-D883-5BD6-90D9-EB2B4785DBD5}" dt="2026-06-11T04:17:23.593" v="12855" actId="20577"/>
        <pc:sldMkLst>
          <pc:docMk/>
          <pc:sldMk cId="1568279319" sldId="258"/>
        </pc:sldMkLst>
        <pc:spChg chg="mod">
          <ac:chgData name="Nicholas Cotugno Morrison" userId="ccf711dd-e21d-4c81-8d28-14e38ab240c8" providerId="ADAL" clId="{BDB09334-D883-5BD6-90D9-EB2B4785DBD5}" dt="2026-05-18T14:19:45.959" v="8335" actId="1076"/>
          <ac:spMkLst>
            <pc:docMk/>
            <pc:sldMk cId="1568279319" sldId="258"/>
            <ac:spMk id="3" creationId="{805A372C-220E-76A6-AF1C-798D48510DD1}"/>
          </ac:spMkLst>
        </pc:spChg>
      </pc:sldChg>
      <pc:sldChg chg="addSp delSp modSp new mod delAnim modAnim modNotesTx">
        <pc:chgData name="Nicholas Cotugno Morrison" userId="ccf711dd-e21d-4c81-8d28-14e38ab240c8" providerId="ADAL" clId="{BDB09334-D883-5BD6-90D9-EB2B4785DBD5}" dt="2026-06-11T04:17:25.546" v="12856" actId="20577"/>
        <pc:sldMkLst>
          <pc:docMk/>
          <pc:sldMk cId="3470381792" sldId="259"/>
        </pc:sldMkLst>
        <pc:spChg chg="mod">
          <ac:chgData name="Nicholas Cotugno Morrison" userId="ccf711dd-e21d-4c81-8d28-14e38ab240c8" providerId="ADAL" clId="{BDB09334-D883-5BD6-90D9-EB2B4785DBD5}" dt="2026-05-18T16:18:25.384" v="9839" actId="20577"/>
          <ac:spMkLst>
            <pc:docMk/>
            <pc:sldMk cId="3470381792" sldId="259"/>
            <ac:spMk id="3" creationId="{845AD92F-A150-CAC4-7B7B-774D74D60885}"/>
          </ac:spMkLst>
        </pc:spChg>
        <pc:spChg chg="add mod">
          <ac:chgData name="Nicholas Cotugno Morrison" userId="ccf711dd-e21d-4c81-8d28-14e38ab240c8" providerId="ADAL" clId="{BDB09334-D883-5BD6-90D9-EB2B4785DBD5}" dt="2026-05-18T16:14:42.145" v="9743" actId="1076"/>
          <ac:spMkLst>
            <pc:docMk/>
            <pc:sldMk cId="3470381792" sldId="259"/>
            <ac:spMk id="4" creationId="{FADBE450-7F97-5B91-180F-4B6826C1BC79}"/>
          </ac:spMkLst>
        </pc:spChg>
        <pc:spChg chg="add mod">
          <ac:chgData name="Nicholas Cotugno Morrison" userId="ccf711dd-e21d-4c81-8d28-14e38ab240c8" providerId="ADAL" clId="{BDB09334-D883-5BD6-90D9-EB2B4785DBD5}" dt="2026-05-18T16:17:05.729" v="9810" actId="14100"/>
          <ac:spMkLst>
            <pc:docMk/>
            <pc:sldMk cId="3470381792" sldId="259"/>
            <ac:spMk id="15" creationId="{DA71201D-3965-5127-E165-96CD1C282C26}"/>
          </ac:spMkLst>
        </pc:spChg>
        <pc:spChg chg="add mod">
          <ac:chgData name="Nicholas Cotugno Morrison" userId="ccf711dd-e21d-4c81-8d28-14e38ab240c8" providerId="ADAL" clId="{BDB09334-D883-5BD6-90D9-EB2B4785DBD5}" dt="2026-05-18T16:14:42.145" v="9743" actId="1076"/>
          <ac:spMkLst>
            <pc:docMk/>
            <pc:sldMk cId="3470381792" sldId="259"/>
            <ac:spMk id="18" creationId="{80EF31A3-DF50-A8AD-ECE1-B4D8E20C56CE}"/>
          </ac:spMkLst>
        </pc:spChg>
        <pc:spChg chg="add mod">
          <ac:chgData name="Nicholas Cotugno Morrison" userId="ccf711dd-e21d-4c81-8d28-14e38ab240c8" providerId="ADAL" clId="{BDB09334-D883-5BD6-90D9-EB2B4785DBD5}" dt="2026-05-18T16:14:42.145" v="9743" actId="1076"/>
          <ac:spMkLst>
            <pc:docMk/>
            <pc:sldMk cId="3470381792" sldId="259"/>
            <ac:spMk id="21" creationId="{C4824679-A54F-6FB6-75AE-413DF58D3E8B}"/>
          </ac:spMkLst>
        </pc:spChg>
        <pc:cxnChg chg="add mod">
          <ac:chgData name="Nicholas Cotugno Morrison" userId="ccf711dd-e21d-4c81-8d28-14e38ab240c8" providerId="ADAL" clId="{BDB09334-D883-5BD6-90D9-EB2B4785DBD5}" dt="2026-05-18T16:14:42.145" v="9743" actId="1076"/>
          <ac:cxnSpMkLst>
            <pc:docMk/>
            <pc:sldMk cId="3470381792" sldId="259"/>
            <ac:cxnSpMk id="6" creationId="{B3D27E97-A4B3-2234-A667-C965B1AC647C}"/>
          </ac:cxnSpMkLst>
        </pc:cxnChg>
        <pc:cxnChg chg="add mod">
          <ac:chgData name="Nicholas Cotugno Morrison" userId="ccf711dd-e21d-4c81-8d28-14e38ab240c8" providerId="ADAL" clId="{BDB09334-D883-5BD6-90D9-EB2B4785DBD5}" dt="2026-05-18T16:14:42.145" v="9743" actId="1076"/>
          <ac:cxnSpMkLst>
            <pc:docMk/>
            <pc:sldMk cId="3470381792" sldId="259"/>
            <ac:cxnSpMk id="14" creationId="{2ABE71DF-3ABD-D16F-A6A2-D30621732C07}"/>
          </ac:cxnSpMkLst>
        </pc:cxnChg>
        <pc:cxnChg chg="add mod">
          <ac:chgData name="Nicholas Cotugno Morrison" userId="ccf711dd-e21d-4c81-8d28-14e38ab240c8" providerId="ADAL" clId="{BDB09334-D883-5BD6-90D9-EB2B4785DBD5}" dt="2026-05-18T16:14:42.145" v="9743" actId="1076"/>
          <ac:cxnSpMkLst>
            <pc:docMk/>
            <pc:sldMk cId="3470381792" sldId="259"/>
            <ac:cxnSpMk id="16" creationId="{AD69B510-C139-4065-E95B-4E815225827E}"/>
          </ac:cxnSpMkLst>
        </pc:cxnChg>
      </pc:sldChg>
      <pc:sldChg chg="addSp delSp modSp new mod modShow modNotesTx">
        <pc:chgData name="Nicholas Cotugno Morrison" userId="ccf711dd-e21d-4c81-8d28-14e38ab240c8" providerId="ADAL" clId="{BDB09334-D883-5BD6-90D9-EB2B4785DBD5}" dt="2026-06-11T04:17:32.530" v="12860" actId="20577"/>
        <pc:sldMkLst>
          <pc:docMk/>
          <pc:sldMk cId="1014796774" sldId="260"/>
        </pc:sldMkLst>
        <pc:spChg chg="add mod">
          <ac:chgData name="Nicholas Cotugno Morrison" userId="ccf711dd-e21d-4c81-8d28-14e38ab240c8" providerId="ADAL" clId="{BDB09334-D883-5BD6-90D9-EB2B4785DBD5}" dt="2026-05-20T11:37:43.492" v="10496" actId="1076"/>
          <ac:spMkLst>
            <pc:docMk/>
            <pc:sldMk cId="1014796774" sldId="260"/>
            <ac:spMk id="6" creationId="{26CAD37C-5DC9-D226-540B-9681AAC42430}"/>
          </ac:spMkLst>
        </pc:spChg>
        <pc:picChg chg="add mod">
          <ac:chgData name="Nicholas Cotugno Morrison" userId="ccf711dd-e21d-4c81-8d28-14e38ab240c8" providerId="ADAL" clId="{BDB09334-D883-5BD6-90D9-EB2B4785DBD5}" dt="2026-05-20T11:37:38.216" v="10495" actId="1076"/>
          <ac:picMkLst>
            <pc:docMk/>
            <pc:sldMk cId="1014796774" sldId="260"/>
            <ac:picMk id="3" creationId="{3A0EE2B6-8462-E90D-1DE9-FF96BAA48016}"/>
          </ac:picMkLst>
        </pc:picChg>
        <pc:picChg chg="add mod modCrop">
          <ac:chgData name="Nicholas Cotugno Morrison" userId="ccf711dd-e21d-4c81-8d28-14e38ab240c8" providerId="ADAL" clId="{BDB09334-D883-5BD6-90D9-EB2B4785DBD5}" dt="2026-05-20T11:37:58.489" v="10498" actId="1076"/>
          <ac:picMkLst>
            <pc:docMk/>
            <pc:sldMk cId="1014796774" sldId="260"/>
            <ac:picMk id="4" creationId="{6C9F90CB-4945-3290-A77E-926C63DA56E0}"/>
          </ac:picMkLst>
        </pc:picChg>
      </pc:sldChg>
      <pc:sldChg chg="addSp modSp add mod modAnim modNotesTx">
        <pc:chgData name="Nicholas Cotugno Morrison" userId="ccf711dd-e21d-4c81-8d28-14e38ab240c8" providerId="ADAL" clId="{BDB09334-D883-5BD6-90D9-EB2B4785DBD5}" dt="2026-06-11T04:17:40.306" v="12865" actId="20577"/>
        <pc:sldMkLst>
          <pc:docMk/>
          <pc:sldMk cId="1477878770" sldId="262"/>
        </pc:sldMkLst>
        <pc:spChg chg="mod">
          <ac:chgData name="Nicholas Cotugno Morrison" userId="ccf711dd-e21d-4c81-8d28-14e38ab240c8" providerId="ADAL" clId="{BDB09334-D883-5BD6-90D9-EB2B4785DBD5}" dt="2026-05-18T15:19:23.482" v="8470" actId="20577"/>
          <ac:spMkLst>
            <pc:docMk/>
            <pc:sldMk cId="1477878770" sldId="262"/>
            <ac:spMk id="3" creationId="{E70385CD-E690-2E81-4160-DAA6BE1351D1}"/>
          </ac:spMkLst>
        </pc:spChg>
        <pc:picChg chg="add mod">
          <ac:chgData name="Nicholas Cotugno Morrison" userId="ccf711dd-e21d-4c81-8d28-14e38ab240c8" providerId="ADAL" clId="{BDB09334-D883-5BD6-90D9-EB2B4785DBD5}" dt="2026-05-18T15:01:24.385" v="8381" actId="1076"/>
          <ac:picMkLst>
            <pc:docMk/>
            <pc:sldMk cId="1477878770" sldId="262"/>
            <ac:picMk id="6" creationId="{F284ADB2-D86B-629A-7D67-EAB00DB18AE2}"/>
          </ac:picMkLst>
        </pc:picChg>
      </pc:sldChg>
      <pc:sldChg chg="addSp delSp modSp add mod delAnim modAnim modNotesTx">
        <pc:chgData name="Nicholas Cotugno Morrison" userId="ccf711dd-e21d-4c81-8d28-14e38ab240c8" providerId="ADAL" clId="{BDB09334-D883-5BD6-90D9-EB2B4785DBD5}" dt="2026-06-11T04:17:33.699" v="12861" actId="20577"/>
        <pc:sldMkLst>
          <pc:docMk/>
          <pc:sldMk cId="3031145203" sldId="264"/>
        </pc:sldMkLst>
        <pc:spChg chg="add mod">
          <ac:chgData name="Nicholas Cotugno Morrison" userId="ccf711dd-e21d-4c81-8d28-14e38ab240c8" providerId="ADAL" clId="{BDB09334-D883-5BD6-90D9-EB2B4785DBD5}" dt="2026-05-18T15:16:26.042" v="8438" actId="1076"/>
          <ac:spMkLst>
            <pc:docMk/>
            <pc:sldMk cId="3031145203" sldId="264"/>
            <ac:spMk id="20" creationId="{61B0CAE3-D248-0C25-9F19-FF7AC29F06B4}"/>
          </ac:spMkLst>
        </pc:spChg>
        <pc:spChg chg="add mod">
          <ac:chgData name="Nicholas Cotugno Morrison" userId="ccf711dd-e21d-4c81-8d28-14e38ab240c8" providerId="ADAL" clId="{BDB09334-D883-5BD6-90D9-EB2B4785DBD5}" dt="2026-05-18T15:16:28.622" v="8439" actId="1076"/>
          <ac:spMkLst>
            <pc:docMk/>
            <pc:sldMk cId="3031145203" sldId="264"/>
            <ac:spMk id="22" creationId="{D67333B3-DC28-01CB-DBDE-412DA661E164}"/>
          </ac:spMkLst>
        </pc:spChg>
        <pc:picChg chg="add mod">
          <ac:chgData name="Nicholas Cotugno Morrison" userId="ccf711dd-e21d-4c81-8d28-14e38ab240c8" providerId="ADAL" clId="{BDB09334-D883-5BD6-90D9-EB2B4785DBD5}" dt="2026-05-18T15:16:17.630" v="8437" actId="1076"/>
          <ac:picMkLst>
            <pc:docMk/>
            <pc:sldMk cId="3031145203" sldId="264"/>
            <ac:picMk id="2" creationId="{C9DE8B58-D372-3D9C-102A-2FD774026222}"/>
          </ac:picMkLst>
        </pc:picChg>
      </pc:sldChg>
      <pc:sldChg chg="addSp delSp modSp add mod delAnim modAnim modNotesTx">
        <pc:chgData name="Nicholas Cotugno Morrison" userId="ccf711dd-e21d-4c81-8d28-14e38ab240c8" providerId="ADAL" clId="{BDB09334-D883-5BD6-90D9-EB2B4785DBD5}" dt="2026-06-11T04:17:36.270" v="12863" actId="20577"/>
        <pc:sldMkLst>
          <pc:docMk/>
          <pc:sldMk cId="1392433910" sldId="266"/>
        </pc:sldMkLst>
        <pc:spChg chg="mod">
          <ac:chgData name="Nicholas Cotugno Morrison" userId="ccf711dd-e21d-4c81-8d28-14e38ab240c8" providerId="ADAL" clId="{BDB09334-D883-5BD6-90D9-EB2B4785DBD5}" dt="2026-05-18T06:47:23.532" v="7000" actId="20577"/>
          <ac:spMkLst>
            <pc:docMk/>
            <pc:sldMk cId="1392433910" sldId="266"/>
            <ac:spMk id="28" creationId="{2838BC56-7C5A-6666-63B4-87CF87186AF0}"/>
          </ac:spMkLst>
        </pc:spChg>
        <pc:picChg chg="add mod">
          <ac:chgData name="Nicholas Cotugno Morrison" userId="ccf711dd-e21d-4c81-8d28-14e38ab240c8" providerId="ADAL" clId="{BDB09334-D883-5BD6-90D9-EB2B4785DBD5}" dt="2026-05-18T06:47:31.091" v="7002" actId="1076"/>
          <ac:picMkLst>
            <pc:docMk/>
            <pc:sldMk cId="1392433910" sldId="266"/>
            <ac:picMk id="3" creationId="{F8AB4850-218B-35D7-29E3-89EB78A91606}"/>
          </ac:picMkLst>
        </pc:picChg>
      </pc:sldChg>
      <pc:sldChg chg="addSp delSp modSp add mod delAnim modAnim modNotesTx">
        <pc:chgData name="Nicholas Cotugno Morrison" userId="ccf711dd-e21d-4c81-8d28-14e38ab240c8" providerId="ADAL" clId="{BDB09334-D883-5BD6-90D9-EB2B4785DBD5}" dt="2026-06-11T04:17:41.847" v="12866" actId="20577"/>
        <pc:sldMkLst>
          <pc:docMk/>
          <pc:sldMk cId="2057503040" sldId="268"/>
        </pc:sldMkLst>
        <pc:spChg chg="mod">
          <ac:chgData name="Nicholas Cotugno Morrison" userId="ccf711dd-e21d-4c81-8d28-14e38ab240c8" providerId="ADAL" clId="{BDB09334-D883-5BD6-90D9-EB2B4785DBD5}" dt="2026-05-20T12:13:00.588" v="10503" actId="1076"/>
          <ac:spMkLst>
            <pc:docMk/>
            <pc:sldMk cId="2057503040" sldId="268"/>
            <ac:spMk id="2" creationId="{A25D7C3A-7904-500C-4BDC-3AC98C08D71A}"/>
          </ac:spMkLst>
        </pc:spChg>
        <pc:spChg chg="add mod">
          <ac:chgData name="Nicholas Cotugno Morrison" userId="ccf711dd-e21d-4c81-8d28-14e38ab240c8" providerId="ADAL" clId="{BDB09334-D883-5BD6-90D9-EB2B4785DBD5}" dt="2026-05-21T10:37:49.166" v="11079" actId="113"/>
          <ac:spMkLst>
            <pc:docMk/>
            <pc:sldMk cId="2057503040" sldId="268"/>
            <ac:spMk id="9" creationId="{32F4D323-9069-5639-FC40-599EBD1CC628}"/>
          </ac:spMkLst>
        </pc:spChg>
        <pc:picChg chg="add mod modCrop">
          <ac:chgData name="Nicholas Cotugno Morrison" userId="ccf711dd-e21d-4c81-8d28-14e38ab240c8" providerId="ADAL" clId="{BDB09334-D883-5BD6-90D9-EB2B4785DBD5}" dt="2026-05-21T10:37:57.715" v="11080" actId="732"/>
          <ac:picMkLst>
            <pc:docMk/>
            <pc:sldMk cId="2057503040" sldId="268"/>
            <ac:picMk id="4" creationId="{F91DF8D6-4B34-4079-EDE9-69AB4D551ABE}"/>
          </ac:picMkLst>
        </pc:picChg>
        <pc:picChg chg="add mod">
          <ac:chgData name="Nicholas Cotugno Morrison" userId="ccf711dd-e21d-4c81-8d28-14e38ab240c8" providerId="ADAL" clId="{BDB09334-D883-5BD6-90D9-EB2B4785DBD5}" dt="2026-05-20T12:27:16.367" v="10524" actId="1076"/>
          <ac:picMkLst>
            <pc:docMk/>
            <pc:sldMk cId="2057503040" sldId="268"/>
            <ac:picMk id="8" creationId="{B3075A71-FAA5-0647-8944-D256B08F6634}"/>
          </ac:picMkLst>
        </pc:picChg>
      </pc:sldChg>
      <pc:sldChg chg="addSp delSp modSp add mod modShow modNotesTx">
        <pc:chgData name="Nicholas Cotugno Morrison" userId="ccf711dd-e21d-4c81-8d28-14e38ab240c8" providerId="ADAL" clId="{BDB09334-D883-5BD6-90D9-EB2B4785DBD5}" dt="2026-06-11T04:17:44.942" v="12868" actId="20577"/>
        <pc:sldMkLst>
          <pc:docMk/>
          <pc:sldMk cId="589252565" sldId="269"/>
        </pc:sldMkLst>
        <pc:picChg chg="add mod">
          <ac:chgData name="Nicholas Cotugno Morrison" userId="ccf711dd-e21d-4c81-8d28-14e38ab240c8" providerId="ADAL" clId="{BDB09334-D883-5BD6-90D9-EB2B4785DBD5}" dt="2026-05-21T10:38:12.355" v="11083" actId="1076"/>
          <ac:picMkLst>
            <pc:docMk/>
            <pc:sldMk cId="589252565" sldId="269"/>
            <ac:picMk id="5" creationId="{0EEF82B5-6EE1-D8DC-36F5-83A44B90EAB5}"/>
          </ac:picMkLst>
        </pc:picChg>
      </pc:sldChg>
      <pc:sldChg chg="modSp add mod modNotesTx">
        <pc:chgData name="Nicholas Cotugno Morrison" userId="ccf711dd-e21d-4c81-8d28-14e38ab240c8" providerId="ADAL" clId="{BDB09334-D883-5BD6-90D9-EB2B4785DBD5}" dt="2026-06-11T04:17:43.390" v="12867" actId="20577"/>
        <pc:sldMkLst>
          <pc:docMk/>
          <pc:sldMk cId="4260783300" sldId="270"/>
        </pc:sldMkLst>
        <pc:spChg chg="mod">
          <ac:chgData name="Nicholas Cotugno Morrison" userId="ccf711dd-e21d-4c81-8d28-14e38ab240c8" providerId="ADAL" clId="{BDB09334-D883-5BD6-90D9-EB2B4785DBD5}" dt="2026-05-12T03:13:48.353" v="4446" actId="20577"/>
          <ac:spMkLst>
            <pc:docMk/>
            <pc:sldMk cId="4260783300" sldId="270"/>
            <ac:spMk id="2" creationId="{1E86BB63-B028-710B-8287-AA5BA671D4AE}"/>
          </ac:spMkLst>
        </pc:spChg>
        <pc:spChg chg="mod">
          <ac:chgData name="Nicholas Cotugno Morrison" userId="ccf711dd-e21d-4c81-8d28-14e38ab240c8" providerId="ADAL" clId="{BDB09334-D883-5BD6-90D9-EB2B4785DBD5}" dt="2026-05-21T13:44:51.256" v="12834" actId="20577"/>
          <ac:spMkLst>
            <pc:docMk/>
            <pc:sldMk cId="4260783300" sldId="270"/>
            <ac:spMk id="4" creationId="{0CD751CC-5776-548B-6EE1-F538151BFAA1}"/>
          </ac:spMkLst>
        </pc:spChg>
      </pc:sldChg>
      <pc:sldChg chg="addSp delSp modSp new mod modNotesTx">
        <pc:chgData name="Nicholas Cotugno Morrison" userId="ccf711dd-e21d-4c81-8d28-14e38ab240c8" providerId="ADAL" clId="{BDB09334-D883-5BD6-90D9-EB2B4785DBD5}" dt="2026-06-11T04:17:38.030" v="12864" actId="20577"/>
        <pc:sldMkLst>
          <pc:docMk/>
          <pc:sldMk cId="4258907493" sldId="271"/>
        </pc:sldMkLst>
        <pc:spChg chg="mod">
          <ac:chgData name="Nicholas Cotugno Morrison" userId="ccf711dd-e21d-4c81-8d28-14e38ab240c8" providerId="ADAL" clId="{BDB09334-D883-5BD6-90D9-EB2B4785DBD5}" dt="2026-05-18T07:32:24.117" v="7539"/>
          <ac:spMkLst>
            <pc:docMk/>
            <pc:sldMk cId="4258907493" sldId="271"/>
            <ac:spMk id="2" creationId="{9997A1F8-DE90-4302-EF11-05510F63C8C1}"/>
          </ac:spMkLst>
        </pc:spChg>
        <pc:picChg chg="add mod">
          <ac:chgData name="Nicholas Cotugno Morrison" userId="ccf711dd-e21d-4c81-8d28-14e38ab240c8" providerId="ADAL" clId="{BDB09334-D883-5BD6-90D9-EB2B4785DBD5}" dt="2026-05-18T15:18:03.352" v="8443" actId="1076"/>
          <ac:picMkLst>
            <pc:docMk/>
            <pc:sldMk cId="4258907493" sldId="271"/>
            <ac:picMk id="4" creationId="{3A192299-C735-F1F0-232B-295F8F92A936}"/>
          </ac:picMkLst>
        </pc:picChg>
        <pc:picChg chg="add mod">
          <ac:chgData name="Nicholas Cotugno Morrison" userId="ccf711dd-e21d-4c81-8d28-14e38ab240c8" providerId="ADAL" clId="{BDB09334-D883-5BD6-90D9-EB2B4785DBD5}" dt="2026-05-18T15:29:59.236" v="8498" actId="1076"/>
          <ac:picMkLst>
            <pc:docMk/>
            <pc:sldMk cId="4258907493" sldId="271"/>
            <ac:picMk id="14" creationId="{58C20C6A-265B-A479-33CC-1CDA832195AE}"/>
          </ac:picMkLst>
        </pc:picChg>
      </pc:sldChg>
      <pc:sldChg chg="addSp delSp modSp add mod ord delAnim modAnim modNotesTx">
        <pc:chgData name="Nicholas Cotugno Morrison" userId="ccf711dd-e21d-4c81-8d28-14e38ab240c8" providerId="ADAL" clId="{BDB09334-D883-5BD6-90D9-EB2B4785DBD5}" dt="2026-06-11T04:17:27.287" v="12857" actId="20577"/>
        <pc:sldMkLst>
          <pc:docMk/>
          <pc:sldMk cId="3404102436" sldId="273"/>
        </pc:sldMkLst>
        <pc:spChg chg="mod">
          <ac:chgData name="Nicholas Cotugno Morrison" userId="ccf711dd-e21d-4c81-8d28-14e38ab240c8" providerId="ADAL" clId="{BDB09334-D883-5BD6-90D9-EB2B4785DBD5}" dt="2026-05-20T10:18:36.101" v="10249" actId="20577"/>
          <ac:spMkLst>
            <pc:docMk/>
            <pc:sldMk cId="3404102436" sldId="273"/>
            <ac:spMk id="2" creationId="{DA037570-F1C3-A54B-1C42-E313193D1A17}"/>
          </ac:spMkLst>
        </pc:spChg>
        <pc:picChg chg="add mod">
          <ac:chgData name="Nicholas Cotugno Morrison" userId="ccf711dd-e21d-4c81-8d28-14e38ab240c8" providerId="ADAL" clId="{BDB09334-D883-5BD6-90D9-EB2B4785DBD5}" dt="2026-05-20T10:22:05.277" v="10273" actId="1076"/>
          <ac:picMkLst>
            <pc:docMk/>
            <pc:sldMk cId="3404102436" sldId="273"/>
            <ac:picMk id="12" creationId="{448C69DD-1B7E-C3F4-21C7-0C6C07641B25}"/>
          </ac:picMkLst>
        </pc:picChg>
        <pc:picChg chg="add mod">
          <ac:chgData name="Nicholas Cotugno Morrison" userId="ccf711dd-e21d-4c81-8d28-14e38ab240c8" providerId="ADAL" clId="{BDB09334-D883-5BD6-90D9-EB2B4785DBD5}" dt="2026-05-20T10:22:15.016" v="10276" actId="1076"/>
          <ac:picMkLst>
            <pc:docMk/>
            <pc:sldMk cId="3404102436" sldId="273"/>
            <ac:picMk id="14" creationId="{ADB96A22-867E-8472-D806-699DBF34B5F8}"/>
          </ac:picMkLst>
        </pc:picChg>
        <pc:picChg chg="add mod">
          <ac:chgData name="Nicholas Cotugno Morrison" userId="ccf711dd-e21d-4c81-8d28-14e38ab240c8" providerId="ADAL" clId="{BDB09334-D883-5BD6-90D9-EB2B4785DBD5}" dt="2026-05-20T10:22:28.400" v="10280" actId="1076"/>
          <ac:picMkLst>
            <pc:docMk/>
            <pc:sldMk cId="3404102436" sldId="273"/>
            <ac:picMk id="18" creationId="{C1131D34-4C85-72E9-036C-F1B1633834DD}"/>
          </ac:picMkLst>
        </pc:picChg>
        <pc:picChg chg="add mod">
          <ac:chgData name="Nicholas Cotugno Morrison" userId="ccf711dd-e21d-4c81-8d28-14e38ab240c8" providerId="ADAL" clId="{BDB09334-D883-5BD6-90D9-EB2B4785DBD5}" dt="2026-05-20T10:50:28.206" v="10409" actId="1076"/>
          <ac:picMkLst>
            <pc:docMk/>
            <pc:sldMk cId="3404102436" sldId="273"/>
            <ac:picMk id="20" creationId="{C0D0D137-099E-1AE3-70A5-16F8491320EB}"/>
          </ac:picMkLst>
        </pc:picChg>
      </pc:sldChg>
      <pc:sldChg chg="add modNotesTx">
        <pc:chgData name="Nicholas Cotugno Morrison" userId="ccf711dd-e21d-4c81-8d28-14e38ab240c8" providerId="ADAL" clId="{BDB09334-D883-5BD6-90D9-EB2B4785DBD5}" dt="2026-06-11T04:17:30.149" v="12859" actId="20577"/>
        <pc:sldMkLst>
          <pc:docMk/>
          <pc:sldMk cId="3543049181" sldId="274"/>
        </pc:sldMkLst>
      </pc:sldChg>
      <pc:sldChg chg="addSp delSp modSp add del mod ord delAnim modAnim modNotesTx">
        <pc:chgData name="Nicholas Cotugno Morrison" userId="ccf711dd-e21d-4c81-8d28-14e38ab240c8" providerId="ADAL" clId="{BDB09334-D883-5BD6-90D9-EB2B4785DBD5}" dt="2026-06-11T04:17:28.532" v="12858" actId="20577"/>
        <pc:sldMkLst>
          <pc:docMk/>
          <pc:sldMk cId="3822640277" sldId="275"/>
        </pc:sldMkLst>
        <pc:picChg chg="add mod">
          <ac:chgData name="Nicholas Cotugno Morrison" userId="ccf711dd-e21d-4c81-8d28-14e38ab240c8" providerId="ADAL" clId="{BDB09334-D883-5BD6-90D9-EB2B4785DBD5}" dt="2026-05-20T10:49:25.221" v="10399" actId="167"/>
          <ac:picMkLst>
            <pc:docMk/>
            <pc:sldMk cId="3822640277" sldId="275"/>
            <ac:picMk id="4" creationId="{4658507E-BFE5-99AF-20A1-EDD62736DB50}"/>
          </ac:picMkLst>
        </pc:picChg>
        <pc:picChg chg="add del mod">
          <ac:chgData name="Nicholas Cotugno Morrison" userId="ccf711dd-e21d-4c81-8d28-14e38ab240c8" providerId="ADAL" clId="{BDB09334-D883-5BD6-90D9-EB2B4785DBD5}" dt="2026-05-20T10:50:39.695" v="10412" actId="478"/>
          <ac:picMkLst>
            <pc:docMk/>
            <pc:sldMk cId="3822640277" sldId="275"/>
            <ac:picMk id="6" creationId="{C9B43E9A-9A7F-E67D-66FC-8B48F4E4BB9F}"/>
          </ac:picMkLst>
        </pc:picChg>
        <pc:picChg chg="add mod">
          <ac:chgData name="Nicholas Cotugno Morrison" userId="ccf711dd-e21d-4c81-8d28-14e38ab240c8" providerId="ADAL" clId="{BDB09334-D883-5BD6-90D9-EB2B4785DBD5}" dt="2026-05-20T10:59:32.857" v="10419" actId="1076"/>
          <ac:picMkLst>
            <pc:docMk/>
            <pc:sldMk cId="3822640277" sldId="275"/>
            <ac:picMk id="10" creationId="{7D8DC814-77B2-0AC1-E658-09D4E65D4DC4}"/>
          </ac:picMkLst>
        </pc:picChg>
      </pc:sldChg>
      <pc:sldChg chg="delSp modSp new mod">
        <pc:chgData name="Nicholas Cotugno Morrison" userId="ccf711dd-e21d-4c81-8d28-14e38ab240c8" providerId="ADAL" clId="{BDB09334-D883-5BD6-90D9-EB2B4785DBD5}" dt="2026-05-21T13:49:06.815" v="12851" actId="1076"/>
        <pc:sldMkLst>
          <pc:docMk/>
          <pc:sldMk cId="3071208750" sldId="276"/>
        </pc:sldMkLst>
        <pc:spChg chg="mod">
          <ac:chgData name="Nicholas Cotugno Morrison" userId="ccf711dd-e21d-4c81-8d28-14e38ab240c8" providerId="ADAL" clId="{BDB09334-D883-5BD6-90D9-EB2B4785DBD5}" dt="2026-05-21T13:49:06.815" v="12851" actId="1076"/>
          <ac:spMkLst>
            <pc:docMk/>
            <pc:sldMk cId="3071208750" sldId="276"/>
            <ac:spMk id="2" creationId="{11258121-3CD9-CE78-99BC-521BF8E1BF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15229-5DBD-5B41-A1C5-B0A320331BA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95A80-6AE0-F54E-8FAD-6068896AE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4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05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95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23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5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04566-672F-DD17-8EAC-CC838F1E4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42B94-950F-3DEF-24F6-5C6F94AAC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4FED3-DED6-EF9C-1412-D78865D51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BD417-0ED5-5224-A4B4-96CB84480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18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61BC-0F99-A458-C452-209A0555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ED003-6083-D4FB-99BF-331B6D998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7D250-BCB5-33D8-E3B8-26397BD38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7804-5708-2A87-285C-5E256F9C1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25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DFF4-97E0-1EC4-206D-D1EEF04A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AB8C5-72A3-1D4D-A0ED-16A361D2B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173EC-9C26-EE77-E957-03752477C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A2E9D-6F71-CA05-7E38-CE780656B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19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51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BE316-3E8C-1C91-DF5E-30B255B5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5EBA4-C3A5-CBD2-AFBD-FBBAF43C8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2D635-C625-5541-851D-27B5FCC6C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007F-A4D1-D930-D62B-6216EDAD3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13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2810-6DF0-0C9C-7680-FF8179BD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3766A-6B76-409C-555F-2ED6520EE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0CB3F-52A8-FCC6-CE76-73FE09D00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D67AE-3412-3575-D578-0BB0F81C5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49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7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BA6CE-7DE4-C978-0340-3763126A8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19580-7E2E-37E2-4C30-85DB4B92B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D14D1-9DAC-6E35-4CC6-257A25EB3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965AC-2681-B057-AD0A-A69ADA555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93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19FC-9BC9-1094-4928-285E4A7D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3205B2-FCF3-0636-7C16-4364E12F0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83DCF7-1BFB-CDC1-6F01-4ADC76ACB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FF0AF-F2A0-2852-4A2E-506CFED5C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98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17528-37B3-A2A7-E9C8-2160F017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2484C-8C24-A0D7-0B01-823903624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CE0F8-641B-C170-7181-224B02A9C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A0F91-BF39-C6C4-BB04-9CEA9F4AD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95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DE100-4CA1-7BA6-E8B4-FB38F71C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60A07-6018-4A7C-4F01-32A48F133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E947B-2915-56CA-32F5-24849150D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CED6A-7A82-287C-604E-39F1DC0F1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84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95A80-6AE0-F54E-8FAD-6068896AE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00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12B9-9ABC-9A2A-30FE-B7B66EA1B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6DE11-1F02-860E-8AE4-831ACDF33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256DC-7B13-6DC6-DA37-DB818670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5F3A9-4CF4-E559-4EAD-C38F286E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DA664-CD5F-7933-3EE4-C6FD6862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0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EF640-12E2-7743-D212-16007D1A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6461-B807-A92E-0383-3CC6020A6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0F51-8311-D1F3-FB8B-A47A4C53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D1370-C413-C0BB-E882-64FE756A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C399C-4A2A-647A-E4B2-5E4B102B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4C5D-9E03-5C13-D08A-6E8C659F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19ABD-0707-157E-30F9-07417F4A0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BCBF4-BB43-E282-E8BD-17AC9321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EC4CB-8F3B-348C-C6C9-4572030F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93044-BC63-12BB-EA1F-A9450A2B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9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D27B-70B9-7DF3-3CE1-8491722A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D7D3-E77C-429B-D67F-C5A435EFD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F1CAA-35D8-3916-5685-BFFABA904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361D7-9290-F787-41A1-89333BAC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3BC7-5B32-311B-18E4-BC55D6D4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F7691-214D-3003-C19F-C8B4CA44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3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21382-7895-6E14-F20B-9700A5FA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5B6DC-39F8-8022-BCB9-8DC37FEA7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61954-9085-493D-8B18-ECF17F994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FE10F-868B-F75D-FB34-A041783F6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DB6CA-36D4-B5A3-E715-D94489106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28B22F-4B1A-9940-10E7-D4667982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13F7D-111A-1C3C-D6C6-3CEB6A57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A9F1F-A885-7AC6-B310-18DE87DF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6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F500-9C99-17A4-2918-D76A1658E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1C68A9-6A60-F053-79B8-064CDCB0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DA8F8-83E2-CCB6-F2A1-C5595FC7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FABB0-4334-34F5-CAB8-F7C7E0CB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2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05435-7CA7-ECA2-4E69-57DDEEC2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431B3-18A1-9142-A113-E04DA134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81049-DC18-A3D6-5421-7CFD5F48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9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0707-E2D2-6778-352B-871AEFF8B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D9EC6-D9B5-1ECF-AD8C-7A1F2723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86895-A8C0-73B7-417C-B37406B66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A5481-78F3-0CDA-02D9-86706309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E9713-361D-9CF7-0420-263EF6FC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42F6-77FD-ABCB-8341-1FFAB3C3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6768-AEDF-2BE8-0435-E48BBF89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08CA1-748C-E626-11A7-C8279718C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6089A-C585-C0C6-3927-C9B69A031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4B189-6D48-A17F-DD3E-2C2561AC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0FDA4-93E6-D16C-0CE1-E01EF6F8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C4342-741D-B4B5-BDE0-DDADAB61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4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8C9F-842B-4879-34CF-56C70FAF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2FC161-BD89-95FC-15EE-3D1AD1B6A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3BFA-E42B-C9FE-1CEB-E390EBE1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DC3AC-5823-9C44-A0CD-D5446537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07EC1-0A75-C1DB-1804-3F39F229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82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7899E-A475-2840-BF93-2D62B39D7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57321-94DD-D0DE-026B-0B9A7624D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3DB8-CA90-A1D3-8A38-47246422D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E5F7A-7E30-14E3-417C-A7303C07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EE53-1BD4-4461-47CB-E3682331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3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4848E-894F-3090-7442-A6E78E44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15B33-F143-F673-100E-0E18466D0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8CC27-6301-9BE8-6AAA-3AC4F9F61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A7948-9677-7445-BB83-956CF0672024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7F47F-5D6C-E8B1-B368-2390B4EC3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2C05B-9294-3CBF-062C-BBACBD71B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6DCD7-56A1-4048-A37D-11D58083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9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E7D35280-0BC0-91C9-08F2-1CEB3FFEE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2159" y="1314773"/>
            <a:ext cx="6065177" cy="3332403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chemeClr val="tx2"/>
                </a:solidFill>
              </a:rPr>
              <a:t>Realistic Models of Human Perception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3600" dirty="0">
                <a:solidFill>
                  <a:schemeClr val="tx2"/>
                </a:solidFill>
              </a:rPr>
              <a:t>Microperimetry Simulations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33EDF1AC-C460-AD69-5E22-67BC9A6E5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0731" y="5086676"/>
            <a:ext cx="5188034" cy="682079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MDAP Semester 1, 2026  –  Nicholas Cotugno Morrison</a:t>
            </a:r>
          </a:p>
          <a:p>
            <a:r>
              <a:rPr lang="en-US" sz="1500" dirty="0">
                <a:solidFill>
                  <a:schemeClr val="tx2"/>
                </a:solidFill>
              </a:rPr>
              <a:t>Supervised by Damien Mannion</a:t>
            </a:r>
          </a:p>
        </p:txBody>
      </p:sp>
    </p:spTree>
    <p:extLst>
      <p:ext uri="{BB962C8B-B14F-4D97-AF65-F5344CB8AC3E}">
        <p14:creationId xmlns:p14="http://schemas.microsoft.com/office/powerpoint/2010/main" val="368938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488F-BCB2-BFFF-63D6-013E4A34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microperimetry?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D0E9-309E-C088-A6BF-7FE972B5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9419"/>
            <a:ext cx="10515600" cy="4486275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AU" dirty="0"/>
              <a:t>But how do you tell the difference between real vision loss and a patient simply missing a button press?</a:t>
            </a:r>
          </a:p>
          <a:p>
            <a:endParaRPr lang="en-US" dirty="0"/>
          </a:p>
        </p:txBody>
      </p:sp>
      <p:pic>
        <p:nvPicPr>
          <p:cNvPr id="4" name="Picture 3" descr="New technology for studying the macula: the MAIA microperimetry | Barraquer  Ophthalmology Center">
            <a:extLst>
              <a:ext uri="{FF2B5EF4-FFF2-40B4-BE49-F238E27FC236}">
                <a16:creationId xmlns:a16="http://schemas.microsoft.com/office/drawing/2014/main" id="{8C39AD41-379E-FC50-5C0E-62F520C79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841106" cy="3630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9E75E1-37AF-A1DB-28FC-7427331F5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063" y="1027906"/>
            <a:ext cx="4572000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9D0BFD-77E5-8285-FB27-20110BB73236}"/>
              </a:ext>
            </a:extLst>
          </p:cNvPr>
          <p:cNvSpPr txBox="1"/>
          <p:nvPr/>
        </p:nvSpPr>
        <p:spPr>
          <a:xfrm>
            <a:off x="732937" y="5315212"/>
            <a:ext cx="34852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dirty="0"/>
              <a:t>Clínica </a:t>
            </a:r>
            <a:r>
              <a:rPr lang="en-AU" sz="800" dirty="0" err="1"/>
              <a:t>Barraquer</a:t>
            </a:r>
            <a:r>
              <a:rPr lang="en-AU" sz="800" dirty="0"/>
              <a:t> (2019) </a:t>
            </a:r>
            <a:r>
              <a:rPr lang="en-AU" sz="800" i="1" dirty="0"/>
              <a:t>New technology for studying the macula: the MAIA</a:t>
            </a:r>
            <a:endParaRPr lang="en-AU" sz="800" dirty="0"/>
          </a:p>
          <a:p>
            <a:r>
              <a:rPr lang="en-AU" sz="900" dirty="0"/>
              <a:t>‌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2769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BAB9-8C10-0C73-CEB1-03146D57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accurate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A372C-220E-76A6-AF1C-798D48510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48" y="1566259"/>
            <a:ext cx="10515600" cy="2226113"/>
          </a:xfrm>
        </p:spPr>
        <p:txBody>
          <a:bodyPr>
            <a:normAutofit/>
          </a:bodyPr>
          <a:lstStyle/>
          <a:p>
            <a:r>
              <a:rPr lang="en-AU" dirty="0"/>
              <a:t>You can’t trust people!</a:t>
            </a:r>
          </a:p>
          <a:p>
            <a:endParaRPr lang="en-AU" dirty="0"/>
          </a:p>
          <a:p>
            <a:pPr lvl="1"/>
            <a:r>
              <a:rPr lang="en-AU" dirty="0"/>
              <a:t>Bias (some people are ‘trigger-happy’)</a:t>
            </a:r>
          </a:p>
          <a:p>
            <a:pPr lvl="1"/>
            <a:r>
              <a:rPr lang="en-AU" dirty="0"/>
              <a:t>Noise (Fatigue/Loss of focus etc)</a:t>
            </a:r>
          </a:p>
          <a:p>
            <a:pPr marL="457200" lvl="1" indent="0">
              <a:buNone/>
            </a:pP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1F7F13-99F7-654F-F335-BF0821395542}"/>
              </a:ext>
            </a:extLst>
          </p:cNvPr>
          <p:cNvSpPr txBox="1">
            <a:spLocks/>
          </p:cNvSpPr>
          <p:nvPr/>
        </p:nvSpPr>
        <p:spPr>
          <a:xfrm>
            <a:off x="838200" y="490053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Are the patient’s results due to disease or unreliable responses?</a:t>
            </a:r>
          </a:p>
        </p:txBody>
      </p:sp>
    </p:spTree>
    <p:extLst>
      <p:ext uri="{BB962C8B-B14F-4D97-AF65-F5344CB8AC3E}">
        <p14:creationId xmlns:p14="http://schemas.microsoft.com/office/powerpoint/2010/main" val="156827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0607-093C-9E23-AEA0-142B6603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answer?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D92F-A150-CAC4-7B7B-774D74D60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Signal Detection Theory + Bayesian Statistics to model human behavior and the visual field</a:t>
            </a:r>
          </a:p>
          <a:p>
            <a:pPr marL="457200" lvl="1" indent="0">
              <a:buNone/>
            </a:pPr>
            <a:endParaRPr lang="en-AU" dirty="0"/>
          </a:p>
          <a:p>
            <a:pPr lvl="1"/>
            <a:r>
              <a:rPr lang="en-AU" dirty="0"/>
              <a:t>Bias (trigger happy?)</a:t>
            </a:r>
            <a:endParaRPr lang="en-US" dirty="0"/>
          </a:p>
          <a:p>
            <a:pPr lvl="1"/>
            <a:r>
              <a:rPr lang="en-AU" dirty="0"/>
              <a:t>False alarm</a:t>
            </a:r>
          </a:p>
          <a:p>
            <a:pPr lvl="1"/>
            <a:r>
              <a:rPr lang="en-AU" dirty="0"/>
              <a:t>Fatigue/Loss of focus</a:t>
            </a:r>
          </a:p>
          <a:p>
            <a:endParaRPr lang="en-US" dirty="0"/>
          </a:p>
          <a:p>
            <a:r>
              <a:rPr lang="en-US" dirty="0"/>
              <a:t>Assigning uncertainty to whether a response is genuine or random.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DBE450-7F97-5B91-180F-4B6826C1BC79}"/>
                  </a:ext>
                </a:extLst>
              </p:cNvPr>
              <p:cNvSpPr txBox="1"/>
              <p:nvPr/>
            </p:nvSpPr>
            <p:spPr>
              <a:xfrm>
                <a:off x="6096000" y="2823804"/>
                <a:ext cx="658366" cy="4622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AU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AU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𝐹𝐴</m:t>
                          </m:r>
                        </m:sub>
                      </m:sSub>
                    </m:oMath>
                  </m:oMathPara>
                </a14:m>
                <a:endParaRPr lang="en-AU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1" smtClean="0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en-AU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AU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AU" b="0" dirty="0"/>
              </a:p>
              <a:p>
                <a:pPr>
                  <a:lnSpc>
                    <a:spcPct val="150000"/>
                  </a:lnSpc>
                </a:pPr>
                <a:endParaRPr lang="en-AU" b="0" dirty="0"/>
              </a:p>
              <a:p>
                <a:pPr>
                  <a:lnSpc>
                    <a:spcPct val="150000"/>
                  </a:lnSpc>
                </a:pPr>
                <a:endParaRPr lang="en-AU" b="0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DBE450-7F97-5B91-180F-4B6826C1B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23804"/>
                <a:ext cx="658366" cy="4622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D27E97-A4B3-2234-A667-C965B1AC647C}"/>
              </a:ext>
            </a:extLst>
          </p:cNvPr>
          <p:cNvCxnSpPr>
            <a:cxnSpLocks/>
          </p:cNvCxnSpPr>
          <p:nvPr/>
        </p:nvCxnSpPr>
        <p:spPr>
          <a:xfrm flipV="1">
            <a:off x="4318782" y="3569591"/>
            <a:ext cx="1916013" cy="362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BE71DF-3ABD-D16F-A6A2-D30621732C07}"/>
              </a:ext>
            </a:extLst>
          </p:cNvPr>
          <p:cNvCxnSpPr>
            <a:cxnSpLocks/>
          </p:cNvCxnSpPr>
          <p:nvPr/>
        </p:nvCxnSpPr>
        <p:spPr>
          <a:xfrm flipV="1">
            <a:off x="4586288" y="4373149"/>
            <a:ext cx="1568020" cy="322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69B510-C139-4065-E95B-4E815225827E}"/>
              </a:ext>
            </a:extLst>
          </p:cNvPr>
          <p:cNvCxnSpPr>
            <a:cxnSpLocks/>
          </p:cNvCxnSpPr>
          <p:nvPr/>
        </p:nvCxnSpPr>
        <p:spPr>
          <a:xfrm flipV="1">
            <a:off x="3286125" y="4050778"/>
            <a:ext cx="2809875" cy="237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EF31A3-DF50-A8AD-ECE1-B4D8E20C56CE}"/>
              </a:ext>
            </a:extLst>
          </p:cNvPr>
          <p:cNvSpPr txBox="1"/>
          <p:nvPr/>
        </p:nvSpPr>
        <p:spPr>
          <a:xfrm>
            <a:off x="7175055" y="4085695"/>
            <a:ext cx="541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Each with their own prior belief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4824679-A54F-6FB6-75AE-413DF58D3E8B}"/>
              </a:ext>
            </a:extLst>
          </p:cNvPr>
          <p:cNvSpPr/>
          <p:nvPr/>
        </p:nvSpPr>
        <p:spPr>
          <a:xfrm>
            <a:off x="6647793" y="3047719"/>
            <a:ext cx="481286" cy="23935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71201D-3965-5127-E165-96CD1C282C26}"/>
              </a:ext>
            </a:extLst>
          </p:cNvPr>
          <p:cNvSpPr txBox="1"/>
          <p:nvPr/>
        </p:nvSpPr>
        <p:spPr>
          <a:xfrm>
            <a:off x="1014846" y="1600354"/>
            <a:ext cx="8129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An accurate </a:t>
            </a:r>
            <a:r>
              <a:rPr lang="en-US" sz="2800" i="1" dirty="0"/>
              <a:t>Observer Model</a:t>
            </a:r>
            <a:r>
              <a:rPr lang="en-US" sz="2800" dirty="0"/>
              <a:t> and </a:t>
            </a:r>
            <a:r>
              <a:rPr lang="en-US" sz="2800" i="1" dirty="0"/>
              <a:t>Spatial Model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038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DDDF-9A0D-CDC1-2FB8-96E4CC5A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7570-F1C3-A54B-1C42-E313193D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Detection Theory (background)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8C69DD-1B7E-C3F4-21C7-0C6C07641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B96A22-867E-8472-D806-699DBF34B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131D34-4C85-72E9-036C-F1B163383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D0D137-099E-1AE3-70A5-16F849132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0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C3F2A-FF3B-1C50-27B2-D7CEA05EF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58507E-BFE5-99AF-20A1-EDD62736D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F115C1-92B8-7014-3943-66BDBDC5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Detection Theory (background)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B43E9A-9A7F-E67D-66FC-8B48F4E4B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8DC814-77B2-0AC1-E658-09D4E65D4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690688"/>
            <a:ext cx="77724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4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F198-5010-3BF0-9ADD-7105F6C0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3A57-025A-D240-8E09-D9DB375A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worked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58B1-6A8B-76BE-2995-574137444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Modelled the visual field as location dependent</a:t>
            </a:r>
          </a:p>
          <a:p>
            <a:r>
              <a:rPr lang="en-US" dirty="0"/>
              <a:t>Incorporated prior distributions for several parameters </a:t>
            </a:r>
          </a:p>
          <a:p>
            <a:r>
              <a:rPr lang="en-US" dirty="0"/>
              <a:t>Ran large-scale simulations in parallel on SPARTAN</a:t>
            </a:r>
          </a:p>
        </p:txBody>
      </p:sp>
    </p:spTree>
    <p:extLst>
      <p:ext uri="{BB962C8B-B14F-4D97-AF65-F5344CB8AC3E}">
        <p14:creationId xmlns:p14="http://schemas.microsoft.com/office/powerpoint/2010/main" val="354304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FE35-58B3-1909-F73E-C43C5D5B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09" y="153192"/>
            <a:ext cx="10515600" cy="1325563"/>
          </a:xfrm>
        </p:spPr>
        <p:txBody>
          <a:bodyPr/>
          <a:lstStyle/>
          <a:p>
            <a:r>
              <a:rPr lang="en-US" dirty="0"/>
              <a:t>Modelling the periphery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9F90CB-4945-3290-A77E-926C63DA5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455"/>
          <a:stretch>
            <a:fillRect/>
          </a:stretch>
        </p:blipFill>
        <p:spPr>
          <a:xfrm>
            <a:off x="523799" y="1719314"/>
            <a:ext cx="3967155" cy="42213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0EE2B6-8462-E90D-1DE9-FF96BAA48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765" y="1621585"/>
            <a:ext cx="7306184" cy="4319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AD37C-5DC9-D226-540B-9681AAC42430}"/>
              </a:ext>
            </a:extLst>
          </p:cNvPr>
          <p:cNvSpPr txBox="1"/>
          <p:nvPr/>
        </p:nvSpPr>
        <p:spPr>
          <a:xfrm>
            <a:off x="8361298" y="5940656"/>
            <a:ext cx="397044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i="1" dirty="0"/>
              <a:t>Visual Field Digest</a:t>
            </a:r>
            <a:r>
              <a:rPr lang="en-AU" sz="900" dirty="0"/>
              <a:t>, 8th ed. (2019). Haag-Streit AG, </a:t>
            </a:r>
            <a:r>
              <a:rPr lang="en-AU" sz="900" dirty="0" err="1"/>
              <a:t>Köniz</a:t>
            </a:r>
            <a:r>
              <a:rPr lang="en-AU" sz="900" dirty="0"/>
              <a:t>, Switzerland.</a:t>
            </a:r>
          </a:p>
          <a:p>
            <a:r>
              <a:rPr lang="en-AU" sz="1000" dirty="0"/>
              <a:t>‌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14796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EA33-AF89-6445-ADD1-DC701461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DE8B58-D372-3D9C-102A-2FD77402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802" y="797021"/>
            <a:ext cx="6087845" cy="608784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9A1649B5-7FA4-5AE7-F540-D72CBCFC0592}"/>
              </a:ext>
            </a:extLst>
          </p:cNvPr>
          <p:cNvGrpSpPr/>
          <p:nvPr/>
        </p:nvGrpSpPr>
        <p:grpSpPr>
          <a:xfrm>
            <a:off x="8595360" y="2913015"/>
            <a:ext cx="1533892" cy="2424170"/>
            <a:chOff x="8568413" y="2913015"/>
            <a:chExt cx="1560839" cy="2424170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ECD36381-E6BB-7E33-DB53-EFF2D7555D23}"/>
                </a:ext>
              </a:extLst>
            </p:cNvPr>
            <p:cNvSpPr/>
            <p:nvPr/>
          </p:nvSpPr>
          <p:spPr>
            <a:xfrm rot="472482">
              <a:off x="8568413" y="2913015"/>
              <a:ext cx="1560839" cy="2424170"/>
            </a:xfrm>
            <a:prstGeom prst="arc">
              <a:avLst>
                <a:gd name="adj1" fmla="val 17175954"/>
                <a:gd name="adj2" fmla="val 20813742"/>
              </a:avLst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C87B7BE0-D923-42D3-F3F4-B8E10B86AC31}"/>
                </a:ext>
              </a:extLst>
            </p:cNvPr>
            <p:cNvSpPr/>
            <p:nvPr/>
          </p:nvSpPr>
          <p:spPr>
            <a:xfrm rot="18609624">
              <a:off x="9656810" y="2945889"/>
              <a:ext cx="214150" cy="213501"/>
            </a:xfrm>
            <a:prstGeom prst="triangle">
              <a:avLst>
                <a:gd name="adj" fmla="val 5894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B0CAE3-D248-0C25-9F19-FF7AC29F06B4}"/>
                  </a:ext>
                </a:extLst>
              </p:cNvPr>
              <p:cNvSpPr txBox="1"/>
              <p:nvPr/>
            </p:nvSpPr>
            <p:spPr>
              <a:xfrm>
                <a:off x="9996324" y="2782802"/>
                <a:ext cx="270546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Polar Angle</a:t>
                </a:r>
              </a:p>
              <a:p>
                <a:r>
                  <a:rPr lang="en-US" sz="2800" dirty="0"/>
                  <a:t> 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 45º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1B0CAE3-D248-0C25-9F19-FF7AC29F0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324" y="2782802"/>
                <a:ext cx="2705467" cy="954107"/>
              </a:xfrm>
              <a:prstGeom prst="rect">
                <a:avLst/>
              </a:prstGeom>
              <a:blipFill>
                <a:blip r:embed="rId4"/>
                <a:stretch>
                  <a:fillRect l="-4673" t="-5195" b="-11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9DE9CA-440B-30A9-1D4D-401D2FD0715F}"/>
              </a:ext>
            </a:extLst>
          </p:cNvPr>
          <p:cNvCxnSpPr>
            <a:cxnSpLocks/>
          </p:cNvCxnSpPr>
          <p:nvPr/>
        </p:nvCxnSpPr>
        <p:spPr>
          <a:xfrm flipV="1">
            <a:off x="8409707" y="2901961"/>
            <a:ext cx="1203538" cy="11966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7333B3-DC28-01CB-DBDE-412DA661E164}"/>
                  </a:ext>
                </a:extLst>
              </p:cNvPr>
              <p:cNvSpPr txBox="1"/>
              <p:nvPr/>
            </p:nvSpPr>
            <p:spPr>
              <a:xfrm>
                <a:off x="7118817" y="1983834"/>
                <a:ext cx="316266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Eccentricity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dirty="0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º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7333B3-DC28-01CB-DBDE-412DA661E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817" y="1983834"/>
                <a:ext cx="3162667" cy="954107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E5E6A48-94ED-AD04-4AD2-AECB0D55979A}"/>
              </a:ext>
            </a:extLst>
          </p:cNvPr>
          <p:cNvSpPr txBox="1"/>
          <p:nvPr/>
        </p:nvSpPr>
        <p:spPr>
          <a:xfrm>
            <a:off x="647299" y="1613118"/>
            <a:ext cx="48599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Need a way of defining the correlation between points in the visual field that best mimics true vision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6CE13682-68BE-B445-63C2-6F12DACA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09" y="153192"/>
            <a:ext cx="10515600" cy="1325563"/>
          </a:xfrm>
        </p:spPr>
        <p:txBody>
          <a:bodyPr/>
          <a:lstStyle/>
          <a:p>
            <a:r>
              <a:rPr lang="en-US" dirty="0"/>
              <a:t>Modelling the periphery</a:t>
            </a:r>
          </a:p>
        </p:txBody>
      </p:sp>
    </p:spTree>
    <p:extLst>
      <p:ext uri="{BB962C8B-B14F-4D97-AF65-F5344CB8AC3E}">
        <p14:creationId xmlns:p14="http://schemas.microsoft.com/office/powerpoint/2010/main" val="303114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9CC55-8DFE-29D9-540C-18697C0B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2838BC56-7C5A-6666-63B4-87CF8718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09" y="153192"/>
            <a:ext cx="10515600" cy="1325563"/>
          </a:xfrm>
        </p:spPr>
        <p:txBody>
          <a:bodyPr/>
          <a:lstStyle/>
          <a:p>
            <a:r>
              <a:rPr lang="en-US" dirty="0"/>
              <a:t>Spatial correlation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AB4850-218B-35D7-29E3-89EB78A91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1478755"/>
            <a:ext cx="75438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33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A1F8-DE90-4302-EF11-05510F63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Decay with periphery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92299-C735-F1F0-232B-295F8F92A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058985"/>
            <a:ext cx="5486400" cy="548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C20C6A-265B-A479-33CC-1CDA83219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89" y="1932081"/>
            <a:ext cx="6599211" cy="411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0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91CF-9C32-FD37-77CA-6FC9D582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7294-EB47-4905-15EA-3A08129A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Simulations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85CD-E690-2E81-4160-DAA6BE135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Parallelised</a:t>
            </a:r>
            <a:r>
              <a:rPr lang="en-US" dirty="0"/>
              <a:t> the core simulation script to run across multiple processors on the SPARTAN HPC cluster</a:t>
            </a:r>
          </a:p>
          <a:p>
            <a:r>
              <a:rPr lang="en-US" dirty="0"/>
              <a:t>100,000 simulations (32 cores) ~ 32 mins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4ADB2-D86B-629A-7D67-EAB00DB18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3226098"/>
            <a:ext cx="5334000" cy="3352061"/>
          </a:xfrm>
          <a:prstGeom prst="rect">
            <a:avLst/>
          </a:prstGeom>
        </p:spPr>
      </p:pic>
      <p:pic>
        <p:nvPicPr>
          <p:cNvPr id="7" name="Picture 6" descr="Spartan logo">
            <a:extLst>
              <a:ext uri="{FF2B5EF4-FFF2-40B4-BE49-F238E27FC236}">
                <a16:creationId xmlns:a16="http://schemas.microsoft.com/office/drawing/2014/main" id="{FFA3D8C4-0768-4C42-1B63-DDA9A312A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3840497"/>
            <a:ext cx="50800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7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81A1-3522-0CE3-6BC5-3E167F80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7C3A-7904-500C-4BDC-3AC98C08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26" y="259107"/>
            <a:ext cx="10515600" cy="1325563"/>
          </a:xfrm>
        </p:spPr>
        <p:txBody>
          <a:bodyPr/>
          <a:lstStyle/>
          <a:p>
            <a:r>
              <a:rPr lang="en-US" dirty="0"/>
              <a:t>What are the results?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DF8D6-4B34-4079-EDE9-69AB4D551A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80"/>
          <a:stretch>
            <a:fillRect/>
          </a:stretch>
        </p:blipFill>
        <p:spPr>
          <a:xfrm>
            <a:off x="0" y="2039814"/>
            <a:ext cx="4750904" cy="4295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075A71-FAA5-0647-8944-D256B08F6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727" y="1738540"/>
            <a:ext cx="7405273" cy="4443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F4D323-9069-5639-FC40-599EBD1CC628}"/>
                  </a:ext>
                </a:extLst>
              </p:cNvPr>
              <p:cNvSpPr txBox="1"/>
              <p:nvPr/>
            </p:nvSpPr>
            <p:spPr>
              <a:xfrm>
                <a:off x="6096000" y="2720961"/>
                <a:ext cx="24219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Unrealistic assumptions say the c</a:t>
                </a:r>
                <a:r>
                  <a:rPr lang="en-AU" b="0" dirty="0"/>
                  <a:t>orrelation between simulated threshold and slope is 1 but it’s </a:t>
                </a:r>
                <a:r>
                  <a:rPr lang="en-AU" dirty="0"/>
                  <a:t>actually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r>
                      <a:rPr lang="en-AU" b="1" i="1" smtClean="0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𝟕𝟑𝟖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F4D323-9069-5639-FC40-599EBD1C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20961"/>
                <a:ext cx="2421925" cy="1754326"/>
              </a:xfrm>
              <a:prstGeom prst="rect">
                <a:avLst/>
              </a:prstGeom>
              <a:blipFill>
                <a:blip r:embed="rId5"/>
                <a:stretch>
                  <a:fillRect l="-2094" t="-143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503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C90C-E489-6D09-29A4-16E5AD7DF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BB63-B028-710B-8287-AA5BA671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D751CC-5776-548B-6EE1-F538151BF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Proves the final threshold value at each location is NOT solely dependent on sensitivity (simplified assumptions are wrong)</a:t>
            </a:r>
          </a:p>
          <a:p>
            <a:endParaRPr lang="en-US" dirty="0"/>
          </a:p>
          <a:p>
            <a:r>
              <a:rPr lang="en-US" dirty="0"/>
              <a:t>Confidence intervals on patient retinal sensitivities are too narrow</a:t>
            </a:r>
          </a:p>
          <a:p>
            <a:endParaRPr lang="en-US" dirty="0"/>
          </a:p>
          <a:p>
            <a:r>
              <a:rPr lang="en-US" dirty="0"/>
              <a:t>The fix is known: including false alarm and lapse rates in the observer model is computationally cheap and brings the assumed variability in line with reality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783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AD32-3B3E-953D-FC12-8062D7D3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2CA2-271A-435D-3067-660DEDE3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51EBE-C702-483E-03F7-19DA4C160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Modelling the an accurate ‘hill-of-vision’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94567-6886-7948-43F3-8CCA6C7E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23141"/>
            <a:ext cx="4900487" cy="3729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EF82B5-6EE1-D8DC-36F5-83A44B90E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96408"/>
            <a:ext cx="5549420" cy="328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52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58121-3CD9-CE78-99BC-521BF8E1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1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7120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9784</TotalTime>
  <Words>388</Words>
  <Application>Microsoft Macintosh PowerPoint</Application>
  <PresentationFormat>Widescreen</PresentationFormat>
  <Paragraphs>88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Realistic Models of Human Perception     Microperimetry Simulations</vt:lpstr>
      <vt:lpstr>What is microperimetry?</vt:lpstr>
      <vt:lpstr>Building an accurate model</vt:lpstr>
      <vt:lpstr>The answer?</vt:lpstr>
      <vt:lpstr>Signal Detection Theory (background)</vt:lpstr>
      <vt:lpstr>Signal Detection Theory (background)</vt:lpstr>
      <vt:lpstr>What I worked on</vt:lpstr>
      <vt:lpstr>Modelling the periphery</vt:lpstr>
      <vt:lpstr>Modelling the periphery</vt:lpstr>
      <vt:lpstr>Spatial correlation</vt:lpstr>
      <vt:lpstr>Decay with periphery  </vt:lpstr>
      <vt:lpstr>Simulations in Parallel</vt:lpstr>
      <vt:lpstr>What are the results?</vt:lpstr>
      <vt:lpstr>Implications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Cotugno Morrison</dc:creator>
  <cp:lastModifiedBy>Nicholas Cotugno Morrison</cp:lastModifiedBy>
  <cp:revision>1</cp:revision>
  <cp:lastPrinted>2026-05-18T16:17:02Z</cp:lastPrinted>
  <dcterms:created xsi:type="dcterms:W3CDTF">2026-05-11T10:53:11Z</dcterms:created>
  <dcterms:modified xsi:type="dcterms:W3CDTF">2026-06-11T04:17:47Z</dcterms:modified>
</cp:coreProperties>
</file>