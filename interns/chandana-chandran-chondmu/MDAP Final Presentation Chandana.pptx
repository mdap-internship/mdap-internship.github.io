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72" r:id="rId5"/>
    <p:sldId id="267" r:id="rId6"/>
    <p:sldId id="273" r:id="rId7"/>
    <p:sldId id="259" r:id="rId8"/>
    <p:sldId id="260" r:id="rId9"/>
    <p:sldId id="269" r:id="rId10"/>
    <p:sldId id="261" r:id="rId11"/>
    <p:sldId id="270" r:id="rId12"/>
    <p:sldId id="263" r:id="rId13"/>
    <p:sldId id="264" r:id="rId14"/>
    <p:sldId id="265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90004D-669B-49CF-BE5F-A5DE10B5AF1F}" v="1" dt="2026-06-12T02:13:44.9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dana Chandran" userId="4d239c84edcde907" providerId="LiveId" clId="{0B507E72-63B6-4D1C-AA0D-53C0FB952EAC}"/>
    <pc:docChg chg="undo custSel addSld delSld modSld sldOrd">
      <pc:chgData name="Chandana Chandran" userId="4d239c84edcde907" providerId="LiveId" clId="{0B507E72-63B6-4D1C-AA0D-53C0FB952EAC}" dt="2026-05-14T02:26:21.116" v="1243" actId="47"/>
      <pc:docMkLst>
        <pc:docMk/>
      </pc:docMkLst>
      <pc:sldChg chg="modSp mod">
        <pc:chgData name="Chandana Chandran" userId="4d239c84edcde907" providerId="LiveId" clId="{0B507E72-63B6-4D1C-AA0D-53C0FB952EAC}" dt="2026-05-14T00:44:23.683" v="103" actId="20577"/>
        <pc:sldMkLst>
          <pc:docMk/>
          <pc:sldMk cId="0" sldId="256"/>
        </pc:sldMkLst>
        <pc:spChg chg="mod">
          <ac:chgData name="Chandana Chandran" userId="4d239c84edcde907" providerId="LiveId" clId="{0B507E72-63B6-4D1C-AA0D-53C0FB952EAC}" dt="2026-05-14T00:43:40.339" v="46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Chandana Chandran" userId="4d239c84edcde907" providerId="LiveId" clId="{0B507E72-63B6-4D1C-AA0D-53C0FB952EAC}" dt="2026-05-14T00:44:03.744" v="101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Chandana Chandran" userId="4d239c84edcde907" providerId="LiveId" clId="{0B507E72-63B6-4D1C-AA0D-53C0FB952EAC}" dt="2026-05-14T00:44:23.683" v="103" actId="20577"/>
          <ac:spMkLst>
            <pc:docMk/>
            <pc:sldMk cId="0" sldId="256"/>
            <ac:spMk id="11" creationId="{00000000-0000-0000-0000-000000000000}"/>
          </ac:spMkLst>
        </pc:spChg>
      </pc:sldChg>
      <pc:sldChg chg="modSp mod">
        <pc:chgData name="Chandana Chandran" userId="4d239c84edcde907" providerId="LiveId" clId="{0B507E72-63B6-4D1C-AA0D-53C0FB952EAC}" dt="2026-05-14T00:46:55.472" v="109" actId="20577"/>
        <pc:sldMkLst>
          <pc:docMk/>
          <pc:sldMk cId="0" sldId="257"/>
        </pc:sldMkLst>
        <pc:spChg chg="mod">
          <ac:chgData name="Chandana Chandran" userId="4d239c84edcde907" providerId="LiveId" clId="{0B507E72-63B6-4D1C-AA0D-53C0FB952EAC}" dt="2026-05-14T00:46:38.210" v="108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Chandana Chandran" userId="4d239c84edcde907" providerId="LiveId" clId="{0B507E72-63B6-4D1C-AA0D-53C0FB952EAC}" dt="2026-05-14T00:46:55.472" v="109" actId="20577"/>
          <ac:spMkLst>
            <pc:docMk/>
            <pc:sldMk cId="0" sldId="257"/>
            <ac:spMk id="18" creationId="{00000000-0000-0000-0000-000000000000}"/>
          </ac:spMkLst>
        </pc:spChg>
      </pc:sldChg>
      <pc:sldChg chg="modSp mod">
        <pc:chgData name="Chandana Chandran" userId="4d239c84edcde907" providerId="LiveId" clId="{0B507E72-63B6-4D1C-AA0D-53C0FB952EAC}" dt="2026-05-14T02:13:45.179" v="1033" actId="20577"/>
        <pc:sldMkLst>
          <pc:docMk/>
          <pc:sldMk cId="0" sldId="258"/>
        </pc:sldMkLst>
        <pc:spChg chg="mod">
          <ac:chgData name="Chandana Chandran" userId="4d239c84edcde907" providerId="LiveId" clId="{0B507E72-63B6-4D1C-AA0D-53C0FB952EAC}" dt="2026-05-14T01:16:34.423" v="592" actId="20577"/>
          <ac:spMkLst>
            <pc:docMk/>
            <pc:sldMk cId="0" sldId="258"/>
            <ac:spMk id="6" creationId="{00000000-0000-0000-0000-000000000000}"/>
          </ac:spMkLst>
        </pc:spChg>
        <pc:spChg chg="mod">
          <ac:chgData name="Chandana Chandran" userId="4d239c84edcde907" providerId="LiveId" clId="{0B507E72-63B6-4D1C-AA0D-53C0FB952EAC}" dt="2026-05-14T00:50:21.055" v="110" actId="20577"/>
          <ac:spMkLst>
            <pc:docMk/>
            <pc:sldMk cId="0" sldId="258"/>
            <ac:spMk id="7" creationId="{00000000-0000-0000-0000-000000000000}"/>
          </ac:spMkLst>
        </pc:spChg>
        <pc:spChg chg="mod">
          <ac:chgData name="Chandana Chandran" userId="4d239c84edcde907" providerId="LiveId" clId="{0B507E72-63B6-4D1C-AA0D-53C0FB952EAC}" dt="2026-05-14T00:56:22.167" v="297" actId="20577"/>
          <ac:spMkLst>
            <pc:docMk/>
            <pc:sldMk cId="0" sldId="258"/>
            <ac:spMk id="8" creationId="{00000000-0000-0000-0000-000000000000}"/>
          </ac:spMkLst>
        </pc:spChg>
        <pc:spChg chg="mod">
          <ac:chgData name="Chandana Chandran" userId="4d239c84edcde907" providerId="LiveId" clId="{0B507E72-63B6-4D1C-AA0D-53C0FB952EAC}" dt="2026-05-14T00:53:04.413" v="167" actId="20577"/>
          <ac:spMkLst>
            <pc:docMk/>
            <pc:sldMk cId="0" sldId="258"/>
            <ac:spMk id="12" creationId="{00000000-0000-0000-0000-000000000000}"/>
          </ac:spMkLst>
        </pc:spChg>
        <pc:spChg chg="mod">
          <ac:chgData name="Chandana Chandran" userId="4d239c84edcde907" providerId="LiveId" clId="{0B507E72-63B6-4D1C-AA0D-53C0FB952EAC}" dt="2026-05-14T00:53:58.887" v="224" actId="20577"/>
          <ac:spMkLst>
            <pc:docMk/>
            <pc:sldMk cId="0" sldId="258"/>
            <ac:spMk id="13" creationId="{00000000-0000-0000-0000-000000000000}"/>
          </ac:spMkLst>
        </pc:spChg>
        <pc:spChg chg="mod">
          <ac:chgData name="Chandana Chandran" userId="4d239c84edcde907" providerId="LiveId" clId="{0B507E72-63B6-4D1C-AA0D-53C0FB952EAC}" dt="2026-05-14T00:55:49.588" v="274" actId="20577"/>
          <ac:spMkLst>
            <pc:docMk/>
            <pc:sldMk cId="0" sldId="258"/>
            <ac:spMk id="18" creationId="{00000000-0000-0000-0000-000000000000}"/>
          </ac:spMkLst>
        </pc:spChg>
        <pc:spChg chg="mod">
          <ac:chgData name="Chandana Chandran" userId="4d239c84edcde907" providerId="LiveId" clId="{0B507E72-63B6-4D1C-AA0D-53C0FB952EAC}" dt="2026-05-14T02:13:45.179" v="1033" actId="20577"/>
          <ac:spMkLst>
            <pc:docMk/>
            <pc:sldMk cId="0" sldId="258"/>
            <ac:spMk id="23" creationId="{00000000-0000-0000-0000-000000000000}"/>
          </ac:spMkLst>
        </pc:spChg>
      </pc:sldChg>
      <pc:sldChg chg="delSp modSp mod">
        <pc:chgData name="Chandana Chandran" userId="4d239c84edcde907" providerId="LiveId" clId="{0B507E72-63B6-4D1C-AA0D-53C0FB952EAC}" dt="2026-05-14T00:58:47.359" v="391" actId="14100"/>
        <pc:sldMkLst>
          <pc:docMk/>
          <pc:sldMk cId="0" sldId="259"/>
        </pc:sldMkLst>
        <pc:spChg chg="mod">
          <ac:chgData name="Chandana Chandran" userId="4d239c84edcde907" providerId="LiveId" clId="{0B507E72-63B6-4D1C-AA0D-53C0FB952EAC}" dt="2026-05-14T00:58:04.650" v="387" actId="20577"/>
          <ac:spMkLst>
            <pc:docMk/>
            <pc:sldMk cId="0" sldId="259"/>
            <ac:spMk id="4" creationId="{00000000-0000-0000-0000-000000000000}"/>
          </ac:spMkLst>
        </pc:spChg>
        <pc:spChg chg="mod">
          <ac:chgData name="Chandana Chandran" userId="4d239c84edcde907" providerId="LiveId" clId="{0B507E72-63B6-4D1C-AA0D-53C0FB952EAC}" dt="2026-05-14T00:58:47.359" v="391" actId="14100"/>
          <ac:spMkLst>
            <pc:docMk/>
            <pc:sldMk cId="0" sldId="259"/>
            <ac:spMk id="18" creationId="{00000000-0000-0000-0000-000000000000}"/>
          </ac:spMkLst>
        </pc:spChg>
        <pc:spChg chg="mod">
          <ac:chgData name="Chandana Chandran" userId="4d239c84edcde907" providerId="LiveId" clId="{0B507E72-63B6-4D1C-AA0D-53C0FB952EAC}" dt="2026-05-14T00:58:47.359" v="391" actId="14100"/>
          <ac:spMkLst>
            <pc:docMk/>
            <pc:sldMk cId="0" sldId="259"/>
            <ac:spMk id="19" creationId="{00000000-0000-0000-0000-000000000000}"/>
          </ac:spMkLst>
        </pc:spChg>
        <pc:spChg chg="mod">
          <ac:chgData name="Chandana Chandran" userId="4d239c84edcde907" providerId="LiveId" clId="{0B507E72-63B6-4D1C-AA0D-53C0FB952EAC}" dt="2026-05-14T00:58:47.359" v="391" actId="14100"/>
          <ac:spMkLst>
            <pc:docMk/>
            <pc:sldMk cId="0" sldId="259"/>
            <ac:spMk id="20" creationId="{00000000-0000-0000-0000-000000000000}"/>
          </ac:spMkLst>
        </pc:spChg>
        <pc:spChg chg="mod">
          <ac:chgData name="Chandana Chandran" userId="4d239c84edcde907" providerId="LiveId" clId="{0B507E72-63B6-4D1C-AA0D-53C0FB952EAC}" dt="2026-05-14T00:58:47.359" v="391" actId="14100"/>
          <ac:spMkLst>
            <pc:docMk/>
            <pc:sldMk cId="0" sldId="259"/>
            <ac:spMk id="21" creationId="{00000000-0000-0000-0000-000000000000}"/>
          </ac:spMkLst>
        </pc:spChg>
        <pc:spChg chg="mod">
          <ac:chgData name="Chandana Chandran" userId="4d239c84edcde907" providerId="LiveId" clId="{0B507E72-63B6-4D1C-AA0D-53C0FB952EAC}" dt="2026-05-14T00:58:47.359" v="391" actId="14100"/>
          <ac:spMkLst>
            <pc:docMk/>
            <pc:sldMk cId="0" sldId="259"/>
            <ac:spMk id="22" creationId="{00000000-0000-0000-0000-000000000000}"/>
          </ac:spMkLst>
        </pc:spChg>
        <pc:spChg chg="mod">
          <ac:chgData name="Chandana Chandran" userId="4d239c84edcde907" providerId="LiveId" clId="{0B507E72-63B6-4D1C-AA0D-53C0FB952EAC}" dt="2026-05-14T00:58:47.359" v="391" actId="14100"/>
          <ac:spMkLst>
            <pc:docMk/>
            <pc:sldMk cId="0" sldId="259"/>
            <ac:spMk id="23" creationId="{00000000-0000-0000-0000-000000000000}"/>
          </ac:spMkLst>
        </pc:spChg>
      </pc:sldChg>
      <pc:sldChg chg="addSp delSp modSp mod modAnim">
        <pc:chgData name="Chandana Chandran" userId="4d239c84edcde907" providerId="LiveId" clId="{0B507E72-63B6-4D1C-AA0D-53C0FB952EAC}" dt="2026-05-14T01:54:04.868" v="925" actId="313"/>
        <pc:sldMkLst>
          <pc:docMk/>
          <pc:sldMk cId="0" sldId="260"/>
        </pc:sldMkLst>
        <pc:spChg chg="mod">
          <ac:chgData name="Chandana Chandran" userId="4d239c84edcde907" providerId="LiveId" clId="{0B507E72-63B6-4D1C-AA0D-53C0FB952EAC}" dt="2026-05-14T01:46:17.989" v="850" actId="14100"/>
          <ac:spMkLst>
            <pc:docMk/>
            <pc:sldMk cId="0" sldId="260"/>
            <ac:spMk id="2" creationId="{00000000-0000-0000-0000-000000000000}"/>
          </ac:spMkLst>
        </pc:spChg>
        <pc:spChg chg="mod">
          <ac:chgData name="Chandana Chandran" userId="4d239c84edcde907" providerId="LiveId" clId="{0B507E72-63B6-4D1C-AA0D-53C0FB952EAC}" dt="2026-05-14T01:46:17.989" v="850" actId="14100"/>
          <ac:spMkLst>
            <pc:docMk/>
            <pc:sldMk cId="0" sldId="260"/>
            <ac:spMk id="3" creationId="{00000000-0000-0000-0000-000000000000}"/>
          </ac:spMkLst>
        </pc:spChg>
        <pc:spChg chg="mod">
          <ac:chgData name="Chandana Chandran" userId="4d239c84edcde907" providerId="LiveId" clId="{0B507E72-63B6-4D1C-AA0D-53C0FB952EAC}" dt="2026-05-14T01:54:04.868" v="925" actId="313"/>
          <ac:spMkLst>
            <pc:docMk/>
            <pc:sldMk cId="0" sldId="260"/>
            <ac:spMk id="4" creationId="{00000000-0000-0000-0000-000000000000}"/>
          </ac:spMkLst>
        </pc:spChg>
        <pc:picChg chg="add mod modCrop">
          <ac:chgData name="Chandana Chandran" userId="4d239c84edcde907" providerId="LiveId" clId="{0B507E72-63B6-4D1C-AA0D-53C0FB952EAC}" dt="2026-05-14T01:52:28.835" v="860" actId="1076"/>
          <ac:picMkLst>
            <pc:docMk/>
            <pc:sldMk cId="0" sldId="260"/>
            <ac:picMk id="19" creationId="{AF4E0B80-A4CD-F845-A812-51C60209D965}"/>
          </ac:picMkLst>
        </pc:picChg>
      </pc:sldChg>
      <pc:sldChg chg="addSp delSp modSp mod">
        <pc:chgData name="Chandana Chandran" userId="4d239c84edcde907" providerId="LiveId" clId="{0B507E72-63B6-4D1C-AA0D-53C0FB952EAC}" dt="2026-05-14T02:11:06.446" v="959" actId="403"/>
        <pc:sldMkLst>
          <pc:docMk/>
          <pc:sldMk cId="0" sldId="261"/>
        </pc:sldMkLst>
        <pc:spChg chg="mod">
          <ac:chgData name="Chandana Chandran" userId="4d239c84edcde907" providerId="LiveId" clId="{0B507E72-63B6-4D1C-AA0D-53C0FB952EAC}" dt="2026-05-14T02:02:29.596" v="932" actId="14100"/>
          <ac:spMkLst>
            <pc:docMk/>
            <pc:sldMk cId="0" sldId="261"/>
            <ac:spMk id="2" creationId="{00000000-0000-0000-0000-000000000000}"/>
          </ac:spMkLst>
        </pc:spChg>
        <pc:spChg chg="mod">
          <ac:chgData name="Chandana Chandran" userId="4d239c84edcde907" providerId="LiveId" clId="{0B507E72-63B6-4D1C-AA0D-53C0FB952EAC}" dt="2026-05-14T02:02:29.596" v="932" actId="14100"/>
          <ac:spMkLst>
            <pc:docMk/>
            <pc:sldMk cId="0" sldId="261"/>
            <ac:spMk id="3" creationId="{00000000-0000-0000-0000-000000000000}"/>
          </ac:spMkLst>
        </pc:spChg>
        <pc:spChg chg="mod">
          <ac:chgData name="Chandana Chandran" userId="4d239c84edcde907" providerId="LiveId" clId="{0B507E72-63B6-4D1C-AA0D-53C0FB952EAC}" dt="2026-05-14T02:11:06.446" v="959" actId="403"/>
          <ac:spMkLst>
            <pc:docMk/>
            <pc:sldMk cId="0" sldId="261"/>
            <ac:spMk id="4" creationId="{00000000-0000-0000-0000-000000000000}"/>
          </ac:spMkLst>
        </pc:spChg>
        <pc:picChg chg="add mod modCrop">
          <ac:chgData name="Chandana Chandran" userId="4d239c84edcde907" providerId="LiveId" clId="{0B507E72-63B6-4D1C-AA0D-53C0FB952EAC}" dt="2026-05-14T02:04:18.591" v="942" actId="1076"/>
          <ac:picMkLst>
            <pc:docMk/>
            <pc:sldMk cId="0" sldId="261"/>
            <ac:picMk id="18" creationId="{59A556E8-B2B8-7BD3-D456-97E7F1841E0A}"/>
          </ac:picMkLst>
        </pc:picChg>
      </pc:sldChg>
      <pc:sldChg chg="addSp delSp modSp mod">
        <pc:chgData name="Chandana Chandran" userId="4d239c84edcde907" providerId="LiveId" clId="{0B507E72-63B6-4D1C-AA0D-53C0FB952EAC}" dt="2026-05-14T02:26:08.165" v="1242" actId="1076"/>
        <pc:sldMkLst>
          <pc:docMk/>
          <pc:sldMk cId="0" sldId="263"/>
        </pc:sldMkLst>
        <pc:spChg chg="mod">
          <ac:chgData name="Chandana Chandran" userId="4d239c84edcde907" providerId="LiveId" clId="{0B507E72-63B6-4D1C-AA0D-53C0FB952EAC}" dt="2026-05-14T02:13:17.241" v="1016" actId="14100"/>
          <ac:spMkLst>
            <pc:docMk/>
            <pc:sldMk cId="0" sldId="263"/>
            <ac:spMk id="2" creationId="{00000000-0000-0000-0000-000000000000}"/>
          </ac:spMkLst>
        </pc:spChg>
        <pc:spChg chg="mod">
          <ac:chgData name="Chandana Chandran" userId="4d239c84edcde907" providerId="LiveId" clId="{0B507E72-63B6-4D1C-AA0D-53C0FB952EAC}" dt="2026-05-14T02:13:17.241" v="1016" actId="14100"/>
          <ac:spMkLst>
            <pc:docMk/>
            <pc:sldMk cId="0" sldId="263"/>
            <ac:spMk id="3" creationId="{00000000-0000-0000-0000-000000000000}"/>
          </ac:spMkLst>
        </pc:spChg>
        <pc:spChg chg="mod">
          <ac:chgData name="Chandana Chandran" userId="4d239c84edcde907" providerId="LiveId" clId="{0B507E72-63B6-4D1C-AA0D-53C0FB952EAC}" dt="2026-05-14T02:13:17.241" v="1016" actId="14100"/>
          <ac:spMkLst>
            <pc:docMk/>
            <pc:sldMk cId="0" sldId="263"/>
            <ac:spMk id="4" creationId="{00000000-0000-0000-0000-000000000000}"/>
          </ac:spMkLst>
        </pc:spChg>
        <pc:spChg chg="add mod">
          <ac:chgData name="Chandana Chandran" userId="4d239c84edcde907" providerId="LiveId" clId="{0B507E72-63B6-4D1C-AA0D-53C0FB952EAC}" dt="2026-05-14T02:25:32.361" v="1237" actId="1076"/>
          <ac:spMkLst>
            <pc:docMk/>
            <pc:sldMk cId="0" sldId="263"/>
            <ac:spMk id="22" creationId="{8FA09283-897F-4469-5580-34A286483FF9}"/>
          </ac:spMkLst>
        </pc:spChg>
        <pc:spChg chg="add mod">
          <ac:chgData name="Chandana Chandran" userId="4d239c84edcde907" providerId="LiveId" clId="{0B507E72-63B6-4D1C-AA0D-53C0FB952EAC}" dt="2026-05-14T02:23:31.711" v="1212" actId="1076"/>
          <ac:spMkLst>
            <pc:docMk/>
            <pc:sldMk cId="0" sldId="263"/>
            <ac:spMk id="23" creationId="{1560980D-FC99-FE72-43BD-6B583D07F678}"/>
          </ac:spMkLst>
        </pc:spChg>
        <pc:spChg chg="mod">
          <ac:chgData name="Chandana Chandran" userId="4d239c84edcde907" providerId="LiveId" clId="{0B507E72-63B6-4D1C-AA0D-53C0FB952EAC}" dt="2026-05-14T02:24:19.927" v="1223" actId="1076"/>
          <ac:spMkLst>
            <pc:docMk/>
            <pc:sldMk cId="0" sldId="263"/>
            <ac:spMk id="24" creationId="{9BF6A688-1147-B016-82A1-9B9F2253B2B9}"/>
          </ac:spMkLst>
        </pc:spChg>
        <pc:spChg chg="add mod">
          <ac:chgData name="Chandana Chandran" userId="4d239c84edcde907" providerId="LiveId" clId="{0B507E72-63B6-4D1C-AA0D-53C0FB952EAC}" dt="2026-05-14T02:24:25.239" v="1224" actId="1076"/>
          <ac:spMkLst>
            <pc:docMk/>
            <pc:sldMk cId="0" sldId="263"/>
            <ac:spMk id="25" creationId="{68C3A889-D003-FCF2-71CB-3B5DC8E8E292}"/>
          </ac:spMkLst>
        </pc:spChg>
        <pc:spChg chg="add mod">
          <ac:chgData name="Chandana Chandran" userId="4d239c84edcde907" providerId="LiveId" clId="{0B507E72-63B6-4D1C-AA0D-53C0FB952EAC}" dt="2026-05-14T02:24:31.791" v="1227" actId="1076"/>
          <ac:spMkLst>
            <pc:docMk/>
            <pc:sldMk cId="0" sldId="263"/>
            <ac:spMk id="26" creationId="{8900C6F9-0EA0-6095-6780-30C90E72DC46}"/>
          </ac:spMkLst>
        </pc:spChg>
        <pc:spChg chg="add mod">
          <ac:chgData name="Chandana Chandran" userId="4d239c84edcde907" providerId="LiveId" clId="{0B507E72-63B6-4D1C-AA0D-53C0FB952EAC}" dt="2026-05-14T02:23:43.413" v="1215" actId="1076"/>
          <ac:spMkLst>
            <pc:docMk/>
            <pc:sldMk cId="0" sldId="263"/>
            <ac:spMk id="27" creationId="{BF7F070B-F94A-9916-7A09-F7441C40CD40}"/>
          </ac:spMkLst>
        </pc:spChg>
        <pc:spChg chg="add mod">
          <ac:chgData name="Chandana Chandran" userId="4d239c84edcde907" providerId="LiveId" clId="{0B507E72-63B6-4D1C-AA0D-53C0FB952EAC}" dt="2026-05-14T02:25:12.010" v="1232" actId="1076"/>
          <ac:spMkLst>
            <pc:docMk/>
            <pc:sldMk cId="0" sldId="263"/>
            <ac:spMk id="28" creationId="{0E4840FC-C608-96DE-95FC-B7EDC31D406E}"/>
          </ac:spMkLst>
        </pc:spChg>
        <pc:spChg chg="add mod">
          <ac:chgData name="Chandana Chandran" userId="4d239c84edcde907" providerId="LiveId" clId="{0B507E72-63B6-4D1C-AA0D-53C0FB952EAC}" dt="2026-05-14T02:24:45.115" v="1229" actId="1076"/>
          <ac:spMkLst>
            <pc:docMk/>
            <pc:sldMk cId="0" sldId="263"/>
            <ac:spMk id="29" creationId="{43B63C90-74AA-2B82-C93F-91949BA8E6F9}"/>
          </ac:spMkLst>
        </pc:spChg>
        <pc:spChg chg="add mod">
          <ac:chgData name="Chandana Chandran" userId="4d239c84edcde907" providerId="LiveId" clId="{0B507E72-63B6-4D1C-AA0D-53C0FB952EAC}" dt="2026-05-14T02:24:52.386" v="1230" actId="1076"/>
          <ac:spMkLst>
            <pc:docMk/>
            <pc:sldMk cId="0" sldId="263"/>
            <ac:spMk id="30" creationId="{B9D54299-A0DD-7FA4-D2DE-50B0BD99062F}"/>
          </ac:spMkLst>
        </pc:spChg>
        <pc:spChg chg="mod">
          <ac:chgData name="Chandana Chandran" userId="4d239c84edcde907" providerId="LiveId" clId="{0B507E72-63B6-4D1C-AA0D-53C0FB952EAC}" dt="2026-05-14T02:25:01.314" v="1231" actId="1076"/>
          <ac:spMkLst>
            <pc:docMk/>
            <pc:sldMk cId="0" sldId="263"/>
            <ac:spMk id="31" creationId="{3E9F2173-45F3-7673-D5C5-9917659A0B84}"/>
          </ac:spMkLst>
        </pc:spChg>
        <pc:spChg chg="add mod">
          <ac:chgData name="Chandana Chandran" userId="4d239c84edcde907" providerId="LiveId" clId="{0B507E72-63B6-4D1C-AA0D-53C0FB952EAC}" dt="2026-05-14T02:25:37.553" v="1238" actId="1076"/>
          <ac:spMkLst>
            <pc:docMk/>
            <pc:sldMk cId="0" sldId="263"/>
            <ac:spMk id="32" creationId="{C3474F6E-0FC3-2004-362C-902F64EEE900}"/>
          </ac:spMkLst>
        </pc:spChg>
        <pc:spChg chg="add mod">
          <ac:chgData name="Chandana Chandran" userId="4d239c84edcde907" providerId="LiveId" clId="{0B507E72-63B6-4D1C-AA0D-53C0FB952EAC}" dt="2026-05-14T02:25:43.481" v="1239" actId="1076"/>
          <ac:spMkLst>
            <pc:docMk/>
            <pc:sldMk cId="0" sldId="263"/>
            <ac:spMk id="33" creationId="{73F186F4-341D-E626-172A-8DF37423301A}"/>
          </ac:spMkLst>
        </pc:spChg>
        <pc:picChg chg="add mod modCrop">
          <ac:chgData name="Chandana Chandran" userId="4d239c84edcde907" providerId="LiveId" clId="{0B507E72-63B6-4D1C-AA0D-53C0FB952EAC}" dt="2026-05-14T02:26:08.165" v="1242" actId="1076"/>
          <ac:picMkLst>
            <pc:docMk/>
            <pc:sldMk cId="0" sldId="263"/>
            <ac:picMk id="19" creationId="{FA28727E-E9B4-9A13-FA97-F6B1A6D10F8C}"/>
          </ac:picMkLst>
        </pc:picChg>
        <pc:picChg chg="add mod modCrop">
          <ac:chgData name="Chandana Chandran" userId="4d239c84edcde907" providerId="LiveId" clId="{0B507E72-63B6-4D1C-AA0D-53C0FB952EAC}" dt="2026-05-14T02:26:02.023" v="1241" actId="1076"/>
          <ac:picMkLst>
            <pc:docMk/>
            <pc:sldMk cId="0" sldId="263"/>
            <ac:picMk id="21" creationId="{0483F543-53F6-1218-8E60-A48AA992EA7A}"/>
          </ac:picMkLst>
        </pc:picChg>
      </pc:sldChg>
      <pc:sldChg chg="addSp delSp modSp mod">
        <pc:chgData name="Chandana Chandran" userId="4d239c84edcde907" providerId="LiveId" clId="{0B507E72-63B6-4D1C-AA0D-53C0FB952EAC}" dt="2026-05-14T01:12:36.826" v="517" actId="478"/>
        <pc:sldMkLst>
          <pc:docMk/>
          <pc:sldMk cId="0" sldId="265"/>
        </pc:sldMkLst>
        <pc:spChg chg="mod">
          <ac:chgData name="Chandana Chandran" userId="4d239c84edcde907" providerId="LiveId" clId="{0B507E72-63B6-4D1C-AA0D-53C0FB952EAC}" dt="2026-05-14T01:12:32.429" v="514" actId="14100"/>
          <ac:spMkLst>
            <pc:docMk/>
            <pc:sldMk cId="0" sldId="265"/>
            <ac:spMk id="9" creationId="{00000000-0000-0000-0000-000000000000}"/>
          </ac:spMkLst>
        </pc:spChg>
        <pc:spChg chg="add del mod">
          <ac:chgData name="Chandana Chandran" userId="4d239c84edcde907" providerId="LiveId" clId="{0B507E72-63B6-4D1C-AA0D-53C0FB952EAC}" dt="2026-05-14T01:12:23.629" v="513" actId="1076"/>
          <ac:spMkLst>
            <pc:docMk/>
            <pc:sldMk cId="0" sldId="265"/>
            <ac:spMk id="10" creationId="{00000000-0000-0000-0000-000000000000}"/>
          </ac:spMkLst>
        </pc:spChg>
      </pc:sldChg>
      <pc:sldChg chg="addSp delSp modSp add mod">
        <pc:chgData name="Chandana Chandran" userId="4d239c84edcde907" providerId="LiveId" clId="{0B507E72-63B6-4D1C-AA0D-53C0FB952EAC}" dt="2026-05-14T02:18:24.018" v="1183" actId="1076"/>
        <pc:sldMkLst>
          <pc:docMk/>
          <pc:sldMk cId="4230301154" sldId="267"/>
        </pc:sldMkLst>
        <pc:spChg chg="mod">
          <ac:chgData name="Chandana Chandran" userId="4d239c84edcde907" providerId="LiveId" clId="{0B507E72-63B6-4D1C-AA0D-53C0FB952EAC}" dt="2026-05-14T02:18:15.619" v="1181" actId="14100"/>
          <ac:spMkLst>
            <pc:docMk/>
            <pc:sldMk cId="4230301154" sldId="267"/>
            <ac:spMk id="2" creationId="{978021D8-E931-EF9B-FB05-1B58C98147D2}"/>
          </ac:spMkLst>
        </pc:spChg>
        <pc:spChg chg="mod">
          <ac:chgData name="Chandana Chandran" userId="4d239c84edcde907" providerId="LiveId" clId="{0B507E72-63B6-4D1C-AA0D-53C0FB952EAC}" dt="2026-05-14T02:16:43.236" v="1106" actId="21"/>
          <ac:spMkLst>
            <pc:docMk/>
            <pc:sldMk cId="4230301154" sldId="267"/>
            <ac:spMk id="3" creationId="{7A942196-AC5A-9628-609C-14D6609D7908}"/>
          </ac:spMkLst>
        </pc:spChg>
        <pc:picChg chg="add del mod">
          <ac:chgData name="Chandana Chandran" userId="4d239c84edcde907" providerId="LiveId" clId="{0B507E72-63B6-4D1C-AA0D-53C0FB952EAC}" dt="2026-05-14T02:18:24.018" v="1183" actId="1076"/>
          <ac:picMkLst>
            <pc:docMk/>
            <pc:sldMk cId="4230301154" sldId="267"/>
            <ac:picMk id="7" creationId="{E753B034-76C3-32BD-CDC6-813F76C9482A}"/>
          </ac:picMkLst>
        </pc:picChg>
      </pc:sldChg>
      <pc:sldChg chg="modSp add mod">
        <pc:chgData name="Chandana Chandran" userId="4d239c84edcde907" providerId="LiveId" clId="{0B507E72-63B6-4D1C-AA0D-53C0FB952EAC}" dt="2026-05-14T01:54:20.902" v="927" actId="20577"/>
        <pc:sldMkLst>
          <pc:docMk/>
          <pc:sldMk cId="2548736508" sldId="269"/>
        </pc:sldMkLst>
        <pc:spChg chg="mod">
          <ac:chgData name="Chandana Chandran" userId="4d239c84edcde907" providerId="LiveId" clId="{0B507E72-63B6-4D1C-AA0D-53C0FB952EAC}" dt="2026-05-14T01:54:20.902" v="927" actId="20577"/>
          <ac:spMkLst>
            <pc:docMk/>
            <pc:sldMk cId="2548736508" sldId="269"/>
            <ac:spMk id="4" creationId="{C33FD9E5-C7E9-40C7-EDEF-B65F8AFB21C1}"/>
          </ac:spMkLst>
        </pc:spChg>
      </pc:sldChg>
      <pc:sldChg chg="add">
        <pc:chgData name="Chandana Chandran" userId="4d239c84edcde907" providerId="LiveId" clId="{0B507E72-63B6-4D1C-AA0D-53C0FB952EAC}" dt="2026-05-14T02:02:13.557" v="929" actId="2890"/>
        <pc:sldMkLst>
          <pc:docMk/>
          <pc:sldMk cId="2743466651" sldId="270"/>
        </pc:sldMkLst>
      </pc:sldChg>
      <pc:sldChg chg="addSp delSp modSp add mod ord delAnim">
        <pc:chgData name="Chandana Chandran" userId="4d239c84edcde907" providerId="LiveId" clId="{0B507E72-63B6-4D1C-AA0D-53C0FB952EAC}" dt="2026-05-14T02:16:21.543" v="1102" actId="14100"/>
        <pc:sldMkLst>
          <pc:docMk/>
          <pc:sldMk cId="4114377310" sldId="272"/>
        </pc:sldMkLst>
        <pc:spChg chg="mod">
          <ac:chgData name="Chandana Chandran" userId="4d239c84edcde907" providerId="LiveId" clId="{0B507E72-63B6-4D1C-AA0D-53C0FB952EAC}" dt="2026-05-14T02:16:17.032" v="1101" actId="14100"/>
          <ac:spMkLst>
            <pc:docMk/>
            <pc:sldMk cId="4114377310" sldId="272"/>
            <ac:spMk id="2" creationId="{0E66BCAE-88F5-A471-4932-309A029C9D87}"/>
          </ac:spMkLst>
        </pc:spChg>
        <pc:spChg chg="mod">
          <ac:chgData name="Chandana Chandran" userId="4d239c84edcde907" providerId="LiveId" clId="{0B507E72-63B6-4D1C-AA0D-53C0FB952EAC}" dt="2026-05-14T02:15:44.951" v="1095"/>
          <ac:spMkLst>
            <pc:docMk/>
            <pc:sldMk cId="4114377310" sldId="272"/>
            <ac:spMk id="5" creationId="{CDCD8B12-A388-DEAC-4310-72FC0E71B1D0}"/>
          </ac:spMkLst>
        </pc:spChg>
        <pc:picChg chg="add mod">
          <ac:chgData name="Chandana Chandran" userId="4d239c84edcde907" providerId="LiveId" clId="{0B507E72-63B6-4D1C-AA0D-53C0FB952EAC}" dt="2026-05-14T02:16:21.543" v="1102" actId="14100"/>
          <ac:picMkLst>
            <pc:docMk/>
            <pc:sldMk cId="4114377310" sldId="272"/>
            <ac:picMk id="3" creationId="{B862478E-4010-3C69-0ABC-214AAB7A2A82}"/>
          </ac:picMkLst>
        </pc:picChg>
      </pc:sldChg>
      <pc:sldChg chg="add">
        <pc:chgData name="Chandana Chandran" userId="4d239c84edcde907" providerId="LiveId" clId="{0B507E72-63B6-4D1C-AA0D-53C0FB952EAC}" dt="2026-05-14T02:14:25.554" v="1037"/>
        <pc:sldMkLst>
          <pc:docMk/>
          <pc:sldMk cId="244416003" sldId="27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5755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C2EFE-06DF-3296-3A7C-79607071D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B3357A-605D-C60D-F06C-8A7676CBE2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0C0120-43A5-6E5D-AEE0-5F9F3750CA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320AC-165E-3A94-D1AB-2B96434DA0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9334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9661E-824F-4225-08AD-78828A440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807BBF-D136-4D55-B87B-94A056434C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435C5F-0D2F-043A-26FD-F715F1B03F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6F59FE-CEA0-A5BD-22EC-96961EBD94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1445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C2EFE-06DF-3296-3A7C-79607071D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B3357A-605D-C60D-F06C-8A7676CBE2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0C0120-43A5-6E5D-AEE0-5F9F3750CA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320AC-165E-3A94-D1AB-2B96434DA0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9884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81546-9BBA-35D1-0728-B285A682B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A468E7-B6BF-9443-9D30-EA509DFDD7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2A5B78-44CA-9B98-0C09-0CF2ADDC9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55DDD-5A4E-C4A3-9401-4213F68E07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2850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E7C2C-D24C-0C1E-F140-1A1977A9E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50F1E3-99A3-C284-06DE-6C289C8A37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D9EA40-64D8-2A99-4243-A55D13B6EA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39AE35-A8C1-4B16-D420-78793EFF4C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4742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CHANDANA\Downloads\melbourne_ethnicity_map(1)%20(1)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hyperlink" Target="file:///C:\Users\CHANDANA\Downloads\melbourne_migration_over_time.html" TargetMode="External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12.png"/><Relationship Id="rId5" Type="http://schemas.openxmlformats.org/officeDocument/2006/relationships/hyperlink" Target="file:///C:\Users\CHANDANA\Downloads\melbourne_rental_market.html" TargetMode="Externa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CHANDANA\Downloads\melbourne_rent_change_map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760720" y="0"/>
            <a:ext cx="3383280" cy="5143500"/>
          </a:xfrm>
          <a:prstGeom prst="rect">
            <a:avLst/>
          </a:prstGeom>
          <a:solidFill>
            <a:srgbClr val="1B6CA8">
              <a:alpha val="85000"/>
            </a:srgbClr>
          </a:solidFill>
          <a:ln w="12700">
            <a:solidFill>
              <a:srgbClr val="1B6CA8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502920"/>
            <a:ext cx="1645920" cy="1645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0" y="3291840"/>
            <a:ext cx="2011680" cy="2011680"/>
          </a:xfrm>
          <a:prstGeom prst="ellipse">
            <a:avLst/>
          </a:prstGeom>
          <a:solidFill>
            <a:srgbClr val="2E86C1">
              <a:alpha val="30000"/>
            </a:srgbClr>
          </a:solidFill>
          <a:ln w="12700">
            <a:solidFill>
              <a:srgbClr val="2E86C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7772400" y="1645920"/>
            <a:ext cx="1097280" cy="1097280"/>
          </a:xfrm>
          <a:prstGeom prst="ellipse">
            <a:avLst/>
          </a:prstGeom>
          <a:solidFill>
            <a:srgbClr val="F0A500">
              <a:alpha val="20000"/>
            </a:srgbClr>
          </a:solidFill>
          <a:ln w="12700">
            <a:solidFill>
              <a:srgbClr val="F0A50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57200" y="9144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Suburban Futures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457200" y="192024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Melbourne Data Analytics Platform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57200" y="2606040"/>
            <a:ext cx="4114800" cy="36576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57200" y="2788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Final Presentation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32004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Internship Journey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7432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325880" y="1389888"/>
            <a:ext cx="731520" cy="7315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4630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29768" y="224028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26974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Dived into open government datasets –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 Census, DHHS bond data, GTFS transport feeds — and learned to clean, join and interpret large real-world data.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64408" y="1234440"/>
            <a:ext cx="27432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270248" y="1389888"/>
            <a:ext cx="731520" cy="7315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688" y="146304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74136" y="224028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401568" y="26974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four interactive maps covering public transport, ethnicity, migration and rental affordability across Greater Melbourne.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08776" y="1234440"/>
            <a:ext cx="27432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7214616" y="1389888"/>
            <a:ext cx="731520" cy="7315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6056" y="146304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18504" y="224028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45936" y="26974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that data tells vivid human stories  where communities settle, how rents surge outward, how a pandemic reshapes a city overnight.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Maps — One City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1148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6459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3990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Accessibility- Heat Map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97280" y="1801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Most-used train stations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97280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Vic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09160" y="1143000"/>
            <a:ext cx="41148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164592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0" y="13990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Suburb Ethnicity Map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486400" y="1801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 Census 2021 · 10+ ancestry layers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486400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 Census Data packs for 2021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20040" y="3063240"/>
            <a:ext cx="41148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356616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" y="33192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Over Time Map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097280" y="37216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 · 2016 · 2021 Census comparison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1097280" y="4069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 2021 Time Series Profile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09160" y="3063240"/>
            <a:ext cx="4114800" cy="1691640"/>
          </a:xfrm>
          <a:prstGeom prst="rect">
            <a:avLst/>
          </a:prstGeom>
          <a:solidFill>
            <a:srgbClr val="0D1B2A"/>
          </a:solidFill>
          <a:ln w="2540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3566160"/>
            <a:ext cx="502920" cy="5029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86400" y="33192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Melbourne Rental Analysis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486400" y="37216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2000–2025 · 31 LGAs · 4 visualisations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5486400" y="4069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33A65C-8EB9-6A1E-59C7-60378EA9C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E66BCAE-88F5-A471-4932-309A029C9D87}"/>
              </a:ext>
            </a:extLst>
          </p:cNvPr>
          <p:cNvSpPr/>
          <p:nvPr/>
        </p:nvSpPr>
        <p:spPr>
          <a:xfrm>
            <a:off x="0" y="1"/>
            <a:ext cx="9144000" cy="56420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CD8B12-A388-DEAC-4310-72FC0E71B1D0}"/>
              </a:ext>
            </a:extLst>
          </p:cNvPr>
          <p:cNvSpPr txBox="1"/>
          <p:nvPr/>
        </p:nvSpPr>
        <p:spPr>
          <a:xfrm>
            <a:off x="78827" y="65248"/>
            <a:ext cx="7709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Accessibility- Heat Map</a:t>
            </a:r>
            <a:endParaRPr lang="en-US" dirty="0"/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62478E-4010-3C69-0ABC-214AAB7A2A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720" b="6606"/>
          <a:stretch>
            <a:fillRect/>
          </a:stretch>
        </p:blipFill>
        <p:spPr>
          <a:xfrm>
            <a:off x="-189646" y="564205"/>
            <a:ext cx="9642440" cy="4579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377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039751-2431-0FCD-021F-DFCD02FB8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78021D8-E931-EF9B-FB05-1B58C98147D2}"/>
              </a:ext>
            </a:extLst>
          </p:cNvPr>
          <p:cNvSpPr/>
          <p:nvPr/>
        </p:nvSpPr>
        <p:spPr>
          <a:xfrm>
            <a:off x="0" y="1"/>
            <a:ext cx="9144000" cy="50583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Suburbs Ethnicity Map- </a:t>
            </a:r>
            <a:r>
              <a:rPr lang="en-US" sz="1200" dirty="0" err="1">
                <a:hlinkClick r:id="rId3"/>
              </a:rPr>
              <a:t>melbourne_</a:t>
            </a:r>
            <a:r>
              <a:rPr lang="en-US" sz="1000" dirty="0" err="1">
                <a:hlinkClick r:id="rId3"/>
              </a:rPr>
              <a:t>ethnicity</a:t>
            </a:r>
            <a:r>
              <a:rPr lang="en-US" sz="1200" dirty="0" err="1">
                <a:hlinkClick r:id="rId3"/>
              </a:rPr>
              <a:t>_map</a:t>
            </a:r>
            <a:r>
              <a:rPr lang="en-US" sz="1200" dirty="0">
                <a:hlinkClick r:id="rId3"/>
              </a:rPr>
              <a:t>(1) (1).html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4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A942196-AC5A-9628-609C-14D6609D7908}"/>
              </a:ext>
            </a:extLst>
          </p:cNvPr>
          <p:cNvSpPr/>
          <p:nvPr/>
        </p:nvSpPr>
        <p:spPr>
          <a:xfrm>
            <a:off x="189185" y="366548"/>
            <a:ext cx="8136583" cy="454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53B034-76C3-32BD-CDC6-813F76C948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5839"/>
            <a:ext cx="9270125" cy="4595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301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33A65C-8EB9-6A1E-59C7-60378EA9C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E66BCAE-88F5-A471-4932-309A029C9D87}"/>
              </a:ext>
            </a:extLst>
          </p:cNvPr>
          <p:cNvSpPr/>
          <p:nvPr/>
        </p:nvSpPr>
        <p:spPr>
          <a:xfrm>
            <a:off x="0" y="0"/>
            <a:ext cx="9144000" cy="654269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4" name="20260514-0136-46.5045613">
            <a:hlinkClick r:id="" action="ppaction://media"/>
            <a:extLst>
              <a:ext uri="{FF2B5EF4-FFF2-40B4-BE49-F238E27FC236}">
                <a16:creationId xmlns:a16="http://schemas.microsoft.com/office/drawing/2014/main" id="{021FB480-9F54-A319-E2DA-95FDDDDDEE8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499827"/>
            <a:ext cx="9144000" cy="46436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CD8B12-A388-DEAC-4310-72FC0E71B1D0}"/>
              </a:ext>
            </a:extLst>
          </p:cNvPr>
          <p:cNvSpPr txBox="1"/>
          <p:nvPr/>
        </p:nvSpPr>
        <p:spPr>
          <a:xfrm>
            <a:off x="78827" y="65248"/>
            <a:ext cx="7709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Over Time Map- </a:t>
            </a:r>
            <a:r>
              <a:rPr lang="en-IN" sz="1000" dirty="0">
                <a:hlinkClick r:id="rId6"/>
              </a:rPr>
              <a:t>Melbourne</a:t>
            </a:r>
            <a:r>
              <a:rPr lang="en-IN" sz="1050" dirty="0">
                <a:hlinkClick r:id="rId6"/>
              </a:rPr>
              <a:t> Migration Over Time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16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80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34747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Melbourne Rental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Victoria’s Residential Tenancies Bond Authority Data, DHHS/Data Vic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1965960" cy="1417320"/>
          </a:xfrm>
          <a:prstGeom prst="rect">
            <a:avLst/>
          </a:prstGeom>
          <a:solidFill>
            <a:srgbClr val="1B6CA8">
              <a:alpha val="80000"/>
            </a:srgbClr>
          </a:solidFill>
          <a:ln w="12700">
            <a:solidFill>
              <a:srgbClr val="2E8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15087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84632" y="2267712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Melbourne Metro LGAs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06040" y="1463040"/>
            <a:ext cx="1965960" cy="1417320"/>
          </a:xfrm>
          <a:prstGeom prst="rect">
            <a:avLst/>
          </a:prstGeom>
          <a:solidFill>
            <a:srgbClr val="1B6CA8">
              <a:alpha val="80000"/>
            </a:srgbClr>
          </a:solidFill>
          <a:ln w="12700">
            <a:solidFill>
              <a:srgbClr val="2E8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606040" y="15087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679192" y="2267712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Data  (2000–2025)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00600" y="1463040"/>
            <a:ext cx="1965960" cy="1417320"/>
          </a:xfrm>
          <a:prstGeom prst="rect">
            <a:avLst/>
          </a:prstGeom>
          <a:solidFill>
            <a:srgbClr val="1B6CA8">
              <a:alpha val="80000"/>
            </a:srgbClr>
          </a:solidFill>
          <a:ln w="12700">
            <a:solidFill>
              <a:srgbClr val="2E8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00600" y="15087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873752" y="2267712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Types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995160" y="1463040"/>
            <a:ext cx="1965960" cy="1417320"/>
          </a:xfrm>
          <a:prstGeom prst="rect">
            <a:avLst/>
          </a:prstGeom>
          <a:solidFill>
            <a:srgbClr val="1B6CA8">
              <a:alpha val="80000"/>
            </a:srgbClr>
          </a:solidFill>
          <a:ln w="12700">
            <a:solidFill>
              <a:srgbClr val="2E8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995160" y="15087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7068312" y="2267712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Regions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3355847"/>
            <a:ext cx="2788920" cy="614573"/>
          </a:xfrm>
          <a:prstGeom prst="rect">
            <a:avLst/>
          </a:prstGeom>
          <a:solidFill>
            <a:srgbClr val="2E86C1">
              <a:alpha val="65000"/>
            </a:srgbClr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11480" y="3355847"/>
            <a:ext cx="2788920" cy="61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&amp; West Metro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3355847"/>
            <a:ext cx="2788920" cy="614573"/>
          </a:xfrm>
          <a:prstGeom prst="rect">
            <a:avLst/>
          </a:prstGeom>
          <a:solidFill>
            <a:srgbClr val="2E86C1">
              <a:alpha val="65000"/>
            </a:srgbClr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291840" y="3355847"/>
            <a:ext cx="2788920" cy="61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Eastern Metro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2200" y="3355847"/>
            <a:ext cx="2788920" cy="614573"/>
          </a:xfrm>
          <a:prstGeom prst="rect">
            <a:avLst/>
          </a:prstGeom>
          <a:solidFill>
            <a:srgbClr val="2E86C1">
              <a:alpha val="65000"/>
            </a:srgbClr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172200" y="3355847"/>
            <a:ext cx="2788920" cy="61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Metro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450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43450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434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Melbourne Rental Market- </a:t>
            </a:r>
            <a:r>
              <a:rPr lang="en-IN" sz="1000" dirty="0">
                <a:hlinkClick r:id="rId5"/>
              </a:rPr>
              <a:t>melbourne_rental_market.html</a:t>
            </a:r>
            <a:endParaRPr lang="en-US" sz="2200" dirty="0"/>
          </a:p>
        </p:txBody>
      </p:sp>
      <p:pic>
        <p:nvPicPr>
          <p:cNvPr id="19" name="20260514-0150-02.9812138">
            <a:hlinkClick r:id="" action="ppaction://media"/>
            <a:extLst>
              <a:ext uri="{FF2B5EF4-FFF2-40B4-BE49-F238E27FC236}">
                <a16:creationId xmlns:a16="http://schemas.microsoft.com/office/drawing/2014/main" id="{AF4E0B80-A4CD-F845-A812-51C60209D96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5913" b="1489"/>
          <a:stretch>
            <a:fillRect/>
          </a:stretch>
        </p:blipFill>
        <p:spPr>
          <a:xfrm>
            <a:off x="0" y="434502"/>
            <a:ext cx="9280186" cy="47722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826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8C138E-0253-94BE-8B44-9B78C86DB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A444D35-791E-142F-6891-6416554B1E97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75DF7AA-7C51-B7CC-BCA4-800C07178414}"/>
              </a:ext>
            </a:extLst>
          </p:cNvPr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33FD9E5-C7E9-40C7-EDEF-B65F8AFB21C1}"/>
              </a:ext>
            </a:extLst>
          </p:cNvPr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Melbourne Rental Market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B3E6069-FC6A-4C24-6BDB-58EE65EB8D45}"/>
              </a:ext>
            </a:extLst>
          </p:cNvPr>
          <p:cNvSpPr/>
          <p:nvPr/>
        </p:nvSpPr>
        <p:spPr>
          <a:xfrm>
            <a:off x="320040" y="1097280"/>
            <a:ext cx="365760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05CA831-C0AA-CA62-B8D0-A8BF3498FDDB}"/>
              </a:ext>
            </a:extLst>
          </p:cNvPr>
          <p:cNvSpPr/>
          <p:nvPr/>
        </p:nvSpPr>
        <p:spPr>
          <a:xfrm>
            <a:off x="50292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9929AD5-4879-4673-FCEC-3CFDB6FD2C67}"/>
              </a:ext>
            </a:extLst>
          </p:cNvPr>
          <p:cNvSpPr/>
          <p:nvPr/>
        </p:nvSpPr>
        <p:spPr>
          <a:xfrm>
            <a:off x="502920" y="1664208"/>
            <a:ext cx="3291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Time-slider choropleth showing median rent per LGA for every September quarter from 2000 to 2025.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uses quantile classification so differences across LGAs remain visible even when the rent range is wide.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tooltip shows: LGA rent · Melbourne median · deviation from average · year-on-year change.</a:t>
            </a:r>
            <a:endParaRPr lang="en-US" sz="11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C497759-3EBF-DD46-1E65-540E024F7531}"/>
              </a:ext>
            </a:extLst>
          </p:cNvPr>
          <p:cNvSpPr/>
          <p:nvPr/>
        </p:nvSpPr>
        <p:spPr>
          <a:xfrm>
            <a:off x="4251960" y="1097280"/>
            <a:ext cx="4572000" cy="3703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B3CFA85-4C7A-5F9A-B16D-C69F3DCAAB15}"/>
              </a:ext>
            </a:extLst>
          </p:cNvPr>
          <p:cNvSpPr/>
          <p:nvPr/>
        </p:nvSpPr>
        <p:spPr>
          <a:xfrm>
            <a:off x="4434840" y="1234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0DCA8DA-528C-C019-0B24-8FFF38508047}"/>
              </a:ext>
            </a:extLst>
          </p:cNvPr>
          <p:cNvSpPr/>
          <p:nvPr/>
        </p:nvSpPr>
        <p:spPr>
          <a:xfrm>
            <a:off x="4434840" y="1764792"/>
            <a:ext cx="256032" cy="25603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AC32428-A79B-823B-9BB8-F114C9115053}"/>
              </a:ext>
            </a:extLst>
          </p:cNvPr>
          <p:cNvSpPr/>
          <p:nvPr/>
        </p:nvSpPr>
        <p:spPr>
          <a:xfrm>
            <a:off x="4434840" y="173736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B43FF6B-D164-090B-0CAB-3E0C51538B32}"/>
              </a:ext>
            </a:extLst>
          </p:cNvPr>
          <p:cNvSpPr/>
          <p:nvPr/>
        </p:nvSpPr>
        <p:spPr>
          <a:xfrm>
            <a:off x="4814316" y="1523679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east (Stonnington, Boroondara, Bayside) has been the most expensive throughout the entire 25-year period.</a:t>
            </a:r>
            <a:endParaRPr lang="en-US" sz="11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C3B0167-80CC-C350-ABAB-655C19380486}"/>
              </a:ext>
            </a:extLst>
          </p:cNvPr>
          <p:cNvSpPr/>
          <p:nvPr/>
        </p:nvSpPr>
        <p:spPr>
          <a:xfrm>
            <a:off x="4434840" y="2724912"/>
            <a:ext cx="256032" cy="25603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46CB840-3695-114F-D13F-766DFCD74804}"/>
              </a:ext>
            </a:extLst>
          </p:cNvPr>
          <p:cNvSpPr/>
          <p:nvPr/>
        </p:nvSpPr>
        <p:spPr>
          <a:xfrm>
            <a:off x="4434840" y="269748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02D76EE-0D83-01CC-F6CA-C3CE4BF0C511}"/>
              </a:ext>
            </a:extLst>
          </p:cNvPr>
          <p:cNvSpPr/>
          <p:nvPr/>
        </p:nvSpPr>
        <p:spPr>
          <a:xfrm>
            <a:off x="4873752" y="2478024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west &amp; north (Melton, Wyndham, Hume) remain most affordable — but have been rapidly catching up.</a:t>
            </a:r>
            <a:endParaRPr lang="en-US" sz="11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E6DA8D42-AB3E-EC64-C1BB-4305B5998901}"/>
              </a:ext>
            </a:extLst>
          </p:cNvPr>
          <p:cNvSpPr/>
          <p:nvPr/>
        </p:nvSpPr>
        <p:spPr>
          <a:xfrm>
            <a:off x="4434840" y="3685032"/>
            <a:ext cx="256032" cy="25603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8E04C05-297E-7C89-C9D1-C17B999AB5F8}"/>
              </a:ext>
            </a:extLst>
          </p:cNvPr>
          <p:cNvSpPr/>
          <p:nvPr/>
        </p:nvSpPr>
        <p:spPr>
          <a:xfrm>
            <a:off x="4434840" y="365760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922DD88-51C9-CE85-B98D-E08DD26F2714}"/>
              </a:ext>
            </a:extLst>
          </p:cNvPr>
          <p:cNvSpPr/>
          <p:nvPr/>
        </p:nvSpPr>
        <p:spPr>
          <a:xfrm>
            <a:off x="4814316" y="3433332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colour gradient has intensified and spread outward over time — rental pressure is no longer confined to the inner ring.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548736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420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6420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564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Affordability Pressure Map- </a:t>
            </a:r>
            <a:r>
              <a:rPr lang="en-IN" sz="1000" dirty="0">
                <a:hlinkClick r:id="rId3"/>
              </a:rPr>
              <a:t>melbourne_rent_change_map.html</a:t>
            </a:r>
            <a:endParaRPr lang="en-US" sz="22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9A556E8-B2B8-7BD3-D456-97E7F1841E0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006"/>
          <a:stretch>
            <a:fillRect/>
          </a:stretch>
        </p:blipFill>
        <p:spPr>
          <a:xfrm>
            <a:off x="0" y="564204"/>
            <a:ext cx="8644647" cy="459902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3F29D5-667B-EC15-F317-997B16F4D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0A96EB6-5B2A-164D-D401-BDAE7BC6F9F3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90054A3-117D-0F65-5335-D578F2428200}"/>
              </a:ext>
            </a:extLst>
          </p:cNvPr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DC11DA3-AA3B-4B97-A4C2-8221CCAC06DF}"/>
              </a:ext>
            </a:extLst>
          </p:cNvPr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Affordability Pressure Map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4228BF1-A750-23C2-ABCB-23B469011480}"/>
              </a:ext>
            </a:extLst>
          </p:cNvPr>
          <p:cNvSpPr/>
          <p:nvPr/>
        </p:nvSpPr>
        <p:spPr>
          <a:xfrm>
            <a:off x="320040" y="10515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Rent Growth Per LGA Since 2000 — separating 'always expensive' from 'rapidly becoming expensive'</a:t>
            </a:r>
            <a:endParaRPr lang="en-US" sz="11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AB34766-9787-23D9-A70B-0901F4B437BC}"/>
              </a:ext>
            </a:extLst>
          </p:cNvPr>
          <p:cNvSpPr/>
          <p:nvPr/>
        </p:nvSpPr>
        <p:spPr>
          <a:xfrm>
            <a:off x="320040" y="1508760"/>
            <a:ext cx="4069081" cy="28346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ED3CEC9-487E-9794-47BD-609979015680}"/>
              </a:ext>
            </a:extLst>
          </p:cNvPr>
          <p:cNvSpPr/>
          <p:nvPr/>
        </p:nvSpPr>
        <p:spPr>
          <a:xfrm>
            <a:off x="484632" y="1664208"/>
            <a:ext cx="3785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Growth Corridors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6410EA9-A499-2633-98CA-A2A62E463DC9}"/>
              </a:ext>
            </a:extLst>
          </p:cNvPr>
          <p:cNvSpPr/>
          <p:nvPr/>
        </p:nvSpPr>
        <p:spPr>
          <a:xfrm>
            <a:off x="484632" y="2084832"/>
            <a:ext cx="3785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Melton · Wyndham · Casey · Cardinia</a:t>
            </a:r>
            <a:endParaRPr lang="en-US" sz="1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073DFC9-60E8-C4C0-FB6B-75213BA0FD6A}"/>
              </a:ext>
            </a:extLst>
          </p:cNvPr>
          <p:cNvSpPr/>
          <p:nvPr/>
        </p:nvSpPr>
        <p:spPr>
          <a:xfrm>
            <a:off x="484632" y="2487168"/>
            <a:ext cx="3291840" cy="27432"/>
          </a:xfrm>
          <a:prstGeom prst="rect">
            <a:avLst/>
          </a:prstGeom>
          <a:solidFill>
            <a:srgbClr val="D6E4F0">
              <a:alpha val="60000"/>
            </a:srgbClr>
          </a:solidFill>
          <a:ln w="12700">
            <a:solidFill>
              <a:srgbClr val="D6E4F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4DAAD71-F14E-4446-351A-2A2560AB8FE3}"/>
              </a:ext>
            </a:extLst>
          </p:cNvPr>
          <p:cNvSpPr/>
          <p:nvPr/>
        </p:nvSpPr>
        <p:spPr>
          <a:xfrm>
            <a:off x="438912" y="2758551"/>
            <a:ext cx="383133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percentage rent growth of any LGAs. These were affordability refuges in 2000 — they are no longer comparatively affordable. Population expansion into greenfield estates drove rapid demand.</a:t>
            </a:r>
            <a:endParaRPr lang="en-US" sz="11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8BBE9C6-02B4-8238-6307-FBF726F9BEFE}"/>
              </a:ext>
            </a:extLst>
          </p:cNvPr>
          <p:cNvSpPr/>
          <p:nvPr/>
        </p:nvSpPr>
        <p:spPr>
          <a:xfrm>
            <a:off x="4553713" y="1508760"/>
            <a:ext cx="4315967" cy="2834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F60FD1F-8281-7ABC-02AF-623AC3C3EB19}"/>
              </a:ext>
            </a:extLst>
          </p:cNvPr>
          <p:cNvSpPr/>
          <p:nvPr/>
        </p:nvSpPr>
        <p:spPr>
          <a:xfrm>
            <a:off x="4919472" y="1664208"/>
            <a:ext cx="3785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Established Suburbs</a:t>
            </a:r>
            <a:endParaRPr lang="en-US" sz="1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812C950-4AF4-EB27-B92C-DB3BC548FEFA}"/>
              </a:ext>
            </a:extLst>
          </p:cNvPr>
          <p:cNvSpPr/>
          <p:nvPr/>
        </p:nvSpPr>
        <p:spPr>
          <a:xfrm>
            <a:off x="4919472" y="2084832"/>
            <a:ext cx="3785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Stonnington · Boroondara · Bayside</a:t>
            </a:r>
            <a:endParaRPr lang="en-US" sz="1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D8332D82-11DE-CA91-0AA9-E429E59D25AF}"/>
              </a:ext>
            </a:extLst>
          </p:cNvPr>
          <p:cNvSpPr/>
          <p:nvPr/>
        </p:nvSpPr>
        <p:spPr>
          <a:xfrm>
            <a:off x="4919472" y="2487168"/>
            <a:ext cx="3291840" cy="27432"/>
          </a:xfrm>
          <a:prstGeom prst="rect">
            <a:avLst/>
          </a:prstGeom>
          <a:solidFill>
            <a:srgbClr val="D6E4F0">
              <a:alpha val="60000"/>
            </a:srgbClr>
          </a:solidFill>
          <a:ln w="12700">
            <a:solidFill>
              <a:srgbClr val="D6E4F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B578B50-4899-DE1E-C829-3F5CB66FA3D3}"/>
              </a:ext>
            </a:extLst>
          </p:cNvPr>
          <p:cNvSpPr/>
          <p:nvPr/>
        </p:nvSpPr>
        <p:spPr>
          <a:xfrm>
            <a:off x="4919472" y="2726963"/>
            <a:ext cx="3896605" cy="803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expensive in absolute terms throughout the period, but relatively lower % growth. They hit the ceiling early — there was less headroom for further increases.</a:t>
            </a:r>
            <a:endParaRPr lang="en-US" sz="11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A9D1266-4569-B942-0AA4-DE3F3C62D549}"/>
              </a:ext>
            </a:extLst>
          </p:cNvPr>
          <p:cNvSpPr/>
          <p:nvPr/>
        </p:nvSpPr>
        <p:spPr>
          <a:xfrm>
            <a:off x="320040" y="4555763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Tooltip highlight: Post-COVID column isolates the 2019–2025 surge specifically for each LGA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7434666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82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382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53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LGA Comparison and Property Type Breakdown</a:t>
            </a:r>
            <a:endParaRPr lang="en-US" sz="22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A28727E-E9B4-9A13-FA97-F6B1A6D10F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0988"/>
          <a:stretch>
            <a:fillRect/>
          </a:stretch>
        </p:blipFill>
        <p:spPr>
          <a:xfrm>
            <a:off x="4572000" y="587907"/>
            <a:ext cx="4523567" cy="21619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483F543-53F6-1218-8E60-A48AA992EA7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9873"/>
          <a:stretch>
            <a:fillRect/>
          </a:stretch>
        </p:blipFill>
        <p:spPr>
          <a:xfrm>
            <a:off x="18365" y="604611"/>
            <a:ext cx="4446306" cy="2161978"/>
          </a:xfrm>
          <a:prstGeom prst="rect">
            <a:avLst/>
          </a:prstGeom>
        </p:spPr>
      </p:pic>
      <p:sp>
        <p:nvSpPr>
          <p:cNvPr id="22" name="Shape 4">
            <a:extLst>
              <a:ext uri="{FF2B5EF4-FFF2-40B4-BE49-F238E27FC236}">
                <a16:creationId xmlns:a16="http://schemas.microsoft.com/office/drawing/2014/main" id="{8FA09283-897F-4469-5580-34A286483FF9}"/>
              </a:ext>
            </a:extLst>
          </p:cNvPr>
          <p:cNvSpPr/>
          <p:nvPr/>
        </p:nvSpPr>
        <p:spPr>
          <a:xfrm>
            <a:off x="116601" y="2810704"/>
            <a:ext cx="4318239" cy="1940799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1560980D-FC99-FE72-43BD-6B583D07F678}"/>
              </a:ext>
            </a:extLst>
          </p:cNvPr>
          <p:cNvSpPr/>
          <p:nvPr/>
        </p:nvSpPr>
        <p:spPr>
          <a:xfrm>
            <a:off x="274320" y="3031269"/>
            <a:ext cx="3934396" cy="2695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Stonnington</a:t>
            </a:r>
            <a:endParaRPr lang="en-US" sz="2200" dirty="0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9BF6A688-1147-B016-82A1-9B9F2253B2B9}"/>
              </a:ext>
            </a:extLst>
          </p:cNvPr>
          <p:cNvSpPr/>
          <p:nvPr/>
        </p:nvSpPr>
        <p:spPr>
          <a:xfrm>
            <a:off x="274320" y="3359066"/>
            <a:ext cx="3934396" cy="1886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East — always expensive</a:t>
            </a:r>
            <a:endParaRPr lang="en-US" sz="1050" dirty="0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68C3A889-D003-FCF2-71CB-3B5DC8E8E292}"/>
              </a:ext>
            </a:extLst>
          </p:cNvPr>
          <p:cNvSpPr/>
          <p:nvPr/>
        </p:nvSpPr>
        <p:spPr>
          <a:xfrm>
            <a:off x="274320" y="3635357"/>
            <a:ext cx="3550552" cy="45719"/>
          </a:xfrm>
          <a:prstGeom prst="rect">
            <a:avLst/>
          </a:prstGeom>
          <a:solidFill>
            <a:srgbClr val="D6E4F0">
              <a:alpha val="60000"/>
            </a:srgbClr>
          </a:solidFill>
          <a:ln w="12700">
            <a:solidFill>
              <a:srgbClr val="D6E4F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8900C6F9-0EA0-6095-6780-30C90E72DC46}"/>
              </a:ext>
            </a:extLst>
          </p:cNvPr>
          <p:cNvSpPr/>
          <p:nvPr/>
        </p:nvSpPr>
        <p:spPr>
          <a:xfrm>
            <a:off x="274320" y="3768678"/>
            <a:ext cx="4030356" cy="715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absolute rents throughout the period. Relatively moderate % growth — the ceiling was hit early. A benchmark of sustained premium demand.</a:t>
            </a:r>
            <a:endParaRPr lang="en-US" sz="1200" dirty="0"/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BF7F070B-F94A-9916-7A09-F7441C40CD40}"/>
              </a:ext>
            </a:extLst>
          </p:cNvPr>
          <p:cNvSpPr/>
          <p:nvPr/>
        </p:nvSpPr>
        <p:spPr>
          <a:xfrm>
            <a:off x="4551441" y="2810704"/>
            <a:ext cx="4318239" cy="1940799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0E4840FC-C608-96DE-95FC-B7EDC31D406E}"/>
              </a:ext>
            </a:extLst>
          </p:cNvPr>
          <p:cNvSpPr/>
          <p:nvPr/>
        </p:nvSpPr>
        <p:spPr>
          <a:xfrm>
            <a:off x="4746498" y="3084692"/>
            <a:ext cx="3934396" cy="2695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Melton</a:t>
            </a:r>
            <a:endParaRPr lang="en-US" sz="2200" dirty="0"/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43B63C90-74AA-2B82-C93F-91949BA8E6F9}"/>
              </a:ext>
            </a:extLst>
          </p:cNvPr>
          <p:cNvSpPr/>
          <p:nvPr/>
        </p:nvSpPr>
        <p:spPr>
          <a:xfrm>
            <a:off x="4770488" y="3363974"/>
            <a:ext cx="3934396" cy="1886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West — rapidly rising</a:t>
            </a:r>
            <a:endParaRPr lang="en-US" sz="1050" dirty="0"/>
          </a:p>
        </p:txBody>
      </p:sp>
      <p:sp>
        <p:nvSpPr>
          <p:cNvPr id="30" name="Shape 12">
            <a:extLst>
              <a:ext uri="{FF2B5EF4-FFF2-40B4-BE49-F238E27FC236}">
                <a16:creationId xmlns:a16="http://schemas.microsoft.com/office/drawing/2014/main" id="{B9D54299-A0DD-7FA4-D2DE-50B0BD99062F}"/>
              </a:ext>
            </a:extLst>
          </p:cNvPr>
          <p:cNvSpPr/>
          <p:nvPr/>
        </p:nvSpPr>
        <p:spPr>
          <a:xfrm>
            <a:off x="4752404" y="3620829"/>
            <a:ext cx="3550552" cy="45719"/>
          </a:xfrm>
          <a:prstGeom prst="rect">
            <a:avLst/>
          </a:prstGeom>
          <a:solidFill>
            <a:srgbClr val="D6E4F0">
              <a:alpha val="60000"/>
            </a:srgbClr>
          </a:solidFill>
          <a:ln w="12700">
            <a:solidFill>
              <a:srgbClr val="D6E4F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3E9F2173-45F3-7673-D5C5-9917659A0B84}"/>
              </a:ext>
            </a:extLst>
          </p:cNvPr>
          <p:cNvSpPr/>
          <p:nvPr/>
        </p:nvSpPr>
        <p:spPr>
          <a:xfrm>
            <a:off x="4746498" y="3788187"/>
            <a:ext cx="3982376" cy="659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one of Melbourne's most affordable LGAs. Greenfield expansion and population growth have driven the highest % rent increase of almost any LGA over 25 years.</a:t>
            </a:r>
            <a:endParaRPr lang="en-US" sz="1200" dirty="0"/>
          </a:p>
        </p:txBody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C3474F6E-0FC3-2004-362C-902F64EEE900}"/>
              </a:ext>
            </a:extLst>
          </p:cNvPr>
          <p:cNvSpPr/>
          <p:nvPr/>
        </p:nvSpPr>
        <p:spPr>
          <a:xfrm>
            <a:off x="4051211" y="3507184"/>
            <a:ext cx="671726" cy="37737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73F186F4-341D-E626-172A-8DF37423301A}"/>
              </a:ext>
            </a:extLst>
          </p:cNvPr>
          <p:cNvSpPr/>
          <p:nvPr/>
        </p:nvSpPr>
        <p:spPr>
          <a:xfrm>
            <a:off x="4067910" y="3532946"/>
            <a:ext cx="671726" cy="377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Rental Data Tells Us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3977640" cy="1600200"/>
          </a:xfrm>
          <a:prstGeom prst="rect">
            <a:avLst/>
          </a:prstGeom>
          <a:solidFill>
            <a:srgbClr val="1B6CA8">
              <a:alpha val="75000"/>
            </a:srgbClr>
          </a:solidFill>
          <a:ln w="12700">
            <a:solidFill>
              <a:srgbClr val="2E8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618488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52728" y="1298448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Affordability Has Fled Outward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252728" y="1709928"/>
            <a:ext cx="3090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cheap is no longer cheap. The rental map of Melbourne looks fundamentally different today than in 2000.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800600" y="1115568"/>
            <a:ext cx="3977640" cy="1600200"/>
          </a:xfrm>
          <a:prstGeom prst="rect">
            <a:avLst/>
          </a:prstGeom>
          <a:solidFill>
            <a:srgbClr val="1B6CA8">
              <a:alpha val="75000"/>
            </a:srgbClr>
          </a:solidFill>
          <a:ln w="12700">
            <a:solidFill>
              <a:srgbClr val="2E8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1618488"/>
            <a:ext cx="475488" cy="4754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50408" y="1298448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Rewrote the Rules — Briefly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550408" y="1709928"/>
            <a:ext cx="3090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 rent deflation in 2020–21 — rare in Australian history — followed by one of the steepest rebounds on record.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02920" y="2944368"/>
            <a:ext cx="3977640" cy="1600200"/>
          </a:xfrm>
          <a:prstGeom prst="rect">
            <a:avLst/>
          </a:prstGeom>
          <a:solidFill>
            <a:srgbClr val="1B6CA8">
              <a:alpha val="75000"/>
            </a:srgbClr>
          </a:solidFill>
          <a:ln w="12700">
            <a:solidFill>
              <a:srgbClr val="2E8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3447288"/>
            <a:ext cx="475488" cy="4754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52728" y="3127248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Type Matters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252728" y="3538728"/>
            <a:ext cx="3090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Flats and houses tell different stories within the same suburb. Flat rents lagged; house rents led the rebound.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800600" y="2944368"/>
            <a:ext cx="3977640" cy="1600200"/>
          </a:xfrm>
          <a:prstGeom prst="rect">
            <a:avLst/>
          </a:prstGeom>
          <a:solidFill>
            <a:srgbClr val="1B6CA8">
              <a:alpha val="75000"/>
            </a:srgbClr>
          </a:solidFill>
          <a:ln w="12700">
            <a:solidFill>
              <a:srgbClr val="2E8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192" y="3447288"/>
            <a:ext cx="475488" cy="47548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50408" y="3127248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Suburbs Closing the Gap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550408" y="3538728"/>
            <a:ext cx="3090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gradient between inner and outer Melbourne has narrowed — but income and transport access have not kept pace.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457199" y="2450591"/>
            <a:ext cx="5289331" cy="45719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365760" y="1510337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672</Words>
  <Application>Microsoft Office PowerPoint</Application>
  <PresentationFormat>On-screen Show (16:9)</PresentationFormat>
  <Paragraphs>100</Paragraphs>
  <Slides>14</Slides>
  <Notes>14</Notes>
  <HiddenSlides>0</HiddenSlides>
  <MMClips>2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Melbourne Data Internship – Final Presentation</dc:title>
  <dc:subject>PptxGenJS Presentation</dc:subject>
  <dc:creator>PptxGenJS</dc:creator>
  <cp:lastModifiedBy>Chandana Chandran</cp:lastModifiedBy>
  <cp:revision>1</cp:revision>
  <dcterms:created xsi:type="dcterms:W3CDTF">2026-05-13T01:30:39Z</dcterms:created>
  <dcterms:modified xsi:type="dcterms:W3CDTF">2026-06-12T02:13:55Z</dcterms:modified>
</cp:coreProperties>
</file>