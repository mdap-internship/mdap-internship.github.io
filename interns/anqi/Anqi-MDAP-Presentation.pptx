
<file path=[Content_Types].xml><?xml version="1.0" encoding="utf-8"?>
<Types xmlns="http://schemas.openxmlformats.org/package/2006/content-types">
  <Default Extension="gif" ContentType="image/gif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6"/>
  </p:notesMasterIdLst>
  <p:sldIdLst>
    <p:sldId id="256" r:id="rId2"/>
    <p:sldId id="263" r:id="rId3"/>
    <p:sldId id="264" r:id="rId4"/>
    <p:sldId id="266" r:id="rId5"/>
    <p:sldId id="269" r:id="rId6"/>
    <p:sldId id="267" r:id="rId7"/>
    <p:sldId id="270" r:id="rId8"/>
    <p:sldId id="271" r:id="rId9"/>
    <p:sldId id="258" r:id="rId10"/>
    <p:sldId id="259" r:id="rId11"/>
    <p:sldId id="260" r:id="rId12"/>
    <p:sldId id="262" r:id="rId13"/>
    <p:sldId id="261" r:id="rId14"/>
    <p:sldId id="272" r:id="rId15"/>
    <p:sldId id="273" r:id="rId16"/>
    <p:sldId id="274" r:id="rId17"/>
    <p:sldId id="276" r:id="rId18"/>
    <p:sldId id="277" r:id="rId19"/>
    <p:sldId id="278" r:id="rId20"/>
    <p:sldId id="279" r:id="rId21"/>
    <p:sldId id="280" r:id="rId22"/>
    <p:sldId id="281" r:id="rId23"/>
    <p:sldId id="282" r:id="rId24"/>
    <p:sldId id="283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FF66"/>
    <a:srgbClr val="FF00FF"/>
    <a:srgbClr val="FFCC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9B86949-D9F8-4B14-911C-FB2516A63B5A}" v="49" dt="2026-05-21T10:21:18.025"/>
    <p1510:client id="{15F7B143-616C-4107-BF4A-AC0C7CAF5623}" v="11" dt="2026-05-22T00:01:21.38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294" autoAdjust="0"/>
    <p:restoredTop sz="94660"/>
  </p:normalViewPr>
  <p:slideViewPr>
    <p:cSldViewPr snapToGrid="0">
      <p:cViewPr varScale="1">
        <p:scale>
          <a:sx n="87" d="100"/>
          <a:sy n="87" d="100"/>
        </p:scale>
        <p:origin x="346" y="67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qi Liao" userId="1d6588ae-44db-4481-9683-7a5877415214" providerId="ADAL" clId="{79842006-3DDE-4C40-AE3B-DD7BFA21DE0A}"/>
    <pc:docChg chg="undo redo custSel addSld delSld modSld sldOrd">
      <pc:chgData name="Anqi Liao" userId="1d6588ae-44db-4481-9683-7a5877415214" providerId="ADAL" clId="{79842006-3DDE-4C40-AE3B-DD7BFA21DE0A}" dt="2026-05-22T00:01:58.367" v="709" actId="478"/>
      <pc:docMkLst>
        <pc:docMk/>
      </pc:docMkLst>
      <pc:sldChg chg="modSp mod">
        <pc:chgData name="Anqi Liao" userId="1d6588ae-44db-4481-9683-7a5877415214" providerId="ADAL" clId="{79842006-3DDE-4C40-AE3B-DD7BFA21DE0A}" dt="2026-05-21T04:28:37.215" v="651" actId="1038"/>
        <pc:sldMkLst>
          <pc:docMk/>
          <pc:sldMk cId="1989264848" sldId="256"/>
        </pc:sldMkLst>
        <pc:spChg chg="mod">
          <ac:chgData name="Anqi Liao" userId="1d6588ae-44db-4481-9683-7a5877415214" providerId="ADAL" clId="{79842006-3DDE-4C40-AE3B-DD7BFA21DE0A}" dt="2026-05-21T04:28:37.215" v="651" actId="1038"/>
          <ac:spMkLst>
            <pc:docMk/>
            <pc:sldMk cId="1989264848" sldId="256"/>
            <ac:spMk id="3" creationId="{64F82182-B2E0-5A59-3E42-F9E32708F8EB}"/>
          </ac:spMkLst>
        </pc:spChg>
      </pc:sldChg>
      <pc:sldChg chg="addSp delSp modSp mod addAnim delAnim modAnim">
        <pc:chgData name="Anqi Liao" userId="1d6588ae-44db-4481-9683-7a5877415214" providerId="ADAL" clId="{79842006-3DDE-4C40-AE3B-DD7BFA21DE0A}" dt="2026-05-21T04:48:41.784" v="654" actId="962"/>
        <pc:sldMkLst>
          <pc:docMk/>
          <pc:sldMk cId="2757767122" sldId="258"/>
        </pc:sldMkLst>
        <pc:spChg chg="mod">
          <ac:chgData name="Anqi Liao" userId="1d6588ae-44db-4481-9683-7a5877415214" providerId="ADAL" clId="{79842006-3DDE-4C40-AE3B-DD7BFA21DE0A}" dt="2026-05-21T04:48:41.784" v="654" actId="962"/>
          <ac:spMkLst>
            <pc:docMk/>
            <pc:sldMk cId="2757767122" sldId="258"/>
            <ac:spMk id="9" creationId="{5E2320CB-0273-A66E-E32A-9F758D526F7D}"/>
          </ac:spMkLst>
        </pc:spChg>
        <pc:spChg chg="add mod">
          <ac:chgData name="Anqi Liao" userId="1d6588ae-44db-4481-9683-7a5877415214" providerId="ADAL" clId="{79842006-3DDE-4C40-AE3B-DD7BFA21DE0A}" dt="2026-05-19T04:35:07.657" v="355" actId="404"/>
          <ac:spMkLst>
            <pc:docMk/>
            <pc:sldMk cId="2757767122" sldId="258"/>
            <ac:spMk id="13" creationId="{A026852B-0079-E4D1-8D87-2FCB1DA7C9A6}"/>
          </ac:spMkLst>
        </pc:spChg>
        <pc:picChg chg="mod">
          <ac:chgData name="Anqi Liao" userId="1d6588ae-44db-4481-9683-7a5877415214" providerId="ADAL" clId="{79842006-3DDE-4C40-AE3B-DD7BFA21DE0A}" dt="2026-05-19T02:38:36.900" v="282" actId="1076"/>
          <ac:picMkLst>
            <pc:docMk/>
            <pc:sldMk cId="2757767122" sldId="258"/>
            <ac:picMk id="11" creationId="{5A94D4BE-8F22-430F-028A-2E5AFDC61ACC}"/>
          </ac:picMkLst>
        </pc:picChg>
      </pc:sldChg>
      <pc:sldChg chg="addSp modSp mod">
        <pc:chgData name="Anqi Liao" userId="1d6588ae-44db-4481-9683-7a5877415214" providerId="ADAL" clId="{79842006-3DDE-4C40-AE3B-DD7BFA21DE0A}" dt="2026-05-21T04:59:49.996" v="660" actId="14100"/>
        <pc:sldMkLst>
          <pc:docMk/>
          <pc:sldMk cId="1212784596" sldId="259"/>
        </pc:sldMkLst>
        <pc:spChg chg="mod">
          <ac:chgData name="Anqi Liao" userId="1d6588ae-44db-4481-9683-7a5877415214" providerId="ADAL" clId="{79842006-3DDE-4C40-AE3B-DD7BFA21DE0A}" dt="2026-05-21T04:59:49.996" v="660" actId="14100"/>
          <ac:spMkLst>
            <pc:docMk/>
            <pc:sldMk cId="1212784596" sldId="259"/>
            <ac:spMk id="8" creationId="{D695CC11-1E60-EFE2-F442-944E7A94953B}"/>
          </ac:spMkLst>
        </pc:spChg>
        <pc:spChg chg="add mod">
          <ac:chgData name="Anqi Liao" userId="1d6588ae-44db-4481-9683-7a5877415214" providerId="ADAL" clId="{79842006-3DDE-4C40-AE3B-DD7BFA21DE0A}" dt="2026-05-19T04:57:23.226" v="585" actId="20577"/>
          <ac:spMkLst>
            <pc:docMk/>
            <pc:sldMk cId="1212784596" sldId="259"/>
            <ac:spMk id="15" creationId="{71CB96D0-AFED-0425-1446-4B9CE2D8881B}"/>
          </ac:spMkLst>
        </pc:spChg>
      </pc:sldChg>
      <pc:sldChg chg="addSp modSp mod">
        <pc:chgData name="Anqi Liao" userId="1d6588ae-44db-4481-9683-7a5877415214" providerId="ADAL" clId="{79842006-3DDE-4C40-AE3B-DD7BFA21DE0A}" dt="2026-05-21T04:48:41.853" v="656" actId="962"/>
        <pc:sldMkLst>
          <pc:docMk/>
          <pc:sldMk cId="1830225738" sldId="260"/>
        </pc:sldMkLst>
        <pc:spChg chg="mod">
          <ac:chgData name="Anqi Liao" userId="1d6588ae-44db-4481-9683-7a5877415214" providerId="ADAL" clId="{79842006-3DDE-4C40-AE3B-DD7BFA21DE0A}" dt="2026-05-21T04:48:41.853" v="656" actId="962"/>
          <ac:spMkLst>
            <pc:docMk/>
            <pc:sldMk cId="1830225738" sldId="260"/>
            <ac:spMk id="9" creationId="{4161B939-0AE8-2EB4-FBA3-CB1603129724}"/>
          </ac:spMkLst>
        </pc:spChg>
        <pc:spChg chg="add mod">
          <ac:chgData name="Anqi Liao" userId="1d6588ae-44db-4481-9683-7a5877415214" providerId="ADAL" clId="{79842006-3DDE-4C40-AE3B-DD7BFA21DE0A}" dt="2026-05-19T04:57:19.771" v="584" actId="20577"/>
          <ac:spMkLst>
            <pc:docMk/>
            <pc:sldMk cId="1830225738" sldId="260"/>
            <ac:spMk id="10" creationId="{880A1F38-CA5A-C9DE-69B2-AE02C67C679E}"/>
          </ac:spMkLst>
        </pc:spChg>
      </pc:sldChg>
      <pc:sldChg chg="addSp modSp">
        <pc:chgData name="Anqi Liao" userId="1d6588ae-44db-4481-9683-7a5877415214" providerId="ADAL" clId="{79842006-3DDE-4C40-AE3B-DD7BFA21DE0A}" dt="2026-05-19T05:02:27.841" v="617"/>
        <pc:sldMkLst>
          <pc:docMk/>
          <pc:sldMk cId="1759321891" sldId="261"/>
        </pc:sldMkLst>
        <pc:spChg chg="add mod">
          <ac:chgData name="Anqi Liao" userId="1d6588ae-44db-4481-9683-7a5877415214" providerId="ADAL" clId="{79842006-3DDE-4C40-AE3B-DD7BFA21DE0A}" dt="2026-05-19T05:02:27.841" v="617"/>
          <ac:spMkLst>
            <pc:docMk/>
            <pc:sldMk cId="1759321891" sldId="261"/>
            <ac:spMk id="12" creationId="{9D071259-64CB-21AF-9E40-EDD7BA14D376}"/>
          </ac:spMkLst>
        </pc:spChg>
      </pc:sldChg>
      <pc:sldChg chg="addSp modSp mod">
        <pc:chgData name="Anqi Liao" userId="1d6588ae-44db-4481-9683-7a5877415214" providerId="ADAL" clId="{79842006-3DDE-4C40-AE3B-DD7BFA21DE0A}" dt="2026-05-19T05:00:44.759" v="616" actId="20577"/>
        <pc:sldMkLst>
          <pc:docMk/>
          <pc:sldMk cId="3885054639" sldId="262"/>
        </pc:sldMkLst>
        <pc:spChg chg="add mod">
          <ac:chgData name="Anqi Liao" userId="1d6588ae-44db-4481-9683-7a5877415214" providerId="ADAL" clId="{79842006-3DDE-4C40-AE3B-DD7BFA21DE0A}" dt="2026-05-19T05:00:44.759" v="616" actId="20577"/>
          <ac:spMkLst>
            <pc:docMk/>
            <pc:sldMk cId="3885054639" sldId="262"/>
            <ac:spMk id="2" creationId="{C0C1B49D-40E8-3800-BE24-DD56B90F5E43}"/>
          </ac:spMkLst>
        </pc:spChg>
      </pc:sldChg>
      <pc:sldChg chg="addSp delSp modSp mod modAnim">
        <pc:chgData name="Anqi Liao" userId="1d6588ae-44db-4481-9683-7a5877415214" providerId="ADAL" clId="{79842006-3DDE-4C40-AE3B-DD7BFA21DE0A}" dt="2026-05-21T05:02:32.425" v="668" actId="27803"/>
        <pc:sldMkLst>
          <pc:docMk/>
          <pc:sldMk cId="712496329" sldId="263"/>
        </pc:sldMkLst>
        <pc:spChg chg="mod">
          <ac:chgData name="Anqi Liao" userId="1d6588ae-44db-4481-9683-7a5877415214" providerId="ADAL" clId="{79842006-3DDE-4C40-AE3B-DD7BFA21DE0A}" dt="2026-05-19T01:03:18.666" v="137" actId="1076"/>
          <ac:spMkLst>
            <pc:docMk/>
            <pc:sldMk cId="712496329" sldId="263"/>
            <ac:spMk id="6" creationId="{0A13765D-9859-D2DD-867E-2CA182C0856F}"/>
          </ac:spMkLst>
        </pc:spChg>
        <pc:spChg chg="mod">
          <ac:chgData name="Anqi Liao" userId="1d6588ae-44db-4481-9683-7a5877415214" providerId="ADAL" clId="{79842006-3DDE-4C40-AE3B-DD7BFA21DE0A}" dt="2026-05-21T05:02:04.895" v="665" actId="1076"/>
          <ac:spMkLst>
            <pc:docMk/>
            <pc:sldMk cId="712496329" sldId="263"/>
            <ac:spMk id="18" creationId="{198B0306-CE9F-14A8-57C3-68321F1E38B1}"/>
          </ac:spMkLst>
        </pc:spChg>
        <pc:spChg chg="mod">
          <ac:chgData name="Anqi Liao" userId="1d6588ae-44db-4481-9683-7a5877415214" providerId="ADAL" clId="{79842006-3DDE-4C40-AE3B-DD7BFA21DE0A}" dt="2026-05-21T05:02:05.276" v="666" actId="14100"/>
          <ac:spMkLst>
            <pc:docMk/>
            <pc:sldMk cId="712496329" sldId="263"/>
            <ac:spMk id="60" creationId="{A0581AF4-447D-8231-A365-B3DF703EC235}"/>
          </ac:spMkLst>
        </pc:spChg>
        <pc:spChg chg="mod">
          <ac:chgData name="Anqi Liao" userId="1d6588ae-44db-4481-9683-7a5877415214" providerId="ADAL" clId="{79842006-3DDE-4C40-AE3B-DD7BFA21DE0A}" dt="2026-05-21T05:02:32.425" v="668" actId="27803"/>
          <ac:spMkLst>
            <pc:docMk/>
            <pc:sldMk cId="712496329" sldId="263"/>
            <ac:spMk id="72" creationId="{5814B675-5307-A998-1B64-7EF068377B07}"/>
          </ac:spMkLst>
        </pc:spChg>
        <pc:spChg chg="mod">
          <ac:chgData name="Anqi Liao" userId="1d6588ae-44db-4481-9683-7a5877415214" providerId="ADAL" clId="{79842006-3DDE-4C40-AE3B-DD7BFA21DE0A}" dt="2026-05-21T05:02:32.425" v="668" actId="27803"/>
          <ac:spMkLst>
            <pc:docMk/>
            <pc:sldMk cId="712496329" sldId="263"/>
            <ac:spMk id="74" creationId="{0F675D27-3EDC-A060-3D0B-8D7BA0BB02D0}"/>
          </ac:spMkLst>
        </pc:spChg>
        <pc:spChg chg="mod">
          <ac:chgData name="Anqi Liao" userId="1d6588ae-44db-4481-9683-7a5877415214" providerId="ADAL" clId="{79842006-3DDE-4C40-AE3B-DD7BFA21DE0A}" dt="2026-05-21T05:02:32.425" v="668" actId="27803"/>
          <ac:spMkLst>
            <pc:docMk/>
            <pc:sldMk cId="712496329" sldId="263"/>
            <ac:spMk id="77" creationId="{1E965435-C89B-E14F-F332-BF8ED83A4E89}"/>
          </ac:spMkLst>
        </pc:spChg>
        <pc:spChg chg="mod">
          <ac:chgData name="Anqi Liao" userId="1d6588ae-44db-4481-9683-7a5877415214" providerId="ADAL" clId="{79842006-3DDE-4C40-AE3B-DD7BFA21DE0A}" dt="2026-05-21T05:02:32.425" v="668" actId="27803"/>
          <ac:spMkLst>
            <pc:docMk/>
            <pc:sldMk cId="712496329" sldId="263"/>
            <ac:spMk id="87" creationId="{2D281661-E690-E513-4569-F462F70D6E09}"/>
          </ac:spMkLst>
        </pc:spChg>
        <pc:spChg chg="mod">
          <ac:chgData name="Anqi Liao" userId="1d6588ae-44db-4481-9683-7a5877415214" providerId="ADAL" clId="{79842006-3DDE-4C40-AE3B-DD7BFA21DE0A}" dt="2026-05-19T00:41:15.964" v="0" actId="208"/>
          <ac:spMkLst>
            <pc:docMk/>
            <pc:sldMk cId="712496329" sldId="263"/>
            <ac:spMk id="125" creationId="{BBD14858-8122-7DA5-23EA-BB413563AB41}"/>
          </ac:spMkLst>
        </pc:spChg>
        <pc:spChg chg="mod">
          <ac:chgData name="Anqi Liao" userId="1d6588ae-44db-4481-9683-7a5877415214" providerId="ADAL" clId="{79842006-3DDE-4C40-AE3B-DD7BFA21DE0A}" dt="2026-05-19T00:41:19.724" v="1" actId="207"/>
          <ac:spMkLst>
            <pc:docMk/>
            <pc:sldMk cId="712496329" sldId="263"/>
            <ac:spMk id="126" creationId="{4D8D905F-6396-3AA2-7B99-77EADE6895FA}"/>
          </ac:spMkLst>
        </pc:spChg>
        <pc:spChg chg="mod">
          <ac:chgData name="Anqi Liao" userId="1d6588ae-44db-4481-9683-7a5877415214" providerId="ADAL" clId="{79842006-3DDE-4C40-AE3B-DD7BFA21DE0A}" dt="2026-05-21T05:02:32.425" v="668" actId="27803"/>
          <ac:spMkLst>
            <pc:docMk/>
            <pc:sldMk cId="712496329" sldId="263"/>
            <ac:spMk id="189" creationId="{0F7EA1E4-CBD2-2B67-63E6-BDC213DB19F3}"/>
          </ac:spMkLst>
        </pc:spChg>
        <pc:spChg chg="mod">
          <ac:chgData name="Anqi Liao" userId="1d6588ae-44db-4481-9683-7a5877415214" providerId="ADAL" clId="{79842006-3DDE-4C40-AE3B-DD7BFA21DE0A}" dt="2026-05-19T01:02:43.531" v="135" actId="1076"/>
          <ac:spMkLst>
            <pc:docMk/>
            <pc:sldMk cId="712496329" sldId="263"/>
            <ac:spMk id="190" creationId="{AB5E28EF-607B-31A3-8F8A-CE40002BC0E2}"/>
          </ac:spMkLst>
        </pc:spChg>
        <pc:spChg chg="mod">
          <ac:chgData name="Anqi Liao" userId="1d6588ae-44db-4481-9683-7a5877415214" providerId="ADAL" clId="{79842006-3DDE-4C40-AE3B-DD7BFA21DE0A}" dt="2026-05-21T05:02:32.425" v="668" actId="27803"/>
          <ac:spMkLst>
            <pc:docMk/>
            <pc:sldMk cId="712496329" sldId="263"/>
            <ac:spMk id="197" creationId="{243B3FB6-A940-84E5-7FD5-64A7447F081B}"/>
          </ac:spMkLst>
        </pc:spChg>
        <pc:spChg chg="mod">
          <ac:chgData name="Anqi Liao" userId="1d6588ae-44db-4481-9683-7a5877415214" providerId="ADAL" clId="{79842006-3DDE-4C40-AE3B-DD7BFA21DE0A}" dt="2026-05-21T05:02:32.425" v="668" actId="27803"/>
          <ac:spMkLst>
            <pc:docMk/>
            <pc:sldMk cId="712496329" sldId="263"/>
            <ac:spMk id="217" creationId="{9B74F529-47D5-C3F6-6FC4-2ECFBED8AEC5}"/>
          </ac:spMkLst>
        </pc:spChg>
        <pc:spChg chg="mod">
          <ac:chgData name="Anqi Liao" userId="1d6588ae-44db-4481-9683-7a5877415214" providerId="ADAL" clId="{79842006-3DDE-4C40-AE3B-DD7BFA21DE0A}" dt="2026-05-21T05:02:32.425" v="668" actId="27803"/>
          <ac:spMkLst>
            <pc:docMk/>
            <pc:sldMk cId="712496329" sldId="263"/>
            <ac:spMk id="226" creationId="{0611E3FD-C8CA-5696-B0D4-D8CCFEC4BEA7}"/>
          </ac:spMkLst>
        </pc:spChg>
        <pc:spChg chg="mod">
          <ac:chgData name="Anqi Liao" userId="1d6588ae-44db-4481-9683-7a5877415214" providerId="ADAL" clId="{79842006-3DDE-4C40-AE3B-DD7BFA21DE0A}" dt="2026-05-21T05:02:32.425" v="668" actId="27803"/>
          <ac:spMkLst>
            <pc:docMk/>
            <pc:sldMk cId="712496329" sldId="263"/>
            <ac:spMk id="254" creationId="{6C99439D-FEF7-FCA1-3AE1-DA66C2E5CB76}"/>
          </ac:spMkLst>
        </pc:spChg>
        <pc:spChg chg="mod">
          <ac:chgData name="Anqi Liao" userId="1d6588ae-44db-4481-9683-7a5877415214" providerId="ADAL" clId="{79842006-3DDE-4C40-AE3B-DD7BFA21DE0A}" dt="2026-05-21T05:02:32.425" v="668" actId="27803"/>
          <ac:spMkLst>
            <pc:docMk/>
            <pc:sldMk cId="712496329" sldId="263"/>
            <ac:spMk id="260" creationId="{AE4EBA95-8B4D-A601-DC3C-602E9408A2F6}"/>
          </ac:spMkLst>
        </pc:spChg>
        <pc:picChg chg="mod">
          <ac:chgData name="Anqi Liao" userId="1d6588ae-44db-4481-9683-7a5877415214" providerId="ADAL" clId="{79842006-3DDE-4C40-AE3B-DD7BFA21DE0A}" dt="2026-05-21T05:01:49.316" v="662" actId="14100"/>
          <ac:picMkLst>
            <pc:docMk/>
            <pc:sldMk cId="712496329" sldId="263"/>
            <ac:picMk id="192" creationId="{64399451-484F-F781-F5C9-4CCF8EE45105}"/>
          </ac:picMkLst>
        </pc:picChg>
      </pc:sldChg>
      <pc:sldChg chg="addSp delSp modSp add mod addAnim delAnim modAnim">
        <pc:chgData name="Anqi Liao" userId="1d6588ae-44db-4481-9683-7a5877415214" providerId="ADAL" clId="{79842006-3DDE-4C40-AE3B-DD7BFA21DE0A}" dt="2026-05-19T01:03:31.109" v="139"/>
        <pc:sldMkLst>
          <pc:docMk/>
          <pc:sldMk cId="4043803534" sldId="264"/>
        </pc:sldMkLst>
        <pc:spChg chg="add mod">
          <ac:chgData name="Anqi Liao" userId="1d6588ae-44db-4481-9683-7a5877415214" providerId="ADAL" clId="{79842006-3DDE-4C40-AE3B-DD7BFA21DE0A}" dt="2026-05-19T01:03:31.109" v="139"/>
          <ac:spMkLst>
            <pc:docMk/>
            <pc:sldMk cId="4043803534" sldId="264"/>
            <ac:spMk id="66" creationId="{F94580D5-E7DB-4A39-85AC-7C27C6DEFBCF}"/>
          </ac:spMkLst>
        </pc:spChg>
        <pc:picChg chg="add mod">
          <ac:chgData name="Anqi Liao" userId="1d6588ae-44db-4481-9683-7a5877415214" providerId="ADAL" clId="{79842006-3DDE-4C40-AE3B-DD7BFA21DE0A}" dt="2026-05-19T00:58:19.600" v="103" actId="14100"/>
          <ac:picMkLst>
            <pc:docMk/>
            <pc:sldMk cId="4043803534" sldId="264"/>
            <ac:picMk id="5" creationId="{F15D08A8-B9EF-BB05-774E-FAF4FBF560D9}"/>
          </ac:picMkLst>
        </pc:picChg>
        <pc:picChg chg="add mod">
          <ac:chgData name="Anqi Liao" userId="1d6588ae-44db-4481-9683-7a5877415214" providerId="ADAL" clId="{79842006-3DDE-4C40-AE3B-DD7BFA21DE0A}" dt="2026-05-19T00:58:19.600" v="103" actId="14100"/>
          <ac:picMkLst>
            <pc:docMk/>
            <pc:sldMk cId="4043803534" sldId="264"/>
            <ac:picMk id="7" creationId="{A9852766-C017-F389-0AE2-ECC9157C12D9}"/>
          </ac:picMkLst>
        </pc:picChg>
        <pc:picChg chg="add mod">
          <ac:chgData name="Anqi Liao" userId="1d6588ae-44db-4481-9683-7a5877415214" providerId="ADAL" clId="{79842006-3DDE-4C40-AE3B-DD7BFA21DE0A}" dt="2026-05-19T00:58:19.600" v="103" actId="14100"/>
          <ac:picMkLst>
            <pc:docMk/>
            <pc:sldMk cId="4043803534" sldId="264"/>
            <ac:picMk id="61" creationId="{C1C18997-C9C1-550A-E00C-C74CF70F3F36}"/>
          </ac:picMkLst>
        </pc:picChg>
        <pc:picChg chg="add mod">
          <ac:chgData name="Anqi Liao" userId="1d6588ae-44db-4481-9683-7a5877415214" providerId="ADAL" clId="{79842006-3DDE-4C40-AE3B-DD7BFA21DE0A}" dt="2026-05-19T00:58:19.600" v="103" actId="14100"/>
          <ac:picMkLst>
            <pc:docMk/>
            <pc:sldMk cId="4043803534" sldId="264"/>
            <ac:picMk id="62" creationId="{949CD0A5-7901-D48F-94F4-D29A93841D92}"/>
          </ac:picMkLst>
        </pc:picChg>
        <pc:picChg chg="add del mod">
          <ac:chgData name="Anqi Liao" userId="1d6588ae-44db-4481-9683-7a5877415214" providerId="ADAL" clId="{79842006-3DDE-4C40-AE3B-DD7BFA21DE0A}" dt="2026-05-19T00:58:18.304" v="96" actId="478"/>
          <ac:picMkLst>
            <pc:docMk/>
            <pc:sldMk cId="4043803534" sldId="264"/>
            <ac:picMk id="64" creationId="{F9D927EA-0EB1-983E-4CD0-8505EBB11DFD}"/>
          </ac:picMkLst>
        </pc:picChg>
        <pc:picChg chg="add mod">
          <ac:chgData name="Anqi Liao" userId="1d6588ae-44db-4481-9683-7a5877415214" providerId="ADAL" clId="{79842006-3DDE-4C40-AE3B-DD7BFA21DE0A}" dt="2026-05-19T00:58:19.600" v="103" actId="14100"/>
          <ac:picMkLst>
            <pc:docMk/>
            <pc:sldMk cId="4043803534" sldId="264"/>
            <ac:picMk id="2058" creationId="{2ABC3E0D-558B-53D5-F847-7BEB09C52464}"/>
          </ac:picMkLst>
        </pc:picChg>
      </pc:sldChg>
      <pc:sldChg chg="addSp delSp modSp add mod">
        <pc:chgData name="Anqi Liao" userId="1d6588ae-44db-4481-9683-7a5877415214" providerId="ADAL" clId="{79842006-3DDE-4C40-AE3B-DD7BFA21DE0A}" dt="2026-05-19T01:13:11.822" v="204" actId="1076"/>
        <pc:sldMkLst>
          <pc:docMk/>
          <pc:sldMk cId="200656443" sldId="266"/>
        </pc:sldMkLst>
        <pc:spChg chg="add mod">
          <ac:chgData name="Anqi Liao" userId="1d6588ae-44db-4481-9683-7a5877415214" providerId="ADAL" clId="{79842006-3DDE-4C40-AE3B-DD7BFA21DE0A}" dt="2026-05-19T01:03:33.895" v="141"/>
          <ac:spMkLst>
            <pc:docMk/>
            <pc:sldMk cId="200656443" sldId="266"/>
            <ac:spMk id="2" creationId="{A7B7D8EE-C05E-38BB-D53C-6A6DC2B4E62F}"/>
          </ac:spMkLst>
        </pc:spChg>
        <pc:picChg chg="mod">
          <ac:chgData name="Anqi Liao" userId="1d6588ae-44db-4481-9683-7a5877415214" providerId="ADAL" clId="{79842006-3DDE-4C40-AE3B-DD7BFA21DE0A}" dt="2026-05-19T01:13:11.822" v="204" actId="1076"/>
          <ac:picMkLst>
            <pc:docMk/>
            <pc:sldMk cId="200656443" sldId="266"/>
            <ac:picMk id="5" creationId="{1A2FC05B-6B90-C2F1-7A5A-E1B4A2F14751}"/>
          </ac:picMkLst>
        </pc:picChg>
        <pc:picChg chg="mod">
          <ac:chgData name="Anqi Liao" userId="1d6588ae-44db-4481-9683-7a5877415214" providerId="ADAL" clId="{79842006-3DDE-4C40-AE3B-DD7BFA21DE0A}" dt="2026-05-19T01:13:11.822" v="204" actId="1076"/>
          <ac:picMkLst>
            <pc:docMk/>
            <pc:sldMk cId="200656443" sldId="266"/>
            <ac:picMk id="7" creationId="{6A8886EF-1F48-FFEF-6CFA-1CB98805F611}"/>
          </ac:picMkLst>
        </pc:picChg>
        <pc:picChg chg="mod">
          <ac:chgData name="Anqi Liao" userId="1d6588ae-44db-4481-9683-7a5877415214" providerId="ADAL" clId="{79842006-3DDE-4C40-AE3B-DD7BFA21DE0A}" dt="2026-05-19T01:13:11.822" v="204" actId="1076"/>
          <ac:picMkLst>
            <pc:docMk/>
            <pc:sldMk cId="200656443" sldId="266"/>
            <ac:picMk id="61" creationId="{24A94067-6C15-A9FE-6FF5-A154F1870AEC}"/>
          </ac:picMkLst>
        </pc:picChg>
        <pc:picChg chg="mod">
          <ac:chgData name="Anqi Liao" userId="1d6588ae-44db-4481-9683-7a5877415214" providerId="ADAL" clId="{79842006-3DDE-4C40-AE3B-DD7BFA21DE0A}" dt="2026-05-19T01:13:11.822" v="204" actId="1076"/>
          <ac:picMkLst>
            <pc:docMk/>
            <pc:sldMk cId="200656443" sldId="266"/>
            <ac:picMk id="62" creationId="{F3D8DBEF-19E8-FFDF-3303-DF1387F9890E}"/>
          </ac:picMkLst>
        </pc:picChg>
        <pc:picChg chg="mod">
          <ac:chgData name="Anqi Liao" userId="1d6588ae-44db-4481-9683-7a5877415214" providerId="ADAL" clId="{79842006-3DDE-4C40-AE3B-DD7BFA21DE0A}" dt="2026-05-19T00:58:34.529" v="109" actId="1076"/>
          <ac:picMkLst>
            <pc:docMk/>
            <pc:sldMk cId="200656443" sldId="266"/>
            <ac:picMk id="65" creationId="{5382F17D-3331-7C69-6BFA-F0F87B8F517F}"/>
          </ac:picMkLst>
        </pc:picChg>
        <pc:picChg chg="mod">
          <ac:chgData name="Anqi Liao" userId="1d6588ae-44db-4481-9683-7a5877415214" providerId="ADAL" clId="{79842006-3DDE-4C40-AE3B-DD7BFA21DE0A}" dt="2026-05-19T01:13:11.822" v="204" actId="1076"/>
          <ac:picMkLst>
            <pc:docMk/>
            <pc:sldMk cId="200656443" sldId="266"/>
            <ac:picMk id="2058" creationId="{0A1098FB-3CEF-BF65-BB4A-596FA2408586}"/>
          </ac:picMkLst>
        </pc:picChg>
        <pc:picChg chg="add mod">
          <ac:chgData name="Anqi Liao" userId="1d6588ae-44db-4481-9683-7a5877415214" providerId="ADAL" clId="{79842006-3DDE-4C40-AE3B-DD7BFA21DE0A}" dt="2026-05-19T00:59:32.131" v="116" actId="732"/>
          <ac:picMkLst>
            <pc:docMk/>
            <pc:sldMk cId="200656443" sldId="266"/>
            <ac:picMk id="3074" creationId="{E6E9A7F4-D6B6-DCA2-1CC7-ED3256CA3079}"/>
          </ac:picMkLst>
        </pc:picChg>
        <pc:picChg chg="add mod">
          <ac:chgData name="Anqi Liao" userId="1d6588ae-44db-4481-9683-7a5877415214" providerId="ADAL" clId="{79842006-3DDE-4C40-AE3B-DD7BFA21DE0A}" dt="2026-05-19T01:00:03.794" v="120" actId="1076"/>
          <ac:picMkLst>
            <pc:docMk/>
            <pc:sldMk cId="200656443" sldId="266"/>
            <ac:picMk id="3076" creationId="{B1A0CA6C-8A15-3B79-C768-D43EC7EEBF28}"/>
          </ac:picMkLst>
        </pc:picChg>
      </pc:sldChg>
      <pc:sldChg chg="addSp delSp modSp new mod">
        <pc:chgData name="Anqi Liao" userId="1d6588ae-44db-4481-9683-7a5877415214" providerId="ADAL" clId="{79842006-3DDE-4C40-AE3B-DD7BFA21DE0A}" dt="2026-05-19T04:20:57.276" v="292" actId="1076"/>
        <pc:sldMkLst>
          <pc:docMk/>
          <pc:sldMk cId="3227056048" sldId="267"/>
        </pc:sldMkLst>
        <pc:spChg chg="add mod">
          <ac:chgData name="Anqi Liao" userId="1d6588ae-44db-4481-9683-7a5877415214" providerId="ADAL" clId="{79842006-3DDE-4C40-AE3B-DD7BFA21DE0A}" dt="2026-05-19T01:05:11.267" v="152" actId="1076"/>
          <ac:spMkLst>
            <pc:docMk/>
            <pc:sldMk cId="3227056048" sldId="267"/>
            <ac:spMk id="3" creationId="{5EC241E9-13C3-33CB-144C-54BE8EB726DF}"/>
          </ac:spMkLst>
        </pc:spChg>
        <pc:spChg chg="add mod">
          <ac:chgData name="Anqi Liao" userId="1d6588ae-44db-4481-9683-7a5877415214" providerId="ADAL" clId="{79842006-3DDE-4C40-AE3B-DD7BFA21DE0A}" dt="2026-05-19T01:07:07.035" v="167" actId="1076"/>
          <ac:spMkLst>
            <pc:docMk/>
            <pc:sldMk cId="3227056048" sldId="267"/>
            <ac:spMk id="5" creationId="{89E0F47C-688A-3260-AF3A-7F9392B3F747}"/>
          </ac:spMkLst>
        </pc:spChg>
        <pc:spChg chg="add mod">
          <ac:chgData name="Anqi Liao" userId="1d6588ae-44db-4481-9683-7a5877415214" providerId="ADAL" clId="{79842006-3DDE-4C40-AE3B-DD7BFA21DE0A}" dt="2026-05-19T01:10:32.079" v="196" actId="692"/>
          <ac:spMkLst>
            <pc:docMk/>
            <pc:sldMk cId="3227056048" sldId="267"/>
            <ac:spMk id="7" creationId="{1C173EB9-8406-3A13-CEEA-3CBE4CA7F810}"/>
          </ac:spMkLst>
        </pc:spChg>
        <pc:spChg chg="add mod">
          <ac:chgData name="Anqi Liao" userId="1d6588ae-44db-4481-9683-7a5877415214" providerId="ADAL" clId="{79842006-3DDE-4C40-AE3B-DD7BFA21DE0A}" dt="2026-05-19T01:10:25.170" v="195" actId="692"/>
          <ac:spMkLst>
            <pc:docMk/>
            <pc:sldMk cId="3227056048" sldId="267"/>
            <ac:spMk id="14" creationId="{7E6F3E58-D603-C7A2-22A3-86B2904EFB7D}"/>
          </ac:spMkLst>
        </pc:spChg>
        <pc:picChg chg="add mod">
          <ac:chgData name="Anqi Liao" userId="1d6588ae-44db-4481-9683-7a5877415214" providerId="ADAL" clId="{79842006-3DDE-4C40-AE3B-DD7BFA21DE0A}" dt="2026-05-19T01:01:14.970" v="125" actId="1076"/>
          <ac:picMkLst>
            <pc:docMk/>
            <pc:sldMk cId="3227056048" sldId="267"/>
            <ac:picMk id="2" creationId="{17043DDC-7A84-0FAB-F230-B88D9BE9E8D1}"/>
          </ac:picMkLst>
        </pc:picChg>
        <pc:picChg chg="add mod">
          <ac:chgData name="Anqi Liao" userId="1d6588ae-44db-4481-9683-7a5877415214" providerId="ADAL" clId="{79842006-3DDE-4C40-AE3B-DD7BFA21DE0A}" dt="2026-05-19T04:20:57.276" v="292" actId="1076"/>
          <ac:picMkLst>
            <pc:docMk/>
            <pc:sldMk cId="3227056048" sldId="267"/>
            <ac:picMk id="4098" creationId="{E114A486-ECFF-CF92-B131-272F6E6AA77F}"/>
          </ac:picMkLst>
        </pc:picChg>
      </pc:sldChg>
      <pc:sldChg chg="addSp delSp modSp add mod modAnim">
        <pc:chgData name="Anqi Liao" userId="1d6588ae-44db-4481-9683-7a5877415214" providerId="ADAL" clId="{79842006-3DDE-4C40-AE3B-DD7BFA21DE0A}" dt="2026-05-22T00:01:58.367" v="709" actId="478"/>
        <pc:sldMkLst>
          <pc:docMk/>
          <pc:sldMk cId="3271844705" sldId="269"/>
        </pc:sldMkLst>
        <pc:spChg chg="add mod">
          <ac:chgData name="Anqi Liao" userId="1d6588ae-44db-4481-9683-7a5877415214" providerId="ADAL" clId="{79842006-3DDE-4C40-AE3B-DD7BFA21DE0A}" dt="2026-05-19T04:24:37.804" v="298" actId="1076"/>
          <ac:spMkLst>
            <pc:docMk/>
            <pc:sldMk cId="3271844705" sldId="269"/>
            <ac:spMk id="2" creationId="{8AFBA26D-6955-F0D0-805B-D3D13B799BF6}"/>
          </ac:spMkLst>
        </pc:spChg>
        <pc:spChg chg="add del mod">
          <ac:chgData name="Anqi Liao" userId="1d6588ae-44db-4481-9683-7a5877415214" providerId="ADAL" clId="{79842006-3DDE-4C40-AE3B-DD7BFA21DE0A}" dt="2026-05-22T00:01:58.367" v="709" actId="478"/>
          <ac:spMkLst>
            <pc:docMk/>
            <pc:sldMk cId="3271844705" sldId="269"/>
            <ac:spMk id="4" creationId="{DBA48339-D4BA-5CF0-184E-0186614B0815}"/>
          </ac:spMkLst>
        </pc:spChg>
        <pc:picChg chg="mod">
          <ac:chgData name="Anqi Liao" userId="1d6588ae-44db-4481-9683-7a5877415214" providerId="ADAL" clId="{79842006-3DDE-4C40-AE3B-DD7BFA21DE0A}" dt="2026-05-19T04:24:17.807" v="295" actId="1038"/>
          <ac:picMkLst>
            <pc:docMk/>
            <pc:sldMk cId="3271844705" sldId="269"/>
            <ac:picMk id="3" creationId="{74813554-F834-B879-0903-7C7AC7A5C65A}"/>
          </ac:picMkLst>
        </pc:picChg>
      </pc:sldChg>
      <pc:sldChg chg="addSp delSp modSp add mod">
        <pc:chgData name="Anqi Liao" userId="1d6588ae-44db-4481-9683-7a5877415214" providerId="ADAL" clId="{79842006-3DDE-4C40-AE3B-DD7BFA21DE0A}" dt="2026-05-22T00:01:55.735" v="708" actId="478"/>
        <pc:sldMkLst>
          <pc:docMk/>
          <pc:sldMk cId="3854075252" sldId="270"/>
        </pc:sldMkLst>
        <pc:spChg chg="add del mod">
          <ac:chgData name="Anqi Liao" userId="1d6588ae-44db-4481-9683-7a5877415214" providerId="ADAL" clId="{79842006-3DDE-4C40-AE3B-DD7BFA21DE0A}" dt="2026-05-21T22:41:53.136" v="701" actId="478"/>
          <ac:spMkLst>
            <pc:docMk/>
            <pc:sldMk cId="3854075252" sldId="270"/>
            <ac:spMk id="2" creationId="{C4833024-CA21-55E6-96B4-1A18B0FF5BA3}"/>
          </ac:spMkLst>
        </pc:spChg>
        <pc:spChg chg="add mod">
          <ac:chgData name="Anqi Liao" userId="1d6588ae-44db-4481-9683-7a5877415214" providerId="ADAL" clId="{79842006-3DDE-4C40-AE3B-DD7BFA21DE0A}" dt="2026-05-19T04:24:43.828" v="300"/>
          <ac:spMkLst>
            <pc:docMk/>
            <pc:sldMk cId="3854075252" sldId="270"/>
            <ac:spMk id="4" creationId="{086EC46F-BCEF-A848-806D-009848976D5A}"/>
          </ac:spMkLst>
        </pc:spChg>
        <pc:spChg chg="add del mod">
          <ac:chgData name="Anqi Liao" userId="1d6588ae-44db-4481-9683-7a5877415214" providerId="ADAL" clId="{79842006-3DDE-4C40-AE3B-DD7BFA21DE0A}" dt="2026-05-22T00:01:55.735" v="708" actId="478"/>
          <ac:spMkLst>
            <pc:docMk/>
            <pc:sldMk cId="3854075252" sldId="270"/>
            <ac:spMk id="5" creationId="{01D36568-62D9-D8CA-F8ED-888F18E1FB5E}"/>
          </ac:spMkLst>
        </pc:spChg>
        <pc:picChg chg="mod">
          <ac:chgData name="Anqi Liao" userId="1d6588ae-44db-4481-9683-7a5877415214" providerId="ADAL" clId="{79842006-3DDE-4C40-AE3B-DD7BFA21DE0A}" dt="2026-05-19T02:24:29.870" v="275" actId="1076"/>
          <ac:picMkLst>
            <pc:docMk/>
            <pc:sldMk cId="3854075252" sldId="270"/>
            <ac:picMk id="3" creationId="{90958E05-8690-718D-BDAF-EA90AB5F3FA1}"/>
          </ac:picMkLst>
        </pc:picChg>
        <pc:cxnChg chg="mod">
          <ac:chgData name="Anqi Liao" userId="1d6588ae-44db-4481-9683-7a5877415214" providerId="ADAL" clId="{79842006-3DDE-4C40-AE3B-DD7BFA21DE0A}" dt="2026-05-19T02:12:29.389" v="255" actId="14100"/>
          <ac:cxnSpMkLst>
            <pc:docMk/>
            <pc:sldMk cId="3854075252" sldId="270"/>
            <ac:cxnSpMk id="76" creationId="{D8DCA67C-68B4-381D-E2E0-652267B5025F}"/>
          </ac:cxnSpMkLst>
        </pc:cxnChg>
      </pc:sldChg>
      <pc:sldChg chg="addSp delSp modSp add mod">
        <pc:chgData name="Anqi Liao" userId="1d6588ae-44db-4481-9683-7a5877415214" providerId="ADAL" clId="{79842006-3DDE-4C40-AE3B-DD7BFA21DE0A}" dt="2026-05-22T00:01:52.194" v="707" actId="478"/>
        <pc:sldMkLst>
          <pc:docMk/>
          <pc:sldMk cId="249943011" sldId="271"/>
        </pc:sldMkLst>
        <pc:spChg chg="add del mod">
          <ac:chgData name="Anqi Liao" userId="1d6588ae-44db-4481-9683-7a5877415214" providerId="ADAL" clId="{79842006-3DDE-4C40-AE3B-DD7BFA21DE0A}" dt="2026-05-21T22:41:57.290" v="703" actId="478"/>
          <ac:spMkLst>
            <pc:docMk/>
            <pc:sldMk cId="249943011" sldId="271"/>
            <ac:spMk id="2" creationId="{564C58F4-01D1-BA14-D32C-0F743DF27090}"/>
          </ac:spMkLst>
        </pc:spChg>
        <pc:spChg chg="add del mod">
          <ac:chgData name="Anqi Liao" userId="1d6588ae-44db-4481-9683-7a5877415214" providerId="ADAL" clId="{79842006-3DDE-4C40-AE3B-DD7BFA21DE0A}" dt="2026-05-22T00:01:52.194" v="707" actId="478"/>
          <ac:spMkLst>
            <pc:docMk/>
            <pc:sldMk cId="249943011" sldId="271"/>
            <ac:spMk id="5" creationId="{1865EC5B-65EC-6766-FF67-174D7461C70E}"/>
          </ac:spMkLst>
        </pc:spChg>
        <pc:spChg chg="add mod">
          <ac:chgData name="Anqi Liao" userId="1d6588ae-44db-4481-9683-7a5877415214" providerId="ADAL" clId="{79842006-3DDE-4C40-AE3B-DD7BFA21DE0A}" dt="2026-05-19T04:24:47.871" v="302"/>
          <ac:spMkLst>
            <pc:docMk/>
            <pc:sldMk cId="249943011" sldId="271"/>
            <ac:spMk id="13" creationId="{80C8B67E-9DAB-CDF6-88A0-ED5CCD525E20}"/>
          </ac:spMkLst>
        </pc:spChg>
        <pc:picChg chg="mod">
          <ac:chgData name="Anqi Liao" userId="1d6588ae-44db-4481-9683-7a5877415214" providerId="ADAL" clId="{79842006-3DDE-4C40-AE3B-DD7BFA21DE0A}" dt="2026-05-19T02:25:07.673" v="280" actId="1076"/>
          <ac:picMkLst>
            <pc:docMk/>
            <pc:sldMk cId="249943011" sldId="271"/>
            <ac:picMk id="3" creationId="{68DA72B8-938A-4BAB-9339-C72A947EDF2B}"/>
          </ac:picMkLst>
        </pc:picChg>
        <pc:cxnChg chg="add mod">
          <ac:chgData name="Anqi Liao" userId="1d6588ae-44db-4481-9683-7a5877415214" providerId="ADAL" clId="{79842006-3DDE-4C40-AE3B-DD7BFA21DE0A}" dt="2026-05-19T02:20:48.913" v="269" actId="14100"/>
          <ac:cxnSpMkLst>
            <pc:docMk/>
            <pc:sldMk cId="249943011" sldId="271"/>
            <ac:cxnSpMk id="4" creationId="{5158CFED-47D7-5FAB-E9A9-E57388C054DD}"/>
          </ac:cxnSpMkLst>
        </pc:cxnChg>
        <pc:cxnChg chg="add mod">
          <ac:chgData name="Anqi Liao" userId="1d6588ae-44db-4481-9683-7a5877415214" providerId="ADAL" clId="{79842006-3DDE-4C40-AE3B-DD7BFA21DE0A}" dt="2026-05-19T02:23:39.528" v="272" actId="14100"/>
          <ac:cxnSpMkLst>
            <pc:docMk/>
            <pc:sldMk cId="249943011" sldId="271"/>
            <ac:cxnSpMk id="10" creationId="{0146801A-4A66-96BF-E8EB-775E3EA43289}"/>
          </ac:cxnSpMkLst>
        </pc:cxnChg>
        <pc:cxnChg chg="mod">
          <ac:chgData name="Anqi Liao" userId="1d6588ae-44db-4481-9683-7a5877415214" providerId="ADAL" clId="{79842006-3DDE-4C40-AE3B-DD7BFA21DE0A}" dt="2026-05-19T02:23:42.465" v="273" actId="14100"/>
          <ac:cxnSpMkLst>
            <pc:docMk/>
            <pc:sldMk cId="249943011" sldId="271"/>
            <ac:cxnSpMk id="67" creationId="{1A59D1CA-F5A7-66D3-B666-61A0119DDDB8}"/>
          </ac:cxnSpMkLst>
        </pc:cxnChg>
      </pc:sldChg>
      <pc:sldChg chg="addSp modSp new mod">
        <pc:chgData name="Anqi Liao" userId="1d6588ae-44db-4481-9683-7a5877415214" providerId="ADAL" clId="{79842006-3DDE-4C40-AE3B-DD7BFA21DE0A}" dt="2026-05-19T05:13:29.109" v="647" actId="5793"/>
        <pc:sldMkLst>
          <pc:docMk/>
          <pc:sldMk cId="2891214036" sldId="272"/>
        </pc:sldMkLst>
        <pc:spChg chg="add mod">
          <ac:chgData name="Anqi Liao" userId="1d6588ae-44db-4481-9683-7a5877415214" providerId="ADAL" clId="{79842006-3DDE-4C40-AE3B-DD7BFA21DE0A}" dt="2026-05-19T05:13:29.109" v="647" actId="5793"/>
          <ac:spMkLst>
            <pc:docMk/>
            <pc:sldMk cId="2891214036" sldId="272"/>
            <ac:spMk id="4" creationId="{22D0022D-E4EA-39F8-21A1-22CF18DCDFAC}"/>
          </ac:spMkLst>
        </pc:spChg>
        <pc:picChg chg="add mod">
          <ac:chgData name="Anqi Liao" userId="1d6588ae-44db-4481-9683-7a5877415214" providerId="ADAL" clId="{79842006-3DDE-4C40-AE3B-DD7BFA21DE0A}" dt="2026-05-19T05:13:11.996" v="622" actId="1076"/>
          <ac:picMkLst>
            <pc:docMk/>
            <pc:sldMk cId="2891214036" sldId="272"/>
            <ac:picMk id="3" creationId="{068565C8-9529-0B08-D55A-461A61181853}"/>
          </ac:picMkLst>
        </pc:picChg>
      </pc:sldChg>
      <pc:sldChg chg="addSp modSp mod">
        <pc:chgData name="Anqi Liao" userId="1d6588ae-44db-4481-9683-7a5877415214" providerId="ADAL" clId="{79842006-3DDE-4C40-AE3B-DD7BFA21DE0A}" dt="2026-05-22T00:01:42.552" v="706" actId="1076"/>
        <pc:sldMkLst>
          <pc:docMk/>
          <pc:sldMk cId="4147120551" sldId="281"/>
        </pc:sldMkLst>
        <pc:spChg chg="add mod">
          <ac:chgData name="Anqi Liao" userId="1d6588ae-44db-4481-9683-7a5877415214" providerId="ADAL" clId="{79842006-3DDE-4C40-AE3B-DD7BFA21DE0A}" dt="2026-05-22T00:01:42.552" v="706" actId="1076"/>
          <ac:spMkLst>
            <pc:docMk/>
            <pc:sldMk cId="4147120551" sldId="281"/>
            <ac:spMk id="4" creationId="{A183297D-608E-0F4E-7A92-859A1E71898C}"/>
          </ac:spMkLst>
        </pc:spChg>
      </pc:sldChg>
    </pc:docChg>
  </pc:docChgLst>
  <pc:docChgLst>
    <pc:chgData name="Anqi Liao" userId="1d6588ae-44db-4481-9683-7a5877415214" providerId="ADAL" clId="{BD1F8121-86C6-4E31-ABBE-18C6A31EE158}"/>
    <pc:docChg chg="undo custSel addSld delSld modSld sldOrd">
      <pc:chgData name="Anqi Liao" userId="1d6588ae-44db-4481-9683-7a5877415214" providerId="ADAL" clId="{BD1F8121-86C6-4E31-ABBE-18C6A31EE158}" dt="2026-05-21T10:21:18.025" v="808"/>
      <pc:docMkLst>
        <pc:docMk/>
      </pc:docMkLst>
      <pc:sldChg chg="delSp modSp mod delAnim">
        <pc:chgData name="Anqi Liao" userId="1d6588ae-44db-4481-9683-7a5877415214" providerId="ADAL" clId="{BD1F8121-86C6-4E31-ABBE-18C6A31EE158}" dt="2026-05-19T12:00:45.242" v="473" actId="478"/>
        <pc:sldMkLst>
          <pc:docMk/>
          <pc:sldMk cId="2757767122" sldId="258"/>
        </pc:sldMkLst>
      </pc:sldChg>
      <pc:sldChg chg="modAnim">
        <pc:chgData name="Anqi Liao" userId="1d6588ae-44db-4481-9683-7a5877415214" providerId="ADAL" clId="{BD1F8121-86C6-4E31-ABBE-18C6A31EE158}" dt="2026-05-19T11:52:34.679" v="472"/>
        <pc:sldMkLst>
          <pc:docMk/>
          <pc:sldMk cId="4043803534" sldId="264"/>
        </pc:sldMkLst>
      </pc:sldChg>
      <pc:sldChg chg="modAnim">
        <pc:chgData name="Anqi Liao" userId="1d6588ae-44db-4481-9683-7a5877415214" providerId="ADAL" clId="{BD1F8121-86C6-4E31-ABBE-18C6A31EE158}" dt="2026-05-19T11:52:03.747" v="470"/>
        <pc:sldMkLst>
          <pc:docMk/>
          <pc:sldMk cId="3271844705" sldId="269"/>
        </pc:sldMkLst>
      </pc:sldChg>
      <pc:sldChg chg="addSp delSp modSp mod">
        <pc:chgData name="Anqi Liao" userId="1d6588ae-44db-4481-9683-7a5877415214" providerId="ADAL" clId="{BD1F8121-86C6-4E31-ABBE-18C6A31EE158}" dt="2026-05-19T10:01:40.660" v="412" actId="20577"/>
        <pc:sldMkLst>
          <pc:docMk/>
          <pc:sldMk cId="2891214036" sldId="272"/>
        </pc:sldMkLst>
        <pc:spChg chg="mod">
          <ac:chgData name="Anqi Liao" userId="1d6588ae-44db-4481-9683-7a5877415214" providerId="ADAL" clId="{BD1F8121-86C6-4E31-ABBE-18C6A31EE158}" dt="2026-05-19T09:05:38.811" v="202" actId="20577"/>
          <ac:spMkLst>
            <pc:docMk/>
            <pc:sldMk cId="2891214036" sldId="272"/>
            <ac:spMk id="4" creationId="{22D0022D-E4EA-39F8-21A1-22CF18DCDFAC}"/>
          </ac:spMkLst>
        </pc:spChg>
        <pc:spChg chg="add mod">
          <ac:chgData name="Anqi Liao" userId="1d6588ae-44db-4481-9683-7a5877415214" providerId="ADAL" clId="{BD1F8121-86C6-4E31-ABBE-18C6A31EE158}" dt="2026-05-19T10:01:40.660" v="412" actId="20577"/>
          <ac:spMkLst>
            <pc:docMk/>
            <pc:sldMk cId="2891214036" sldId="272"/>
            <ac:spMk id="7" creationId="{5FC4BF5B-3C05-814D-22B9-38DE704ADFEA}"/>
          </ac:spMkLst>
        </pc:spChg>
        <pc:picChg chg="mod">
          <ac:chgData name="Anqi Liao" userId="1d6588ae-44db-4481-9683-7a5877415214" providerId="ADAL" clId="{BD1F8121-86C6-4E31-ABBE-18C6A31EE158}" dt="2026-05-19T09:03:38.920" v="120" actId="1076"/>
          <ac:picMkLst>
            <pc:docMk/>
            <pc:sldMk cId="2891214036" sldId="272"/>
            <ac:picMk id="3" creationId="{068565C8-9529-0B08-D55A-461A61181853}"/>
          </ac:picMkLst>
        </pc:picChg>
      </pc:sldChg>
      <pc:sldChg chg="addSp delSp modSp add mod">
        <pc:chgData name="Anqi Liao" userId="1d6588ae-44db-4481-9683-7a5877415214" providerId="ADAL" clId="{BD1F8121-86C6-4E31-ABBE-18C6A31EE158}" dt="2026-05-19T10:02:01.385" v="414" actId="207"/>
        <pc:sldMkLst>
          <pc:docMk/>
          <pc:sldMk cId="1695105209" sldId="273"/>
        </pc:sldMkLst>
        <pc:spChg chg="mod">
          <ac:chgData name="Anqi Liao" userId="1d6588ae-44db-4481-9683-7a5877415214" providerId="ADAL" clId="{BD1F8121-86C6-4E31-ABBE-18C6A31EE158}" dt="2026-05-19T09:06:14.145" v="209" actId="20577"/>
          <ac:spMkLst>
            <pc:docMk/>
            <pc:sldMk cId="1695105209" sldId="273"/>
            <ac:spMk id="4" creationId="{F55BC679-9FF0-0735-88C4-EC584BEBFBD0}"/>
          </ac:spMkLst>
        </pc:spChg>
        <pc:spChg chg="add mod">
          <ac:chgData name="Anqi Liao" userId="1d6588ae-44db-4481-9683-7a5877415214" providerId="ADAL" clId="{BD1F8121-86C6-4E31-ABBE-18C6A31EE158}" dt="2026-05-19T10:02:01.385" v="414" actId="207"/>
          <ac:spMkLst>
            <pc:docMk/>
            <pc:sldMk cId="1695105209" sldId="273"/>
            <ac:spMk id="5" creationId="{F917258B-6780-D6CD-1C3C-968613D4EC6D}"/>
          </ac:spMkLst>
        </pc:spChg>
        <pc:picChg chg="mod">
          <ac:chgData name="Anqi Liao" userId="1d6588ae-44db-4481-9683-7a5877415214" providerId="ADAL" clId="{BD1F8121-86C6-4E31-ABBE-18C6A31EE158}" dt="2026-05-19T09:03:56.486" v="124" actId="1076"/>
          <ac:picMkLst>
            <pc:docMk/>
            <pc:sldMk cId="1695105209" sldId="273"/>
            <ac:picMk id="6" creationId="{2CD539BB-233B-85F3-9C1F-031AF6EA62AE}"/>
          </ac:picMkLst>
        </pc:picChg>
      </pc:sldChg>
      <pc:sldChg chg="addSp delSp modSp add mod modAnim">
        <pc:chgData name="Anqi Liao" userId="1d6588ae-44db-4481-9683-7a5877415214" providerId="ADAL" clId="{BD1F8121-86C6-4E31-ABBE-18C6A31EE158}" dt="2026-05-19T11:47:11.232" v="454" actId="1038"/>
        <pc:sldMkLst>
          <pc:docMk/>
          <pc:sldMk cId="1828502623" sldId="274"/>
        </pc:sldMkLst>
        <pc:spChg chg="mod">
          <ac:chgData name="Anqi Liao" userId="1d6588ae-44db-4481-9683-7a5877415214" providerId="ADAL" clId="{BD1F8121-86C6-4E31-ABBE-18C6A31EE158}" dt="2026-05-19T09:06:17.288" v="210" actId="20577"/>
          <ac:spMkLst>
            <pc:docMk/>
            <pc:sldMk cId="1828502623" sldId="274"/>
            <ac:spMk id="4" creationId="{28545C6E-F54C-E999-5243-28471A6BC2DF}"/>
          </ac:spMkLst>
        </pc:spChg>
        <pc:spChg chg="add mod">
          <ac:chgData name="Anqi Liao" userId="1d6588ae-44db-4481-9683-7a5877415214" providerId="ADAL" clId="{BD1F8121-86C6-4E31-ABBE-18C6A31EE158}" dt="2026-05-19T10:02:09.342" v="415" actId="207"/>
          <ac:spMkLst>
            <pc:docMk/>
            <pc:sldMk cId="1828502623" sldId="274"/>
            <ac:spMk id="7" creationId="{1D2A0C48-D579-323B-6120-1EA92138F7E2}"/>
          </ac:spMkLst>
        </pc:spChg>
        <pc:picChg chg="add mod">
          <ac:chgData name="Anqi Liao" userId="1d6588ae-44db-4481-9683-7a5877415214" providerId="ADAL" clId="{BD1F8121-86C6-4E31-ABBE-18C6A31EE158}" dt="2026-05-19T11:47:11.232" v="454" actId="1038"/>
          <ac:picMkLst>
            <pc:docMk/>
            <pc:sldMk cId="1828502623" sldId="274"/>
            <ac:picMk id="5" creationId="{AE656839-07E2-53D6-1A6F-F2B413461697}"/>
          </ac:picMkLst>
        </pc:picChg>
      </pc:sldChg>
      <pc:sldChg chg="addSp delSp modSp add mod ord">
        <pc:chgData name="Anqi Liao" userId="1d6588ae-44db-4481-9683-7a5877415214" providerId="ADAL" clId="{BD1F8121-86C6-4E31-ABBE-18C6A31EE158}" dt="2026-05-19T10:02:13.479" v="416" actId="207"/>
        <pc:sldMkLst>
          <pc:docMk/>
          <pc:sldMk cId="4063975977" sldId="276"/>
        </pc:sldMkLst>
        <pc:spChg chg="mod">
          <ac:chgData name="Anqi Liao" userId="1d6588ae-44db-4481-9683-7a5877415214" providerId="ADAL" clId="{BD1F8121-86C6-4E31-ABBE-18C6A31EE158}" dt="2026-05-19T09:06:20.657" v="211" actId="20577"/>
          <ac:spMkLst>
            <pc:docMk/>
            <pc:sldMk cId="4063975977" sldId="276"/>
            <ac:spMk id="4" creationId="{7183C920-9CD7-1C8B-E0DB-2F643FF3D340}"/>
          </ac:spMkLst>
        </pc:spChg>
        <pc:spChg chg="add mod">
          <ac:chgData name="Anqi Liao" userId="1d6588ae-44db-4481-9683-7a5877415214" providerId="ADAL" clId="{BD1F8121-86C6-4E31-ABBE-18C6A31EE158}" dt="2026-05-19T10:02:13.479" v="416" actId="207"/>
          <ac:spMkLst>
            <pc:docMk/>
            <pc:sldMk cId="4063975977" sldId="276"/>
            <ac:spMk id="7" creationId="{DF49F605-841A-754D-45D6-5CE523A9720B}"/>
          </ac:spMkLst>
        </pc:spChg>
        <pc:picChg chg="add mod">
          <ac:chgData name="Anqi Liao" userId="1d6588ae-44db-4481-9683-7a5877415214" providerId="ADAL" clId="{BD1F8121-86C6-4E31-ABBE-18C6A31EE158}" dt="2026-05-19T09:03:08.649" v="116" actId="1076"/>
          <ac:picMkLst>
            <pc:docMk/>
            <pc:sldMk cId="4063975977" sldId="276"/>
            <ac:picMk id="6" creationId="{9E2A576B-FC46-8104-1E02-E005D7E14DEC}"/>
          </ac:picMkLst>
        </pc:picChg>
      </pc:sldChg>
      <pc:sldChg chg="addSp delSp modSp add mod">
        <pc:chgData name="Anqi Liao" userId="1d6588ae-44db-4481-9683-7a5877415214" providerId="ADAL" clId="{BD1F8121-86C6-4E31-ABBE-18C6A31EE158}" dt="2026-05-19T10:02:20.221" v="417" actId="207"/>
        <pc:sldMkLst>
          <pc:docMk/>
          <pc:sldMk cId="1846323049" sldId="277"/>
        </pc:sldMkLst>
        <pc:spChg chg="mod">
          <ac:chgData name="Anqi Liao" userId="1d6588ae-44db-4481-9683-7a5877415214" providerId="ADAL" clId="{BD1F8121-86C6-4E31-ABBE-18C6A31EE158}" dt="2026-05-19T10:02:20.221" v="417" actId="207"/>
          <ac:spMkLst>
            <pc:docMk/>
            <pc:sldMk cId="1846323049" sldId="277"/>
            <ac:spMk id="2" creationId="{628E80E0-50FB-EAF0-61B1-E5EB1EB40C81}"/>
          </ac:spMkLst>
        </pc:spChg>
        <pc:spChg chg="add mod">
          <ac:chgData name="Anqi Liao" userId="1d6588ae-44db-4481-9683-7a5877415214" providerId="ADAL" clId="{BD1F8121-86C6-4E31-ABBE-18C6A31EE158}" dt="2026-05-19T09:06:37.379" v="223" actId="20577"/>
          <ac:spMkLst>
            <pc:docMk/>
            <pc:sldMk cId="1846323049" sldId="277"/>
            <ac:spMk id="3" creationId="{452BB9E7-4D77-E383-2F30-D933CFF73839}"/>
          </ac:spMkLst>
        </pc:spChg>
        <pc:spChg chg="mod">
          <ac:chgData name="Anqi Liao" userId="1d6588ae-44db-4481-9683-7a5877415214" providerId="ADAL" clId="{BD1F8121-86C6-4E31-ABBE-18C6A31EE158}" dt="2026-05-19T09:06:23.992" v="212" actId="20577"/>
          <ac:spMkLst>
            <pc:docMk/>
            <pc:sldMk cId="1846323049" sldId="277"/>
            <ac:spMk id="4" creationId="{FF356DA9-560A-12C2-8181-985F1F37C53E}"/>
          </ac:spMkLst>
        </pc:spChg>
        <pc:spChg chg="add mod">
          <ac:chgData name="Anqi Liao" userId="1d6588ae-44db-4481-9683-7a5877415214" providerId="ADAL" clId="{BD1F8121-86C6-4E31-ABBE-18C6A31EE158}" dt="2026-05-19T09:08:58.098" v="248" actId="20577"/>
          <ac:spMkLst>
            <pc:docMk/>
            <pc:sldMk cId="1846323049" sldId="277"/>
            <ac:spMk id="5" creationId="{85500B4C-4C6B-929E-4CF3-3F42FC175768}"/>
          </ac:spMkLst>
        </pc:spChg>
        <pc:picChg chg="add mod">
          <ac:chgData name="Anqi Liao" userId="1d6588ae-44db-4481-9683-7a5877415214" providerId="ADAL" clId="{BD1F8121-86C6-4E31-ABBE-18C6A31EE158}" dt="2026-05-19T09:08:50.054" v="235" actId="1076"/>
          <ac:picMkLst>
            <pc:docMk/>
            <pc:sldMk cId="1846323049" sldId="277"/>
            <ac:picMk id="8" creationId="{756A5A30-F57D-9E12-4B45-95F88B617836}"/>
          </ac:picMkLst>
        </pc:picChg>
      </pc:sldChg>
      <pc:sldChg chg="addSp delSp modSp add mod">
        <pc:chgData name="Anqi Liao" userId="1d6588ae-44db-4481-9683-7a5877415214" providerId="ADAL" clId="{BD1F8121-86C6-4E31-ABBE-18C6A31EE158}" dt="2026-05-19T10:02:31.498" v="419" actId="207"/>
        <pc:sldMkLst>
          <pc:docMk/>
          <pc:sldMk cId="1288677963" sldId="278"/>
        </pc:sldMkLst>
        <pc:spChg chg="mod">
          <ac:chgData name="Anqi Liao" userId="1d6588ae-44db-4481-9683-7a5877415214" providerId="ADAL" clId="{BD1F8121-86C6-4E31-ABBE-18C6A31EE158}" dt="2026-05-19T10:02:31.498" v="419" actId="207"/>
          <ac:spMkLst>
            <pc:docMk/>
            <pc:sldMk cId="1288677963" sldId="278"/>
            <ac:spMk id="2" creationId="{D3F88933-C321-E738-6717-93A9A485B7C3}"/>
          </ac:spMkLst>
        </pc:spChg>
        <pc:spChg chg="mod">
          <ac:chgData name="Anqi Liao" userId="1d6588ae-44db-4481-9683-7a5877415214" providerId="ADAL" clId="{BD1F8121-86C6-4E31-ABBE-18C6A31EE158}" dt="2026-05-19T10:02:28.904" v="418" actId="207"/>
          <ac:spMkLst>
            <pc:docMk/>
            <pc:sldMk cId="1288677963" sldId="278"/>
            <ac:spMk id="5" creationId="{D87A7632-248E-7B89-C5A9-65604AACEE80}"/>
          </ac:spMkLst>
        </pc:spChg>
        <pc:picChg chg="add mod">
          <ac:chgData name="Anqi Liao" userId="1d6588ae-44db-4481-9683-7a5877415214" providerId="ADAL" clId="{BD1F8121-86C6-4E31-ABBE-18C6A31EE158}" dt="2026-05-19T09:14:39.580" v="321"/>
          <ac:picMkLst>
            <pc:docMk/>
            <pc:sldMk cId="1288677963" sldId="278"/>
            <ac:picMk id="6" creationId="{DAF60EF9-1CA6-358E-1F5A-DA4125B162D3}"/>
          </ac:picMkLst>
        </pc:picChg>
      </pc:sldChg>
      <pc:sldChg chg="addSp delSp modSp add mod ord">
        <pc:chgData name="Anqi Liao" userId="1d6588ae-44db-4481-9683-7a5877415214" providerId="ADAL" clId="{BD1F8121-86C6-4E31-ABBE-18C6A31EE158}" dt="2026-05-19T10:02:40.194" v="421" actId="207"/>
        <pc:sldMkLst>
          <pc:docMk/>
          <pc:sldMk cId="3803529883" sldId="279"/>
        </pc:sldMkLst>
        <pc:spChg chg="mod">
          <ac:chgData name="Anqi Liao" userId="1d6588ae-44db-4481-9683-7a5877415214" providerId="ADAL" clId="{BD1F8121-86C6-4E31-ABBE-18C6A31EE158}" dt="2026-05-19T10:02:40.194" v="421" actId="207"/>
          <ac:spMkLst>
            <pc:docMk/>
            <pc:sldMk cId="3803529883" sldId="279"/>
            <ac:spMk id="2" creationId="{815B9EF4-FE19-E012-BB12-29F1FD2DEFAD}"/>
          </ac:spMkLst>
        </pc:spChg>
        <pc:spChg chg="mod">
          <ac:chgData name="Anqi Liao" userId="1d6588ae-44db-4481-9683-7a5877415214" providerId="ADAL" clId="{BD1F8121-86C6-4E31-ABBE-18C6A31EE158}" dt="2026-05-19T10:02:37.851" v="420" actId="207"/>
          <ac:spMkLst>
            <pc:docMk/>
            <pc:sldMk cId="3803529883" sldId="279"/>
            <ac:spMk id="5" creationId="{6A0196B5-57D4-CB12-05A2-1549C568140F}"/>
          </ac:spMkLst>
        </pc:spChg>
        <pc:picChg chg="add mod">
          <ac:chgData name="Anqi Liao" userId="1d6588ae-44db-4481-9683-7a5877415214" providerId="ADAL" clId="{BD1F8121-86C6-4E31-ABBE-18C6A31EE158}" dt="2026-05-19T09:47:40.959" v="367"/>
          <ac:picMkLst>
            <pc:docMk/>
            <pc:sldMk cId="3803529883" sldId="279"/>
            <ac:picMk id="11" creationId="{C8835EF1-E824-9025-26FF-520D47B4CDA2}"/>
          </ac:picMkLst>
        </pc:picChg>
      </pc:sldChg>
      <pc:sldChg chg="addSp delSp modSp add mod ord modAnim">
        <pc:chgData name="Anqi Liao" userId="1d6588ae-44db-4481-9683-7a5877415214" providerId="ADAL" clId="{BD1F8121-86C6-4E31-ABBE-18C6A31EE158}" dt="2026-05-19T11:47:58.410" v="456"/>
        <pc:sldMkLst>
          <pc:docMk/>
          <pc:sldMk cId="4078709753" sldId="280"/>
        </pc:sldMkLst>
        <pc:spChg chg="mod">
          <ac:chgData name="Anqi Liao" userId="1d6588ae-44db-4481-9683-7a5877415214" providerId="ADAL" clId="{BD1F8121-86C6-4E31-ABBE-18C6A31EE158}" dt="2026-05-19T10:02:51.259" v="423" actId="207"/>
          <ac:spMkLst>
            <pc:docMk/>
            <pc:sldMk cId="4078709753" sldId="280"/>
            <ac:spMk id="2" creationId="{7F8F6B5B-C981-16A2-9404-B85A5014A923}"/>
          </ac:spMkLst>
        </pc:spChg>
        <pc:spChg chg="mod">
          <ac:chgData name="Anqi Liao" userId="1d6588ae-44db-4481-9683-7a5877415214" providerId="ADAL" clId="{BD1F8121-86C6-4E31-ABBE-18C6A31EE158}" dt="2026-05-19T10:02:48.111" v="422" actId="207"/>
          <ac:spMkLst>
            <pc:docMk/>
            <pc:sldMk cId="4078709753" sldId="280"/>
            <ac:spMk id="5" creationId="{DD1CEAE6-3652-4684-F917-6F73B5A9AE5C}"/>
          </ac:spMkLst>
        </pc:spChg>
        <pc:spChg chg="add mod">
          <ac:chgData name="Anqi Liao" userId="1d6588ae-44db-4481-9683-7a5877415214" providerId="ADAL" clId="{BD1F8121-86C6-4E31-ABBE-18C6A31EE158}" dt="2026-05-19T09:21:49.695" v="351" actId="20577"/>
          <ac:spMkLst>
            <pc:docMk/>
            <pc:sldMk cId="4078709753" sldId="280"/>
            <ac:spMk id="9" creationId="{8B1C76A7-EC0A-9DA9-ABCC-2916AAA669C2}"/>
          </ac:spMkLst>
        </pc:spChg>
        <pc:spChg chg="add mod">
          <ac:chgData name="Anqi Liao" userId="1d6588ae-44db-4481-9683-7a5877415214" providerId="ADAL" clId="{BD1F8121-86C6-4E31-ABBE-18C6A31EE158}" dt="2026-05-19T10:03:06.204" v="424" actId="207"/>
          <ac:spMkLst>
            <pc:docMk/>
            <pc:sldMk cId="4078709753" sldId="280"/>
            <ac:spMk id="10" creationId="{7CA85A69-DD66-BDE4-E7D6-B5B1CDBE45DB}"/>
          </ac:spMkLst>
        </pc:spChg>
        <pc:picChg chg="add mod">
          <ac:chgData name="Anqi Liao" userId="1d6588ae-44db-4481-9683-7a5877415214" providerId="ADAL" clId="{BD1F8121-86C6-4E31-ABBE-18C6A31EE158}" dt="2026-05-19T09:48:00.567" v="370" actId="1076"/>
          <ac:picMkLst>
            <pc:docMk/>
            <pc:sldMk cId="4078709753" sldId="280"/>
            <ac:picMk id="11" creationId="{D4F88B29-19AF-CCB7-2F61-2B74E6563D1F}"/>
          </ac:picMkLst>
        </pc:picChg>
      </pc:sldChg>
      <pc:sldChg chg="addSp modSp new mod">
        <pc:chgData name="Anqi Liao" userId="1d6588ae-44db-4481-9683-7a5877415214" providerId="ADAL" clId="{BD1F8121-86C6-4E31-ABBE-18C6A31EE158}" dt="2026-05-21T09:40:37.925" v="712" actId="20577"/>
        <pc:sldMkLst>
          <pc:docMk/>
          <pc:sldMk cId="4147120551" sldId="281"/>
        </pc:sldMkLst>
        <pc:spChg chg="add mod">
          <ac:chgData name="Anqi Liao" userId="1d6588ae-44db-4481-9683-7a5877415214" providerId="ADAL" clId="{BD1F8121-86C6-4E31-ABBE-18C6A31EE158}" dt="2026-05-21T09:17:55.637" v="493" actId="20577"/>
          <ac:spMkLst>
            <pc:docMk/>
            <pc:sldMk cId="4147120551" sldId="281"/>
            <ac:spMk id="2" creationId="{B33D3D8A-4AC5-092B-0A79-F31F50450C05}"/>
          </ac:spMkLst>
        </pc:spChg>
        <pc:spChg chg="add mod">
          <ac:chgData name="Anqi Liao" userId="1d6588ae-44db-4481-9683-7a5877415214" providerId="ADAL" clId="{BD1F8121-86C6-4E31-ABBE-18C6A31EE158}" dt="2026-05-21T09:40:37.925" v="712" actId="20577"/>
          <ac:spMkLst>
            <pc:docMk/>
            <pc:sldMk cId="4147120551" sldId="281"/>
            <ac:spMk id="3" creationId="{4B3CA2DA-6F10-0992-6B8F-99AD68FCF399}"/>
          </ac:spMkLst>
        </pc:spChg>
      </pc:sldChg>
      <pc:sldChg chg="modSp add mod modTransition">
        <pc:chgData name="Anqi Liao" userId="1d6588ae-44db-4481-9683-7a5877415214" providerId="ADAL" clId="{BD1F8121-86C6-4E31-ABBE-18C6A31EE158}" dt="2026-05-21T10:04:13.608" v="753"/>
        <pc:sldMkLst>
          <pc:docMk/>
          <pc:sldMk cId="1908607727" sldId="282"/>
        </pc:sldMkLst>
        <pc:spChg chg="mod">
          <ac:chgData name="Anqi Liao" userId="1d6588ae-44db-4481-9683-7a5877415214" providerId="ADAL" clId="{BD1F8121-86C6-4E31-ABBE-18C6A31EE158}" dt="2026-05-21T09:58:59.047" v="714"/>
          <ac:spMkLst>
            <pc:docMk/>
            <pc:sldMk cId="1908607727" sldId="282"/>
            <ac:spMk id="2" creationId="{B1E8EAEB-8647-E340-9DC9-C0D6A46451A0}"/>
          </ac:spMkLst>
        </pc:spChg>
        <pc:spChg chg="mod">
          <ac:chgData name="Anqi Liao" userId="1d6588ae-44db-4481-9683-7a5877415214" providerId="ADAL" clId="{BD1F8121-86C6-4E31-ABBE-18C6A31EE158}" dt="2026-05-21T10:00:11.098" v="724" actId="20577"/>
          <ac:spMkLst>
            <pc:docMk/>
            <pc:sldMk cId="1908607727" sldId="282"/>
            <ac:spMk id="3" creationId="{32DE21B0-EF53-D24B-DF32-A7B796C24076}"/>
          </ac:spMkLst>
        </pc:spChg>
      </pc:sldChg>
      <pc:sldChg chg="addSp modSp new mod modTransition modAnim">
        <pc:chgData name="Anqi Liao" userId="1d6588ae-44db-4481-9683-7a5877415214" providerId="ADAL" clId="{BD1F8121-86C6-4E31-ABBE-18C6A31EE158}" dt="2026-05-21T10:21:18.025" v="808"/>
        <pc:sldMkLst>
          <pc:docMk/>
          <pc:sldMk cId="3707360672" sldId="283"/>
        </pc:sldMkLst>
        <pc:spChg chg="add mod">
          <ac:chgData name="Anqi Liao" userId="1d6588ae-44db-4481-9683-7a5877415214" providerId="ADAL" clId="{BD1F8121-86C6-4E31-ABBE-18C6A31EE158}" dt="2026-05-21T10:14:49.608" v="798" actId="1076"/>
          <ac:spMkLst>
            <pc:docMk/>
            <pc:sldMk cId="3707360672" sldId="283"/>
            <ac:spMk id="2" creationId="{BD134C4A-0183-2E7C-12AA-30C865869BA0}"/>
          </ac:spMkLst>
        </pc:spChg>
        <pc:spChg chg="add mod">
          <ac:chgData name="Anqi Liao" userId="1d6588ae-44db-4481-9683-7a5877415214" providerId="ADAL" clId="{BD1F8121-86C6-4E31-ABBE-18C6A31EE158}" dt="2026-05-21T10:07:38.379" v="792" actId="1076"/>
          <ac:spMkLst>
            <pc:docMk/>
            <pc:sldMk cId="3707360672" sldId="283"/>
            <ac:spMk id="3" creationId="{33007E2C-1C07-29EF-6A77-7582B77E9507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78DB961-5D43-41F0-BD92-0D3B0D3F59A9}" type="datetimeFigureOut">
              <a:rPr lang="en-AU" smtClean="0"/>
              <a:t>22/05/2026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B9D36E-3F3A-4323-9A49-3CC17951C26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667694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B9D36E-3F3A-4323-9A49-3CC17951C260}" type="slidenum">
              <a:rPr lang="en-AU" smtClean="0"/>
              <a:t>9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94443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8A2046-ED58-C1C8-133A-5BA485480A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C59CD08-1FB6-F9EF-30C5-BEBCDA9573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5120B-46C0-CD92-AF60-26CCFB57A7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BD67CF-9FD4-461C-A60F-8E9A0E03AC15}" type="datetimeFigureOut">
              <a:rPr lang="en-AU" smtClean="0"/>
              <a:t>22/05/2026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E4A8E3-C07E-EA96-CB7E-C6CC8C439D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4873FD-9EE0-09F1-6A26-A84A504141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E136BF-3CAE-415E-8795-563C4999C86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268257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2A22AF-9085-79A8-977C-C39377B8E1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0CB183-2A69-8B07-900E-3B58105589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495114-9CD7-A19C-5465-2523086E72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BD67CF-9FD4-461C-A60F-8E9A0E03AC15}" type="datetimeFigureOut">
              <a:rPr lang="en-AU" smtClean="0"/>
              <a:t>22/05/2026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1B9D92-F9F9-838B-AEF0-996B205125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C1A4FE-34F7-263F-2A50-689FFEC5A0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E136BF-3CAE-415E-8795-563C4999C86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303094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28C418-79CF-4977-6F48-2E50D7C232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EB275F-FD00-1BEC-6339-66A4579938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C497E9-7BFF-183B-769D-CCD8FC0FE7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BD67CF-9FD4-461C-A60F-8E9A0E03AC15}" type="datetimeFigureOut">
              <a:rPr lang="en-AU" smtClean="0"/>
              <a:t>22/05/2026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EA1800-389F-6A70-81AC-3D39AECC4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F03366-FA9D-061E-10C1-AC10089F9F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E136BF-3CAE-415E-8795-563C4999C86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387062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5F2AC1-1696-13B5-266A-8C8D52B3F8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12ACCA-0D72-68E5-189F-08E5F0E495B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4DB5EAA-4D7A-ADA7-9197-629550EB4B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F130A0-8DB9-09FB-7969-ACE20A2A8B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BD67CF-9FD4-461C-A60F-8E9A0E03AC15}" type="datetimeFigureOut">
              <a:rPr lang="en-AU" smtClean="0"/>
              <a:t>22/05/2026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D6D83D-6630-3A0F-15F4-60448C4E82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383972-0235-2FEB-9F0B-5EF15188D2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E136BF-3CAE-415E-8795-563C4999C86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363845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4AA1D5-4909-FE43-520F-A499A62E8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E14A0A-C4C6-1E0C-FD2C-08B8A4A075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32A76FE-6F7A-1877-4CA6-027B329039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49E4922-353E-A954-B3D8-B4BA622E101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3DDEAB2-E560-6310-5393-5EFD012B0E1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320EC88-525D-EA56-5CD3-1F75481F00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BD67CF-9FD4-461C-A60F-8E9A0E03AC15}" type="datetimeFigureOut">
              <a:rPr lang="en-AU" smtClean="0"/>
              <a:t>22/05/2026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C90ABAC-99B4-2867-6128-23128C73BA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7934ECA-0764-8E98-E403-A964623CD4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E136BF-3CAE-415E-8795-563C4999C86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33309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A83BCF-C727-D297-D6DD-D74C22290F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824E3F0-F971-31BA-B207-53DE3BEBAD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BD67CF-9FD4-461C-A60F-8E9A0E03AC15}" type="datetimeFigureOut">
              <a:rPr lang="en-AU" smtClean="0"/>
              <a:t>22/05/2026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2F1AC59-2C41-41C7-F51B-B1BD41BCDE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15854EE-97A6-159D-AB31-4E97996AD2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E136BF-3CAE-415E-8795-563C4999C86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525713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381A21B-EC89-9516-4EB5-D6C12AA79C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BD67CF-9FD4-461C-A60F-8E9A0E03AC15}" type="datetimeFigureOut">
              <a:rPr lang="en-AU" smtClean="0"/>
              <a:t>22/05/2026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CBFE244-15E7-A188-32B8-9B813B959B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4CD698-15FF-1E15-B20A-112E2457A0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E136BF-3CAE-415E-8795-563C4999C86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095854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CCA6AC-9B66-D752-7971-48BC9DBF2B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3913D1-D991-A285-FAAC-9F20865968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CBC4D0-FA04-20A8-6AE7-A56B5326BE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6515DF-0F8B-D9F2-DB5E-C71C740B14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BD67CF-9FD4-461C-A60F-8E9A0E03AC15}" type="datetimeFigureOut">
              <a:rPr lang="en-AU" smtClean="0"/>
              <a:t>22/05/2026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A77D80-F7DF-5FD9-71E9-F045409B91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FC16DF-4777-C534-E305-4BF8CE5995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E136BF-3CAE-415E-8795-563C4999C86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056212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8EB0EE-BEA5-2059-F683-D6901DF34F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3053373-7977-6E6A-1C84-A5A5FF6FCD0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A51F14-ECA6-D67B-A5EF-7D64C0959F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75DF82-0C9B-E982-3189-0FB1F57E4E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BD67CF-9FD4-461C-A60F-8E9A0E03AC15}" type="datetimeFigureOut">
              <a:rPr lang="en-AU" smtClean="0"/>
              <a:t>22/05/2026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E55563-996C-F8FC-A45A-45CB23D001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C615F3-466E-DFB7-411C-41DE6F1434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E136BF-3CAE-415E-8795-563C4999C86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010325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FE4620-B5CE-23C4-2F68-2DC657F716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30A0AD-CDAD-A4AC-BC49-E3ABF84C3B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641296-BBEF-50D1-D3E4-18CDA3B444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BD67CF-9FD4-461C-A60F-8E9A0E03AC15}" type="datetimeFigureOut">
              <a:rPr lang="en-AU" smtClean="0"/>
              <a:t>22/05/2026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585794-DFFF-F119-2CFC-C9E5EA94A2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FD3554-3786-DFC4-1200-FFB836678D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E136BF-3CAE-415E-8795-563C4999C86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37726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79328C0-778A-60AF-8FF8-58F728198FD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D805A3C-BACB-6B47-BFF5-904F438715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3A3D64-3BAF-56AB-8ADA-EDEADA5C18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BD67CF-9FD4-461C-A60F-8E9A0E03AC15}" type="datetimeFigureOut">
              <a:rPr lang="en-AU" smtClean="0"/>
              <a:t>22/05/2026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B1FEAC-9051-22BA-9106-C03E6B1757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7E3A07-99C2-3AEA-5778-F22CC9330D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E136BF-3CAE-415E-8795-563C4999C86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679159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9DBBE21-8CD6-39CB-1D59-C25D7C5AC0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FF31B-CB0A-9945-9750-D2EEAAA747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8288A4-377E-01F3-0828-D735650901E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EBD67CF-9FD4-461C-A60F-8E9A0E03AC15}" type="datetimeFigureOut">
              <a:rPr lang="en-AU" smtClean="0"/>
              <a:t>22/05/2026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F55913-33F5-D69E-CDFD-E54670A7164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B9F69C-A29C-43A6-CD61-60B8789A8B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5E136BF-3CAE-415E-8795-563C4999C86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483997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sv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3.png"/><Relationship Id="rId7" Type="http://schemas.openxmlformats.org/officeDocument/2006/relationships/image" Target="../media/image8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10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svg"/><Relationship Id="rId5" Type="http://schemas.openxmlformats.org/officeDocument/2006/relationships/image" Target="../media/image10.jpe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svg"/><Relationship Id="rId5" Type="http://schemas.openxmlformats.org/officeDocument/2006/relationships/image" Target="../media/image10.jpe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svg"/><Relationship Id="rId5" Type="http://schemas.openxmlformats.org/officeDocument/2006/relationships/image" Target="../media/image10.jpe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sv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7.sv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gif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29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362579-FF74-1DFD-8F56-F7C8AE19CB4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pPr algn="l"/>
            <a:r>
              <a:rPr lang="en-AU" sz="4400" dirty="0">
                <a:solidFill>
                  <a:schemeClr val="bg2">
                    <a:lumMod val="50000"/>
                  </a:schemeClr>
                </a:solidFill>
              </a:rPr>
              <a:t>MDAP Intern Presentation:</a:t>
            </a:r>
            <a:br>
              <a:rPr lang="en-AU" dirty="0">
                <a:solidFill>
                  <a:schemeClr val="bg2">
                    <a:lumMod val="50000"/>
                  </a:schemeClr>
                </a:solidFill>
              </a:rPr>
            </a:br>
            <a:r>
              <a:rPr lang="en-AU" dirty="0"/>
              <a:t>Music Score Analysis through Natural Language Interfaces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4F82182-B2E0-5A59-3E42-F9E32708F8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37750" y="3602038"/>
            <a:ext cx="9144000" cy="1655762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en-AU" dirty="0"/>
              <a:t>Presented by: 	Anqi Liao </a:t>
            </a:r>
          </a:p>
          <a:p>
            <a:pPr algn="l"/>
            <a:r>
              <a:rPr lang="en-AU" dirty="0"/>
              <a:t>		</a:t>
            </a:r>
            <a:r>
              <a:rPr lang="en-AU" sz="2200" dirty="0"/>
              <a:t>(Master of Data Science student at </a:t>
            </a:r>
            <a:r>
              <a:rPr lang="en-AU" sz="2200" dirty="0" err="1"/>
              <a:t>UniMelb</a:t>
            </a:r>
            <a:r>
              <a:rPr lang="en-AU" sz="2200" dirty="0"/>
              <a:t>, Intern at MDAP)</a:t>
            </a:r>
          </a:p>
          <a:p>
            <a:pPr algn="l"/>
            <a:r>
              <a:rPr lang="en-AU" dirty="0"/>
              <a:t>Supervised by: 	Dr. Daniel Russo-</a:t>
            </a:r>
            <a:r>
              <a:rPr lang="en-AU" dirty="0" err="1"/>
              <a:t>Batterham</a:t>
            </a:r>
            <a:r>
              <a:rPr lang="en-AU" dirty="0"/>
              <a:t> </a:t>
            </a:r>
          </a:p>
          <a:p>
            <a:pPr algn="l"/>
            <a:r>
              <a:rPr lang="en-AU" dirty="0"/>
              <a:t>		</a:t>
            </a:r>
            <a:r>
              <a:rPr lang="en-AU" sz="2200" dirty="0"/>
              <a:t>(Senior Research Data Specialist at MDAP)</a:t>
            </a:r>
            <a:endParaRPr lang="en-AU" dirty="0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3FF212A0-0914-0D85-B84D-E89C2AAC1226}"/>
              </a:ext>
            </a:extLst>
          </p:cNvPr>
          <p:cNvSpPr txBox="1">
            <a:spLocks/>
          </p:cNvSpPr>
          <p:nvPr/>
        </p:nvSpPr>
        <p:spPr>
          <a:xfrm>
            <a:off x="5208528" y="6036416"/>
            <a:ext cx="1774944" cy="4119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U" sz="1800" dirty="0"/>
              <a:t>22/05/2026</a:t>
            </a:r>
          </a:p>
        </p:txBody>
      </p:sp>
    </p:spTree>
    <p:extLst>
      <p:ext uri="{BB962C8B-B14F-4D97-AF65-F5344CB8AC3E}">
        <p14:creationId xmlns:p14="http://schemas.microsoft.com/office/powerpoint/2010/main" val="19892648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2" name="Graphic 191">
            <a:extLst>
              <a:ext uri="{FF2B5EF4-FFF2-40B4-BE49-F238E27FC236}">
                <a16:creationId xmlns:a16="http://schemas.microsoft.com/office/drawing/2014/main" id="{64399451-484F-F781-F5C9-4CCF8EE4510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5869" t="17243" r="16001" b="16405"/>
          <a:stretch>
            <a:fillRect/>
          </a:stretch>
        </p:blipFill>
        <p:spPr>
          <a:xfrm>
            <a:off x="8558301" y="3308593"/>
            <a:ext cx="2708080" cy="2637373"/>
          </a:xfrm>
          <a:prstGeom prst="rect">
            <a:avLst/>
          </a:prstGeom>
        </p:spPr>
      </p:pic>
      <p:sp>
        <p:nvSpPr>
          <p:cNvPr id="8" name="Freeform: Shape 7">
            <a:extLst>
              <a:ext uri="{FF2B5EF4-FFF2-40B4-BE49-F238E27FC236}">
                <a16:creationId xmlns:a16="http://schemas.microsoft.com/office/drawing/2014/main" id="{DA6A8CD0-D910-4E52-C37F-264BD9D67319}"/>
              </a:ext>
            </a:extLst>
          </p:cNvPr>
          <p:cNvSpPr/>
          <p:nvPr/>
        </p:nvSpPr>
        <p:spPr>
          <a:xfrm flipH="1">
            <a:off x="5167149" y="1487796"/>
            <a:ext cx="322796" cy="305163"/>
          </a:xfrm>
          <a:custGeom>
            <a:avLst/>
            <a:gdLst>
              <a:gd name="csX0" fmla="*/ 297368 w 322796"/>
              <a:gd name="csY0" fmla="*/ 0 h 305163"/>
              <a:gd name="csX1" fmla="*/ 291201 w 322796"/>
              <a:gd name="csY1" fmla="*/ 533 h 305163"/>
              <a:gd name="csX2" fmla="*/ 247508 w 322796"/>
              <a:gd name="csY2" fmla="*/ 25972 h 305163"/>
              <a:gd name="csX3" fmla="*/ 223094 w 322796"/>
              <a:gd name="csY3" fmla="*/ 53388 h 305163"/>
              <a:gd name="csX4" fmla="*/ 206002 w 322796"/>
              <a:gd name="csY4" fmla="*/ 72284 h 305163"/>
              <a:gd name="csX5" fmla="*/ 196164 w 322796"/>
              <a:gd name="csY5" fmla="*/ 73134 h 305163"/>
              <a:gd name="csX6" fmla="*/ 189389 w 322796"/>
              <a:gd name="csY6" fmla="*/ 72947 h 305163"/>
              <a:gd name="csX7" fmla="*/ 179692 w 322796"/>
              <a:gd name="csY7" fmla="*/ 72781 h 305163"/>
              <a:gd name="csX8" fmla="*/ 137435 w 322796"/>
              <a:gd name="csY8" fmla="*/ 75615 h 305163"/>
              <a:gd name="csX9" fmla="*/ 76134 w 322796"/>
              <a:gd name="csY9" fmla="*/ 111996 h 305163"/>
              <a:gd name="csX10" fmla="*/ 61226 w 322796"/>
              <a:gd name="csY10" fmla="*/ 157039 h 305163"/>
              <a:gd name="csX11" fmla="*/ 89741 w 322796"/>
              <a:gd name="csY11" fmla="*/ 227229 h 305163"/>
              <a:gd name="csX12" fmla="*/ 88166 w 322796"/>
              <a:gd name="csY12" fmla="*/ 264366 h 305163"/>
              <a:gd name="csX13" fmla="*/ 43101 w 322796"/>
              <a:gd name="csY13" fmla="*/ 298235 h 305163"/>
              <a:gd name="csX14" fmla="*/ 16614 w 322796"/>
              <a:gd name="csY14" fmla="*/ 286500 h 305163"/>
              <a:gd name="csX15" fmla="*/ 17124 w 322796"/>
              <a:gd name="csY15" fmla="*/ 274208 h 305163"/>
              <a:gd name="csX16" fmla="*/ 21692 w 322796"/>
              <a:gd name="csY16" fmla="*/ 274613 h 305163"/>
              <a:gd name="csX17" fmla="*/ 28604 w 322796"/>
              <a:gd name="csY17" fmla="*/ 275196 h 305163"/>
              <a:gd name="csX18" fmla="*/ 47408 w 322796"/>
              <a:gd name="csY18" fmla="*/ 265923 h 305163"/>
              <a:gd name="csX19" fmla="*/ 46516 w 322796"/>
              <a:gd name="csY19" fmla="*/ 238234 h 305163"/>
              <a:gd name="csX20" fmla="*/ 30897 w 322796"/>
              <a:gd name="csY20" fmla="*/ 228619 h 305163"/>
              <a:gd name="csX21" fmla="*/ 21449 w 322796"/>
              <a:gd name="csY21" fmla="*/ 226841 h 305163"/>
              <a:gd name="csX22" fmla="*/ 12677 w 322796"/>
              <a:gd name="csY22" fmla="*/ 229680 h 305163"/>
              <a:gd name="csX23" fmla="*/ 2392 w 322796"/>
              <a:gd name="csY23" fmla="*/ 244133 h 305163"/>
              <a:gd name="csX24" fmla="*/ 35597 w 322796"/>
              <a:gd name="csY24" fmla="*/ 303806 h 305163"/>
              <a:gd name="csX25" fmla="*/ 45333 w 322796"/>
              <a:gd name="csY25" fmla="*/ 305164 h 305163"/>
              <a:gd name="csX26" fmla="*/ 94896 w 322796"/>
              <a:gd name="csY26" fmla="*/ 267714 h 305163"/>
              <a:gd name="csX27" fmla="*/ 117829 w 322796"/>
              <a:gd name="csY27" fmla="*/ 244811 h 305163"/>
              <a:gd name="csX28" fmla="*/ 126981 w 322796"/>
              <a:gd name="csY28" fmla="*/ 245595 h 305163"/>
              <a:gd name="csX29" fmla="*/ 138576 w 322796"/>
              <a:gd name="csY29" fmla="*/ 246370 h 305163"/>
              <a:gd name="csX30" fmla="*/ 184473 w 322796"/>
              <a:gd name="csY30" fmla="*/ 227156 h 305163"/>
              <a:gd name="csX31" fmla="*/ 198022 w 322796"/>
              <a:gd name="csY31" fmla="*/ 180892 h 305163"/>
              <a:gd name="csX32" fmla="*/ 179333 w 322796"/>
              <a:gd name="csY32" fmla="*/ 148260 h 305163"/>
              <a:gd name="csX33" fmla="*/ 182662 w 322796"/>
              <a:gd name="csY33" fmla="*/ 124486 h 305163"/>
              <a:gd name="csX34" fmla="*/ 202641 w 322796"/>
              <a:gd name="csY34" fmla="*/ 107447 h 305163"/>
              <a:gd name="csX35" fmla="*/ 242896 w 322796"/>
              <a:gd name="csY35" fmla="*/ 100897 h 305163"/>
              <a:gd name="csX36" fmla="*/ 293711 w 322796"/>
              <a:gd name="csY36" fmla="*/ 72158 h 305163"/>
              <a:gd name="csX37" fmla="*/ 320533 w 322796"/>
              <a:gd name="csY37" fmla="*/ 28735 h 305163"/>
              <a:gd name="csX38" fmla="*/ 319881 w 322796"/>
              <a:gd name="csY38" fmla="*/ 9976 h 305163"/>
              <a:gd name="csX39" fmla="*/ 297368 w 322796"/>
              <a:gd name="csY39" fmla="*/ 1 h 30516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</a:cxnLst>
            <a:rect l="l" t="t" r="r" b="b"/>
            <a:pathLst>
              <a:path w="322796" h="305163">
                <a:moveTo>
                  <a:pt x="297368" y="0"/>
                </a:moveTo>
                <a:cubicBezTo>
                  <a:pt x="295331" y="0"/>
                  <a:pt x="293263" y="173"/>
                  <a:pt x="291201" y="533"/>
                </a:cubicBezTo>
                <a:cubicBezTo>
                  <a:pt x="279927" y="2678"/>
                  <a:pt x="259304" y="14472"/>
                  <a:pt x="247508" y="25972"/>
                </a:cubicBezTo>
                <a:cubicBezTo>
                  <a:pt x="241920" y="31385"/>
                  <a:pt x="230947" y="43749"/>
                  <a:pt x="223094" y="53388"/>
                </a:cubicBezTo>
                <a:cubicBezTo>
                  <a:pt x="215438" y="63083"/>
                  <a:pt x="207663" y="71689"/>
                  <a:pt x="206002" y="72284"/>
                </a:cubicBezTo>
                <a:cubicBezTo>
                  <a:pt x="204815" y="72830"/>
                  <a:pt x="200941" y="73134"/>
                  <a:pt x="196164" y="73134"/>
                </a:cubicBezTo>
                <a:cubicBezTo>
                  <a:pt x="194032" y="73134"/>
                  <a:pt x="191721" y="73074"/>
                  <a:pt x="189389" y="72947"/>
                </a:cubicBezTo>
                <a:cubicBezTo>
                  <a:pt x="186374" y="72835"/>
                  <a:pt x="183098" y="72781"/>
                  <a:pt x="179692" y="72781"/>
                </a:cubicBezTo>
                <a:cubicBezTo>
                  <a:pt x="164258" y="72781"/>
                  <a:pt x="146139" y="73883"/>
                  <a:pt x="137435" y="75615"/>
                </a:cubicBezTo>
                <a:cubicBezTo>
                  <a:pt x="114775" y="80298"/>
                  <a:pt x="87907" y="96056"/>
                  <a:pt x="76134" y="111996"/>
                </a:cubicBezTo>
                <a:cubicBezTo>
                  <a:pt x="65145" y="126675"/>
                  <a:pt x="61500" y="137272"/>
                  <a:pt x="61226" y="157039"/>
                </a:cubicBezTo>
                <a:cubicBezTo>
                  <a:pt x="60582" y="187890"/>
                  <a:pt x="69176" y="209486"/>
                  <a:pt x="89741" y="227229"/>
                </a:cubicBezTo>
                <a:cubicBezTo>
                  <a:pt x="104612" y="240226"/>
                  <a:pt x="104699" y="240672"/>
                  <a:pt x="88166" y="264366"/>
                </a:cubicBezTo>
                <a:cubicBezTo>
                  <a:pt x="72224" y="287081"/>
                  <a:pt x="57716" y="298235"/>
                  <a:pt x="43101" y="298235"/>
                </a:cubicBezTo>
                <a:cubicBezTo>
                  <a:pt x="34416" y="298235"/>
                  <a:pt x="25695" y="294295"/>
                  <a:pt x="16614" y="286500"/>
                </a:cubicBezTo>
                <a:cubicBezTo>
                  <a:pt x="8361" y="279296"/>
                  <a:pt x="8858" y="274208"/>
                  <a:pt x="17124" y="274208"/>
                </a:cubicBezTo>
                <a:cubicBezTo>
                  <a:pt x="18448" y="274208"/>
                  <a:pt x="19973" y="274339"/>
                  <a:pt x="21692" y="274613"/>
                </a:cubicBezTo>
                <a:cubicBezTo>
                  <a:pt x="24163" y="275001"/>
                  <a:pt x="26463" y="275196"/>
                  <a:pt x="28604" y="275196"/>
                </a:cubicBezTo>
                <a:cubicBezTo>
                  <a:pt x="37086" y="275196"/>
                  <a:pt x="43091" y="272140"/>
                  <a:pt x="47408" y="265923"/>
                </a:cubicBezTo>
                <a:cubicBezTo>
                  <a:pt x="52926" y="257746"/>
                  <a:pt x="52483" y="247280"/>
                  <a:pt x="46516" y="238234"/>
                </a:cubicBezTo>
                <a:cubicBezTo>
                  <a:pt x="42682" y="232947"/>
                  <a:pt x="39795" y="231091"/>
                  <a:pt x="30897" y="228619"/>
                </a:cubicBezTo>
                <a:cubicBezTo>
                  <a:pt x="26703" y="227455"/>
                  <a:pt x="23874" y="226841"/>
                  <a:pt x="21449" y="226841"/>
                </a:cubicBezTo>
                <a:cubicBezTo>
                  <a:pt x="18501" y="226841"/>
                  <a:pt x="16152" y="227749"/>
                  <a:pt x="12677" y="229680"/>
                </a:cubicBezTo>
                <a:cubicBezTo>
                  <a:pt x="6346" y="233199"/>
                  <a:pt x="4890" y="235328"/>
                  <a:pt x="2392" y="244133"/>
                </a:cubicBezTo>
                <a:cubicBezTo>
                  <a:pt x="-5711" y="272703"/>
                  <a:pt x="7122" y="295897"/>
                  <a:pt x="35597" y="303806"/>
                </a:cubicBezTo>
                <a:cubicBezTo>
                  <a:pt x="38856" y="304711"/>
                  <a:pt x="42102" y="305164"/>
                  <a:pt x="45333" y="305164"/>
                </a:cubicBezTo>
                <a:cubicBezTo>
                  <a:pt x="62293" y="305164"/>
                  <a:pt x="78852" y="292691"/>
                  <a:pt x="94896" y="267714"/>
                </a:cubicBezTo>
                <a:cubicBezTo>
                  <a:pt x="106996" y="248885"/>
                  <a:pt x="109560" y="244811"/>
                  <a:pt x="117829" y="244811"/>
                </a:cubicBezTo>
                <a:cubicBezTo>
                  <a:pt x="120259" y="244811"/>
                  <a:pt x="123180" y="245162"/>
                  <a:pt x="126981" y="245595"/>
                </a:cubicBezTo>
                <a:cubicBezTo>
                  <a:pt x="130970" y="246113"/>
                  <a:pt x="134838" y="246370"/>
                  <a:pt x="138576" y="246370"/>
                </a:cubicBezTo>
                <a:cubicBezTo>
                  <a:pt x="157585" y="246370"/>
                  <a:pt x="173240" y="239735"/>
                  <a:pt x="184473" y="227156"/>
                </a:cubicBezTo>
                <a:cubicBezTo>
                  <a:pt x="194409" y="216195"/>
                  <a:pt x="200792" y="193692"/>
                  <a:pt x="198022" y="180892"/>
                </a:cubicBezTo>
                <a:cubicBezTo>
                  <a:pt x="195860" y="171214"/>
                  <a:pt x="187895" y="157180"/>
                  <a:pt x="179333" y="148260"/>
                </a:cubicBezTo>
                <a:cubicBezTo>
                  <a:pt x="173181" y="142118"/>
                  <a:pt x="173643" y="138235"/>
                  <a:pt x="182662" y="124486"/>
                </a:cubicBezTo>
                <a:cubicBezTo>
                  <a:pt x="192885" y="108749"/>
                  <a:pt x="194009" y="107794"/>
                  <a:pt x="202641" y="107447"/>
                </a:cubicBezTo>
                <a:cubicBezTo>
                  <a:pt x="209974" y="107163"/>
                  <a:pt x="221392" y="105267"/>
                  <a:pt x="242896" y="100897"/>
                </a:cubicBezTo>
                <a:cubicBezTo>
                  <a:pt x="256030" y="98211"/>
                  <a:pt x="283998" y="82337"/>
                  <a:pt x="293711" y="72158"/>
                </a:cubicBezTo>
                <a:cubicBezTo>
                  <a:pt x="307129" y="57942"/>
                  <a:pt x="316592" y="42629"/>
                  <a:pt x="320533" y="28735"/>
                </a:cubicBezTo>
                <a:cubicBezTo>
                  <a:pt x="323697" y="17581"/>
                  <a:pt x="323602" y="15654"/>
                  <a:pt x="319881" y="9976"/>
                </a:cubicBezTo>
                <a:cubicBezTo>
                  <a:pt x="315671" y="3767"/>
                  <a:pt x="306862" y="1"/>
                  <a:pt x="297368" y="1"/>
                </a:cubicBezTo>
                <a:close/>
              </a:path>
            </a:pathLst>
          </a:custGeom>
          <a:solidFill>
            <a:schemeClr val="accent6">
              <a:lumMod val="75000"/>
            </a:schemeClr>
          </a:solidFill>
          <a:ln w="7382" cap="flat">
            <a:noFill/>
            <a:prstDash val="solid"/>
            <a:miter/>
          </a:ln>
        </p:spPr>
        <p:txBody>
          <a:bodyPr/>
          <a:lstStyle/>
          <a:p>
            <a:endParaRPr lang="en-AU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C6C843B4-9FA9-02EF-C530-EF4175CED54C}"/>
              </a:ext>
            </a:extLst>
          </p:cNvPr>
          <p:cNvSpPr/>
          <p:nvPr/>
        </p:nvSpPr>
        <p:spPr>
          <a:xfrm flipH="1">
            <a:off x="5027868" y="1682456"/>
            <a:ext cx="58791" cy="129253"/>
          </a:xfrm>
          <a:custGeom>
            <a:avLst/>
            <a:gdLst>
              <a:gd name="csX0" fmla="*/ 36026 w 58791"/>
              <a:gd name="csY0" fmla="*/ 0 h 129253"/>
              <a:gd name="csX1" fmla="*/ 30995 w 58791"/>
              <a:gd name="csY1" fmla="*/ 3728 h 129253"/>
              <a:gd name="csX2" fmla="*/ 24716 w 58791"/>
              <a:gd name="csY2" fmla="*/ 36393 h 129253"/>
              <a:gd name="csX3" fmla="*/ 25993 w 58791"/>
              <a:gd name="csY3" fmla="*/ 43924 h 129253"/>
              <a:gd name="csX4" fmla="*/ 15857 w 58791"/>
              <a:gd name="csY4" fmla="*/ 60107 h 129253"/>
              <a:gd name="csX5" fmla="*/ 2283 w 58791"/>
              <a:gd name="csY5" fmla="*/ 83146 h 129253"/>
              <a:gd name="csX6" fmla="*/ 11959 w 58791"/>
              <a:gd name="csY6" fmla="*/ 118973 h 129253"/>
              <a:gd name="csX7" fmla="*/ 28757 w 58791"/>
              <a:gd name="csY7" fmla="*/ 127437 h 129253"/>
              <a:gd name="csX8" fmla="*/ 39823 w 58791"/>
              <a:gd name="csY8" fmla="*/ 129034 h 129253"/>
              <a:gd name="csX9" fmla="*/ 41029 w 58791"/>
              <a:gd name="csY9" fmla="*/ 129253 h 129253"/>
              <a:gd name="csX10" fmla="*/ 45061 w 58791"/>
              <a:gd name="csY10" fmla="*/ 127111 h 129253"/>
              <a:gd name="csX11" fmla="*/ 51545 w 58791"/>
              <a:gd name="csY11" fmla="*/ 120046 h 129253"/>
              <a:gd name="csX12" fmla="*/ 39190 w 58791"/>
              <a:gd name="csY12" fmla="*/ 78619 h 129253"/>
              <a:gd name="csX13" fmla="*/ 32216 w 58791"/>
              <a:gd name="csY13" fmla="*/ 71616 h 129253"/>
              <a:gd name="csX14" fmla="*/ 41621 w 58791"/>
              <a:gd name="csY14" fmla="*/ 49742 h 129253"/>
              <a:gd name="csX15" fmla="*/ 47649 w 58791"/>
              <a:gd name="csY15" fmla="*/ 11942 h 129253"/>
              <a:gd name="csX16" fmla="*/ 39358 w 58791"/>
              <a:gd name="csY16" fmla="*/ 562 h 129253"/>
              <a:gd name="csX17" fmla="*/ 36026 w 58791"/>
              <a:gd name="csY17" fmla="*/ 1 h 12925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</a:cxnLst>
            <a:rect l="l" t="t" r="r" b="b"/>
            <a:pathLst>
              <a:path w="58791" h="129253">
                <a:moveTo>
                  <a:pt x="36026" y="0"/>
                </a:moveTo>
                <a:cubicBezTo>
                  <a:pt x="33778" y="0"/>
                  <a:pt x="32482" y="1148"/>
                  <a:pt x="30995" y="3728"/>
                </a:cubicBezTo>
                <a:cubicBezTo>
                  <a:pt x="27581" y="9746"/>
                  <a:pt x="22930" y="34417"/>
                  <a:pt x="24716" y="36393"/>
                </a:cubicBezTo>
                <a:cubicBezTo>
                  <a:pt x="25538" y="37254"/>
                  <a:pt x="26091" y="40574"/>
                  <a:pt x="25993" y="43924"/>
                </a:cubicBezTo>
                <a:cubicBezTo>
                  <a:pt x="25872" y="48112"/>
                  <a:pt x="23211" y="52229"/>
                  <a:pt x="15857" y="60107"/>
                </a:cubicBezTo>
                <a:cubicBezTo>
                  <a:pt x="7435" y="68745"/>
                  <a:pt x="5280" y="72580"/>
                  <a:pt x="2283" y="83146"/>
                </a:cubicBezTo>
                <a:cubicBezTo>
                  <a:pt x="-2434" y="99777"/>
                  <a:pt x="-138" y="108226"/>
                  <a:pt x="11959" y="118973"/>
                </a:cubicBezTo>
                <a:cubicBezTo>
                  <a:pt x="18956" y="125138"/>
                  <a:pt x="22491" y="126964"/>
                  <a:pt x="28757" y="127437"/>
                </a:cubicBezTo>
                <a:cubicBezTo>
                  <a:pt x="32933" y="127753"/>
                  <a:pt x="37846" y="128485"/>
                  <a:pt x="39823" y="129034"/>
                </a:cubicBezTo>
                <a:cubicBezTo>
                  <a:pt x="40199" y="129184"/>
                  <a:pt x="40608" y="129253"/>
                  <a:pt x="41029" y="129253"/>
                </a:cubicBezTo>
                <a:cubicBezTo>
                  <a:pt x="42540" y="129253"/>
                  <a:pt x="44207" y="128360"/>
                  <a:pt x="45061" y="127111"/>
                </a:cubicBezTo>
                <a:cubicBezTo>
                  <a:pt x="46351" y="125571"/>
                  <a:pt x="49186" y="122347"/>
                  <a:pt x="51545" y="120046"/>
                </a:cubicBezTo>
                <a:cubicBezTo>
                  <a:pt x="65278" y="106975"/>
                  <a:pt x="58569" y="84001"/>
                  <a:pt x="39190" y="78619"/>
                </a:cubicBezTo>
                <a:cubicBezTo>
                  <a:pt x="35235" y="77521"/>
                  <a:pt x="33052" y="75438"/>
                  <a:pt x="32216" y="71616"/>
                </a:cubicBezTo>
                <a:cubicBezTo>
                  <a:pt x="30891" y="65761"/>
                  <a:pt x="32539" y="62207"/>
                  <a:pt x="41621" y="49742"/>
                </a:cubicBezTo>
                <a:cubicBezTo>
                  <a:pt x="48937" y="39741"/>
                  <a:pt x="51240" y="25605"/>
                  <a:pt x="47649" y="11942"/>
                </a:cubicBezTo>
                <a:cubicBezTo>
                  <a:pt x="45637" y="3996"/>
                  <a:pt x="44103" y="1880"/>
                  <a:pt x="39358" y="562"/>
                </a:cubicBezTo>
                <a:cubicBezTo>
                  <a:pt x="38033" y="194"/>
                  <a:pt x="36949" y="1"/>
                  <a:pt x="36026" y="1"/>
                </a:cubicBezTo>
                <a:close/>
              </a:path>
            </a:pathLst>
          </a:custGeom>
          <a:solidFill>
            <a:schemeClr val="accent4">
              <a:lumMod val="75000"/>
            </a:schemeClr>
          </a:solidFill>
          <a:ln w="7382" cap="flat">
            <a:noFill/>
            <a:prstDash val="solid"/>
            <a:miter/>
          </a:ln>
        </p:spPr>
        <p:txBody>
          <a:bodyPr/>
          <a:lstStyle/>
          <a:p>
            <a:endParaRPr lang="en-AU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03C53119-47B1-3340-45E3-6DFCADFA9926}"/>
              </a:ext>
            </a:extLst>
          </p:cNvPr>
          <p:cNvSpPr/>
          <p:nvPr/>
        </p:nvSpPr>
        <p:spPr>
          <a:xfrm flipH="1">
            <a:off x="5152426" y="1686243"/>
            <a:ext cx="168053" cy="171346"/>
          </a:xfrm>
          <a:custGeom>
            <a:avLst/>
            <a:gdLst>
              <a:gd name="csX0" fmla="*/ 162580 w 168053"/>
              <a:gd name="csY0" fmla="*/ 0 h 171346"/>
              <a:gd name="csX1" fmla="*/ 159107 w 168053"/>
              <a:gd name="csY1" fmla="*/ 2435 h 171346"/>
              <a:gd name="csX2" fmla="*/ 144174 w 168053"/>
              <a:gd name="csY2" fmla="*/ 24251 h 171346"/>
              <a:gd name="csX3" fmla="*/ 126753 w 168053"/>
              <a:gd name="csY3" fmla="*/ 51076 h 171346"/>
              <a:gd name="csX4" fmla="*/ 78763 w 168053"/>
              <a:gd name="csY4" fmla="*/ 128516 h 171346"/>
              <a:gd name="csX5" fmla="*/ 73353 w 168053"/>
              <a:gd name="csY5" fmla="*/ 133561 h 171346"/>
              <a:gd name="csX6" fmla="*/ 49550 w 168053"/>
              <a:gd name="csY6" fmla="*/ 125468 h 171346"/>
              <a:gd name="csX7" fmla="*/ 28796 w 168053"/>
              <a:gd name="csY7" fmla="*/ 120772 h 171346"/>
              <a:gd name="csX8" fmla="*/ 9194 w 168053"/>
              <a:gd name="csY8" fmla="*/ 128614 h 171346"/>
              <a:gd name="csX9" fmla="*/ 493 w 168053"/>
              <a:gd name="csY9" fmla="*/ 150262 h 171346"/>
              <a:gd name="csX10" fmla="*/ 34938 w 168053"/>
              <a:gd name="csY10" fmla="*/ 171347 h 171346"/>
              <a:gd name="csX11" fmla="*/ 57522 w 168053"/>
              <a:gd name="csY11" fmla="*/ 165046 h 171346"/>
              <a:gd name="csX12" fmla="*/ 91942 w 168053"/>
              <a:gd name="csY12" fmla="*/ 117400 h 171346"/>
              <a:gd name="csX13" fmla="*/ 107818 w 168053"/>
              <a:gd name="csY13" fmla="*/ 92258 h 171346"/>
              <a:gd name="csX14" fmla="*/ 125264 w 168053"/>
              <a:gd name="csY14" fmla="*/ 64595 h 171346"/>
              <a:gd name="csX15" fmla="*/ 133340 w 168053"/>
              <a:gd name="csY15" fmla="*/ 54173 h 171346"/>
              <a:gd name="csX16" fmla="*/ 135197 w 168053"/>
              <a:gd name="csY16" fmla="*/ 53683 h 171346"/>
              <a:gd name="csX17" fmla="*/ 152118 w 168053"/>
              <a:gd name="csY17" fmla="*/ 94007 h 171346"/>
              <a:gd name="csX18" fmla="*/ 121665 w 168053"/>
              <a:gd name="csY18" fmla="*/ 150988 h 171346"/>
              <a:gd name="csX19" fmla="*/ 113828 w 168053"/>
              <a:gd name="csY19" fmla="*/ 158310 h 171346"/>
              <a:gd name="csX20" fmla="*/ 125620 w 168053"/>
              <a:gd name="csY20" fmla="*/ 152086 h 171346"/>
              <a:gd name="csX21" fmla="*/ 158391 w 168053"/>
              <a:gd name="csY21" fmla="*/ 120026 h 171346"/>
              <a:gd name="csX22" fmla="*/ 163607 w 168053"/>
              <a:gd name="csY22" fmla="*/ 41472 h 171346"/>
              <a:gd name="csX23" fmla="*/ 162961 w 168053"/>
              <a:gd name="csY23" fmla="*/ 12163 h 171346"/>
              <a:gd name="csX24" fmla="*/ 162579 w 168053"/>
              <a:gd name="csY24" fmla="*/ 3 h 17134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</a:cxnLst>
            <a:rect l="l" t="t" r="r" b="b"/>
            <a:pathLst>
              <a:path w="168053" h="171346">
                <a:moveTo>
                  <a:pt x="162580" y="0"/>
                </a:moveTo>
                <a:cubicBezTo>
                  <a:pt x="161781" y="0"/>
                  <a:pt x="160630" y="818"/>
                  <a:pt x="159107" y="2435"/>
                </a:cubicBezTo>
                <a:cubicBezTo>
                  <a:pt x="157563" y="4117"/>
                  <a:pt x="150754" y="13836"/>
                  <a:pt x="144174" y="24251"/>
                </a:cubicBezTo>
                <a:cubicBezTo>
                  <a:pt x="137593" y="34667"/>
                  <a:pt x="129723" y="46622"/>
                  <a:pt x="126753" y="51076"/>
                </a:cubicBezTo>
                <a:cubicBezTo>
                  <a:pt x="122216" y="58048"/>
                  <a:pt x="89541" y="110824"/>
                  <a:pt x="78763" y="128516"/>
                </a:cubicBezTo>
                <a:cubicBezTo>
                  <a:pt x="76864" y="131763"/>
                  <a:pt x="76138" y="133561"/>
                  <a:pt x="73353" y="133561"/>
                </a:cubicBezTo>
                <a:cubicBezTo>
                  <a:pt x="70064" y="133561"/>
                  <a:pt x="63903" y="131055"/>
                  <a:pt x="49550" y="125468"/>
                </a:cubicBezTo>
                <a:cubicBezTo>
                  <a:pt x="41395" y="122366"/>
                  <a:pt x="34681" y="120772"/>
                  <a:pt x="28796" y="120772"/>
                </a:cubicBezTo>
                <a:cubicBezTo>
                  <a:pt x="21344" y="120772"/>
                  <a:pt x="15223" y="123328"/>
                  <a:pt x="9194" y="128614"/>
                </a:cubicBezTo>
                <a:cubicBezTo>
                  <a:pt x="400" y="136303"/>
                  <a:pt x="-940" y="139520"/>
                  <a:pt x="493" y="150262"/>
                </a:cubicBezTo>
                <a:cubicBezTo>
                  <a:pt x="2035" y="163053"/>
                  <a:pt x="18385" y="171347"/>
                  <a:pt x="34938" y="171347"/>
                </a:cubicBezTo>
                <a:cubicBezTo>
                  <a:pt x="42976" y="171347"/>
                  <a:pt x="51060" y="169391"/>
                  <a:pt x="57522" y="165046"/>
                </a:cubicBezTo>
                <a:cubicBezTo>
                  <a:pt x="64946" y="159930"/>
                  <a:pt x="72262" y="149930"/>
                  <a:pt x="91942" y="117400"/>
                </a:cubicBezTo>
                <a:cubicBezTo>
                  <a:pt x="93984" y="113957"/>
                  <a:pt x="101041" y="102617"/>
                  <a:pt x="107818" y="92258"/>
                </a:cubicBezTo>
                <a:cubicBezTo>
                  <a:pt x="114399" y="81842"/>
                  <a:pt x="122382" y="69494"/>
                  <a:pt x="125264" y="64595"/>
                </a:cubicBezTo>
                <a:cubicBezTo>
                  <a:pt x="128399" y="59557"/>
                  <a:pt x="131820" y="55018"/>
                  <a:pt x="133340" y="54173"/>
                </a:cubicBezTo>
                <a:cubicBezTo>
                  <a:pt x="133937" y="53841"/>
                  <a:pt x="134559" y="53683"/>
                  <a:pt x="135197" y="53683"/>
                </a:cubicBezTo>
                <a:cubicBezTo>
                  <a:pt x="142955" y="53683"/>
                  <a:pt x="153210" y="76954"/>
                  <a:pt x="152118" y="94007"/>
                </a:cubicBezTo>
                <a:cubicBezTo>
                  <a:pt x="150610" y="115121"/>
                  <a:pt x="141692" y="132274"/>
                  <a:pt x="121665" y="150988"/>
                </a:cubicBezTo>
                <a:lnTo>
                  <a:pt x="113828" y="158310"/>
                </a:lnTo>
                <a:lnTo>
                  <a:pt x="125620" y="152086"/>
                </a:lnTo>
                <a:cubicBezTo>
                  <a:pt x="138875" y="145213"/>
                  <a:pt x="148619" y="135676"/>
                  <a:pt x="158391" y="120026"/>
                </a:cubicBezTo>
                <a:cubicBezTo>
                  <a:pt x="169565" y="102442"/>
                  <a:pt x="170692" y="84179"/>
                  <a:pt x="163607" y="41472"/>
                </a:cubicBezTo>
                <a:cubicBezTo>
                  <a:pt x="161691" y="30175"/>
                  <a:pt x="161445" y="19762"/>
                  <a:pt x="162961" y="12163"/>
                </a:cubicBezTo>
                <a:cubicBezTo>
                  <a:pt x="164398" y="3990"/>
                  <a:pt x="164344" y="3"/>
                  <a:pt x="162579" y="3"/>
                </a:cubicBezTo>
                <a:close/>
              </a:path>
            </a:pathLst>
          </a:custGeom>
          <a:solidFill>
            <a:schemeClr val="accent5">
              <a:lumMod val="75000"/>
            </a:schemeClr>
          </a:solidFill>
          <a:ln w="7382" cap="flat">
            <a:noFill/>
            <a:prstDash val="solid"/>
            <a:miter/>
          </a:ln>
        </p:spPr>
        <p:txBody>
          <a:bodyPr/>
          <a:lstStyle/>
          <a:p>
            <a:endParaRPr lang="en-AU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CB3D606-5407-B369-C21E-F2722040B2E2}"/>
              </a:ext>
            </a:extLst>
          </p:cNvPr>
          <p:cNvSpPr/>
          <p:nvPr/>
        </p:nvSpPr>
        <p:spPr>
          <a:xfrm flipH="1">
            <a:off x="6852099" y="1320049"/>
            <a:ext cx="310233" cy="298142"/>
          </a:xfrm>
          <a:custGeom>
            <a:avLst/>
            <a:gdLst>
              <a:gd name="csX0" fmla="*/ 159342 w 310233"/>
              <a:gd name="csY0" fmla="*/ 0 h 298142"/>
              <a:gd name="csX1" fmla="*/ 156945 w 310233"/>
              <a:gd name="csY1" fmla="*/ 1195 h 298142"/>
              <a:gd name="csX2" fmla="*/ 149529 w 310233"/>
              <a:gd name="csY2" fmla="*/ 19821 h 298142"/>
              <a:gd name="csX3" fmla="*/ 133243 w 310233"/>
              <a:gd name="csY3" fmla="*/ 65958 h 298142"/>
              <a:gd name="csX4" fmla="*/ 94681 w 310233"/>
              <a:gd name="csY4" fmla="*/ 174093 h 298142"/>
              <a:gd name="csX5" fmla="*/ 87445 w 310233"/>
              <a:gd name="csY5" fmla="*/ 195091 h 298142"/>
              <a:gd name="csX6" fmla="*/ 78651 w 310233"/>
              <a:gd name="csY6" fmla="*/ 190749 h 298142"/>
              <a:gd name="csX7" fmla="*/ 43455 w 310233"/>
              <a:gd name="csY7" fmla="*/ 181980 h 298142"/>
              <a:gd name="csX8" fmla="*/ 34179 w 310233"/>
              <a:gd name="csY8" fmla="*/ 182831 h 298142"/>
              <a:gd name="csX9" fmla="*/ 7913 w 310233"/>
              <a:gd name="csY9" fmla="*/ 236329 h 298142"/>
              <a:gd name="csX10" fmla="*/ 39813 w 310233"/>
              <a:gd name="csY10" fmla="*/ 246225 h 298142"/>
              <a:gd name="csX11" fmla="*/ 50920 w 310233"/>
              <a:gd name="csY11" fmla="*/ 244896 h 298142"/>
              <a:gd name="csX12" fmla="*/ 77905 w 310233"/>
              <a:gd name="csY12" fmla="*/ 230228 h 298142"/>
              <a:gd name="csX13" fmla="*/ 112902 w 310233"/>
              <a:gd name="csY13" fmla="*/ 143691 h 298142"/>
              <a:gd name="csX14" fmla="*/ 148205 w 310233"/>
              <a:gd name="csY14" fmla="*/ 50060 h 298142"/>
              <a:gd name="csX15" fmla="*/ 148620 w 310233"/>
              <a:gd name="csY15" fmla="*/ 49986 h 298142"/>
              <a:gd name="csX16" fmla="*/ 285698 w 310233"/>
              <a:gd name="csY16" fmla="*/ 96272 h 298142"/>
              <a:gd name="csX17" fmla="*/ 273745 w 310233"/>
              <a:gd name="csY17" fmla="*/ 133902 h 298142"/>
              <a:gd name="csX18" fmla="*/ 247743 w 310233"/>
              <a:gd name="csY18" fmla="*/ 207529 h 298142"/>
              <a:gd name="csX19" fmla="*/ 234746 w 310233"/>
              <a:gd name="csY19" fmla="*/ 245081 h 298142"/>
              <a:gd name="csX20" fmla="*/ 229914 w 310233"/>
              <a:gd name="csY20" fmla="*/ 243318 h 298142"/>
              <a:gd name="csX21" fmla="*/ 215978 w 310233"/>
              <a:gd name="csY21" fmla="*/ 237548 h 298142"/>
              <a:gd name="csX22" fmla="*/ 193140 w 310233"/>
              <a:gd name="csY22" fmla="*/ 233520 h 298142"/>
              <a:gd name="csX23" fmla="*/ 170782 w 310233"/>
              <a:gd name="csY23" fmla="*/ 237448 h 298142"/>
              <a:gd name="csX24" fmla="*/ 155055 w 310233"/>
              <a:gd name="csY24" fmla="*/ 288387 h 298142"/>
              <a:gd name="csX25" fmla="*/ 186207 w 310233"/>
              <a:gd name="csY25" fmla="*/ 298142 h 298142"/>
              <a:gd name="csX26" fmla="*/ 190562 w 310233"/>
              <a:gd name="csY26" fmla="*/ 297826 h 298142"/>
              <a:gd name="csX27" fmla="*/ 225491 w 310233"/>
              <a:gd name="csY27" fmla="*/ 280720 h 298142"/>
              <a:gd name="csX28" fmla="*/ 247706 w 310233"/>
              <a:gd name="csY28" fmla="*/ 229472 h 298142"/>
              <a:gd name="csX29" fmla="*/ 278477 w 310233"/>
              <a:gd name="csY29" fmla="*/ 144295 h 298142"/>
              <a:gd name="csX30" fmla="*/ 310209 w 310233"/>
              <a:gd name="csY30" fmla="*/ 53473 h 298142"/>
              <a:gd name="csX31" fmla="*/ 298987 w 310233"/>
              <a:gd name="csY31" fmla="*/ 48668 h 298142"/>
              <a:gd name="csX32" fmla="*/ 269683 w 310233"/>
              <a:gd name="csY32" fmla="*/ 38418 h 298142"/>
              <a:gd name="csX33" fmla="*/ 209691 w 310233"/>
              <a:gd name="csY33" fmla="*/ 17533 h 298142"/>
              <a:gd name="csX34" fmla="*/ 163517 w 310233"/>
              <a:gd name="csY34" fmla="*/ 1332 h 298142"/>
              <a:gd name="csX35" fmla="*/ 159340 w 310233"/>
              <a:gd name="csY35" fmla="*/ 1 h 29814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310233" h="298142">
                <a:moveTo>
                  <a:pt x="159342" y="0"/>
                </a:moveTo>
                <a:cubicBezTo>
                  <a:pt x="158277" y="0"/>
                  <a:pt x="157484" y="408"/>
                  <a:pt x="156945" y="1195"/>
                </a:cubicBezTo>
                <a:cubicBezTo>
                  <a:pt x="155964" y="2400"/>
                  <a:pt x="152731" y="10789"/>
                  <a:pt x="149529" y="19821"/>
                </a:cubicBezTo>
                <a:cubicBezTo>
                  <a:pt x="146525" y="28909"/>
                  <a:pt x="139146" y="49657"/>
                  <a:pt x="133243" y="65958"/>
                </a:cubicBezTo>
                <a:cubicBezTo>
                  <a:pt x="118178" y="107793"/>
                  <a:pt x="103255" y="149878"/>
                  <a:pt x="94681" y="174093"/>
                </a:cubicBezTo>
                <a:lnTo>
                  <a:pt x="87445" y="195091"/>
                </a:lnTo>
                <a:lnTo>
                  <a:pt x="78651" y="190749"/>
                </a:lnTo>
                <a:cubicBezTo>
                  <a:pt x="66841" y="185038"/>
                  <a:pt x="54279" y="181980"/>
                  <a:pt x="43455" y="181980"/>
                </a:cubicBezTo>
                <a:cubicBezTo>
                  <a:pt x="40181" y="181980"/>
                  <a:pt x="37066" y="182260"/>
                  <a:pt x="34179" y="182831"/>
                </a:cubicBezTo>
                <a:cubicBezTo>
                  <a:pt x="4613" y="188549"/>
                  <a:pt x="-10224" y="219048"/>
                  <a:pt x="7913" y="236329"/>
                </a:cubicBezTo>
                <a:cubicBezTo>
                  <a:pt x="14076" y="242330"/>
                  <a:pt x="27721" y="246225"/>
                  <a:pt x="39813" y="246225"/>
                </a:cubicBezTo>
                <a:cubicBezTo>
                  <a:pt x="43791" y="246225"/>
                  <a:pt x="47600" y="245803"/>
                  <a:pt x="50920" y="244896"/>
                </a:cubicBezTo>
                <a:cubicBezTo>
                  <a:pt x="65289" y="240866"/>
                  <a:pt x="70804" y="237965"/>
                  <a:pt x="77905" y="230228"/>
                </a:cubicBezTo>
                <a:cubicBezTo>
                  <a:pt x="84840" y="223077"/>
                  <a:pt x="87740" y="215861"/>
                  <a:pt x="112902" y="143691"/>
                </a:cubicBezTo>
                <a:cubicBezTo>
                  <a:pt x="133390" y="84998"/>
                  <a:pt x="146068" y="51579"/>
                  <a:pt x="148205" y="50060"/>
                </a:cubicBezTo>
                <a:cubicBezTo>
                  <a:pt x="148274" y="50011"/>
                  <a:pt x="148413" y="49986"/>
                  <a:pt x="148620" y="49986"/>
                </a:cubicBezTo>
                <a:cubicBezTo>
                  <a:pt x="157272" y="49986"/>
                  <a:pt x="283617" y="92600"/>
                  <a:pt x="285698" y="96272"/>
                </a:cubicBezTo>
                <a:cubicBezTo>
                  <a:pt x="286323" y="97077"/>
                  <a:pt x="280846" y="114132"/>
                  <a:pt x="273745" y="133902"/>
                </a:cubicBezTo>
                <a:cubicBezTo>
                  <a:pt x="266644" y="153674"/>
                  <a:pt x="254868" y="186921"/>
                  <a:pt x="247743" y="207529"/>
                </a:cubicBezTo>
                <a:lnTo>
                  <a:pt x="234746" y="245081"/>
                </a:lnTo>
                <a:lnTo>
                  <a:pt x="229914" y="243318"/>
                </a:lnTo>
                <a:cubicBezTo>
                  <a:pt x="227200" y="242353"/>
                  <a:pt x="220897" y="239758"/>
                  <a:pt x="215978" y="237548"/>
                </a:cubicBezTo>
                <a:cubicBezTo>
                  <a:pt x="209759" y="234864"/>
                  <a:pt x="201429" y="233520"/>
                  <a:pt x="193140" y="233520"/>
                </a:cubicBezTo>
                <a:cubicBezTo>
                  <a:pt x="184962" y="233520"/>
                  <a:pt x="176821" y="234828"/>
                  <a:pt x="170782" y="237448"/>
                </a:cubicBezTo>
                <a:cubicBezTo>
                  <a:pt x="147668" y="247494"/>
                  <a:pt x="139527" y="273941"/>
                  <a:pt x="155055" y="288387"/>
                </a:cubicBezTo>
                <a:cubicBezTo>
                  <a:pt x="160963" y="293696"/>
                  <a:pt x="175813" y="298142"/>
                  <a:pt x="186207" y="298142"/>
                </a:cubicBezTo>
                <a:cubicBezTo>
                  <a:pt x="187776" y="298142"/>
                  <a:pt x="189243" y="298041"/>
                  <a:pt x="190562" y="297826"/>
                </a:cubicBezTo>
                <a:cubicBezTo>
                  <a:pt x="203924" y="295838"/>
                  <a:pt x="218532" y="288707"/>
                  <a:pt x="225491" y="280720"/>
                </a:cubicBezTo>
                <a:cubicBezTo>
                  <a:pt x="231104" y="274467"/>
                  <a:pt x="234621" y="266579"/>
                  <a:pt x="247706" y="229472"/>
                </a:cubicBezTo>
                <a:cubicBezTo>
                  <a:pt x="256478" y="205312"/>
                  <a:pt x="270149" y="166890"/>
                  <a:pt x="278477" y="144295"/>
                </a:cubicBezTo>
                <a:cubicBezTo>
                  <a:pt x="307552" y="64346"/>
                  <a:pt x="310556" y="55260"/>
                  <a:pt x="310209" y="53473"/>
                </a:cubicBezTo>
                <a:cubicBezTo>
                  <a:pt x="309838" y="52526"/>
                  <a:pt x="304919" y="50314"/>
                  <a:pt x="298987" y="48668"/>
                </a:cubicBezTo>
                <a:cubicBezTo>
                  <a:pt x="293252" y="47074"/>
                  <a:pt x="280028" y="42558"/>
                  <a:pt x="269683" y="38418"/>
                </a:cubicBezTo>
                <a:cubicBezTo>
                  <a:pt x="259085" y="34419"/>
                  <a:pt x="232296" y="25077"/>
                  <a:pt x="209691" y="17533"/>
                </a:cubicBezTo>
                <a:cubicBezTo>
                  <a:pt x="187284" y="10044"/>
                  <a:pt x="166514" y="2798"/>
                  <a:pt x="163517" y="1332"/>
                </a:cubicBezTo>
                <a:cubicBezTo>
                  <a:pt x="161824" y="434"/>
                  <a:pt x="160438" y="1"/>
                  <a:pt x="159340" y="1"/>
                </a:cubicBez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  <a:ln w="7382" cap="flat">
            <a:noFill/>
            <a:prstDash val="solid"/>
            <a:miter/>
          </a:ln>
        </p:spPr>
        <p:txBody>
          <a:bodyPr/>
          <a:lstStyle/>
          <a:p>
            <a:endParaRPr lang="en-AU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D4BF6769-B6C1-0999-9C67-BFB5C93EB2B6}"/>
              </a:ext>
            </a:extLst>
          </p:cNvPr>
          <p:cNvSpPr/>
          <p:nvPr/>
        </p:nvSpPr>
        <p:spPr>
          <a:xfrm flipH="1">
            <a:off x="6508496" y="1521305"/>
            <a:ext cx="145147" cy="163641"/>
          </a:xfrm>
          <a:custGeom>
            <a:avLst/>
            <a:gdLst>
              <a:gd name="csX0" fmla="*/ 25183 w 145147"/>
              <a:gd name="csY0" fmla="*/ 1 h 163641"/>
              <a:gd name="csX1" fmla="*/ 20918 w 145147"/>
              <a:gd name="csY1" fmla="*/ 311 h 163641"/>
              <a:gd name="csX2" fmla="*/ 7660 w 145147"/>
              <a:gd name="csY2" fmla="*/ 36525 h 163641"/>
              <a:gd name="csX3" fmla="*/ 28869 w 145147"/>
              <a:gd name="csY3" fmla="*/ 44050 h 163641"/>
              <a:gd name="csX4" fmla="*/ 52721 w 145147"/>
              <a:gd name="csY4" fmla="*/ 37851 h 163641"/>
              <a:gd name="csX5" fmla="*/ 62486 w 145147"/>
              <a:gd name="csY5" fmla="*/ 32754 h 163641"/>
              <a:gd name="csX6" fmla="*/ 69321 w 145147"/>
              <a:gd name="csY6" fmla="*/ 46261 h 163641"/>
              <a:gd name="csX7" fmla="*/ 119758 w 145147"/>
              <a:gd name="csY7" fmla="*/ 152728 h 163641"/>
              <a:gd name="csX8" fmla="*/ 127497 w 145147"/>
              <a:gd name="csY8" fmla="*/ 163642 h 163641"/>
              <a:gd name="csX9" fmla="*/ 130214 w 145147"/>
              <a:gd name="csY9" fmla="*/ 156476 h 163641"/>
              <a:gd name="csX10" fmla="*/ 140831 w 145147"/>
              <a:gd name="csY10" fmla="*/ 116784 h 163641"/>
              <a:gd name="csX11" fmla="*/ 144164 w 145147"/>
              <a:gd name="csY11" fmla="*/ 87737 h 163641"/>
              <a:gd name="csX12" fmla="*/ 137413 w 145147"/>
              <a:gd name="csY12" fmla="*/ 67918 h 163641"/>
              <a:gd name="csX13" fmla="*/ 130210 w 145147"/>
              <a:gd name="csY13" fmla="*/ 48185 h 163641"/>
              <a:gd name="csX14" fmla="*/ 109609 w 145147"/>
              <a:gd name="csY14" fmla="*/ 11012 h 163641"/>
              <a:gd name="csX15" fmla="*/ 107319 w 145147"/>
              <a:gd name="csY15" fmla="*/ 10598 h 163641"/>
              <a:gd name="csX16" fmla="*/ 106675 w 145147"/>
              <a:gd name="csY16" fmla="*/ 10830 h 163641"/>
              <a:gd name="csX17" fmla="*/ 112545 w 145147"/>
              <a:gd name="csY17" fmla="*/ 23225 h 163641"/>
              <a:gd name="csX18" fmla="*/ 116688 w 145147"/>
              <a:gd name="csY18" fmla="*/ 64272 h 163641"/>
              <a:gd name="csX19" fmla="*/ 98272 w 145147"/>
              <a:gd name="csY19" fmla="*/ 86907 h 163641"/>
              <a:gd name="csX20" fmla="*/ 97498 w 145147"/>
              <a:gd name="csY20" fmla="*/ 86806 h 163641"/>
              <a:gd name="csX21" fmla="*/ 76589 w 145147"/>
              <a:gd name="csY21" fmla="*/ 49969 h 163641"/>
              <a:gd name="csX22" fmla="*/ 53997 w 145147"/>
              <a:gd name="csY22" fmla="*/ 9286 h 163641"/>
              <a:gd name="csX23" fmla="*/ 25185 w 145147"/>
              <a:gd name="csY23" fmla="*/ 0 h 16364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</a:cxnLst>
            <a:rect l="l" t="t" r="r" b="b"/>
            <a:pathLst>
              <a:path w="145147" h="163641">
                <a:moveTo>
                  <a:pt x="25183" y="1"/>
                </a:moveTo>
                <a:cubicBezTo>
                  <a:pt x="23657" y="1"/>
                  <a:pt x="22221" y="100"/>
                  <a:pt x="20918" y="311"/>
                </a:cubicBezTo>
                <a:cubicBezTo>
                  <a:pt x="283" y="3869"/>
                  <a:pt x="-6904" y="23192"/>
                  <a:pt x="7660" y="36525"/>
                </a:cubicBezTo>
                <a:cubicBezTo>
                  <a:pt x="13041" y="41553"/>
                  <a:pt x="20541" y="44050"/>
                  <a:pt x="28869" y="44050"/>
                </a:cubicBezTo>
                <a:cubicBezTo>
                  <a:pt x="36459" y="44050"/>
                  <a:pt x="44736" y="41975"/>
                  <a:pt x="52721" y="37851"/>
                </a:cubicBezTo>
                <a:lnTo>
                  <a:pt x="62486" y="32754"/>
                </a:lnTo>
                <a:lnTo>
                  <a:pt x="69321" y="46261"/>
                </a:lnTo>
                <a:cubicBezTo>
                  <a:pt x="76013" y="59518"/>
                  <a:pt x="110861" y="132948"/>
                  <a:pt x="119758" y="152728"/>
                </a:cubicBezTo>
                <a:cubicBezTo>
                  <a:pt x="123032" y="159963"/>
                  <a:pt x="125673" y="163642"/>
                  <a:pt x="127497" y="163642"/>
                </a:cubicBezTo>
                <a:cubicBezTo>
                  <a:pt x="128960" y="163642"/>
                  <a:pt x="129897" y="161274"/>
                  <a:pt x="130214" y="156476"/>
                </a:cubicBezTo>
                <a:cubicBezTo>
                  <a:pt x="130543" y="148547"/>
                  <a:pt x="131653" y="144633"/>
                  <a:pt x="140831" y="116784"/>
                </a:cubicBezTo>
                <a:cubicBezTo>
                  <a:pt x="145587" y="102274"/>
                  <a:pt x="145937" y="98783"/>
                  <a:pt x="144164" y="87737"/>
                </a:cubicBezTo>
                <a:cubicBezTo>
                  <a:pt x="143116" y="80900"/>
                  <a:pt x="140084" y="72037"/>
                  <a:pt x="137413" y="67918"/>
                </a:cubicBezTo>
                <a:cubicBezTo>
                  <a:pt x="134686" y="63995"/>
                  <a:pt x="131455" y="55075"/>
                  <a:pt x="130210" y="48185"/>
                </a:cubicBezTo>
                <a:cubicBezTo>
                  <a:pt x="127583" y="35635"/>
                  <a:pt x="114750" y="12439"/>
                  <a:pt x="109609" y="11012"/>
                </a:cubicBezTo>
                <a:cubicBezTo>
                  <a:pt x="108671" y="10751"/>
                  <a:pt x="107853" y="10598"/>
                  <a:pt x="107319" y="10598"/>
                </a:cubicBezTo>
                <a:cubicBezTo>
                  <a:pt x="106953" y="10598"/>
                  <a:pt x="106720" y="10670"/>
                  <a:pt x="106675" y="10830"/>
                </a:cubicBezTo>
                <a:cubicBezTo>
                  <a:pt x="106564" y="11221"/>
                  <a:pt x="109242" y="16820"/>
                  <a:pt x="112545" y="23225"/>
                </a:cubicBezTo>
                <a:cubicBezTo>
                  <a:pt x="120430" y="38292"/>
                  <a:pt x="121760" y="50905"/>
                  <a:pt x="116688" y="64272"/>
                </a:cubicBezTo>
                <a:cubicBezTo>
                  <a:pt x="112434" y="75704"/>
                  <a:pt x="103256" y="86907"/>
                  <a:pt x="98272" y="86907"/>
                </a:cubicBezTo>
                <a:cubicBezTo>
                  <a:pt x="98001" y="86907"/>
                  <a:pt x="97743" y="86874"/>
                  <a:pt x="97498" y="86806"/>
                </a:cubicBezTo>
                <a:cubicBezTo>
                  <a:pt x="95719" y="86312"/>
                  <a:pt x="86331" y="69774"/>
                  <a:pt x="76589" y="49969"/>
                </a:cubicBezTo>
                <a:cubicBezTo>
                  <a:pt x="66847" y="30164"/>
                  <a:pt x="56662" y="11925"/>
                  <a:pt x="53997" y="9286"/>
                </a:cubicBezTo>
                <a:cubicBezTo>
                  <a:pt x="48291" y="4052"/>
                  <a:pt x="34916" y="0"/>
                  <a:pt x="25185" y="0"/>
                </a:cubicBezTo>
                <a:close/>
              </a:path>
            </a:pathLst>
          </a:custGeom>
          <a:solidFill>
            <a:schemeClr val="accent5">
              <a:lumMod val="20000"/>
              <a:lumOff val="80000"/>
            </a:schemeClr>
          </a:solidFill>
          <a:ln w="7382" cap="flat">
            <a:noFill/>
            <a:prstDash val="solid"/>
            <a:miter/>
          </a:ln>
        </p:spPr>
        <p:txBody>
          <a:bodyPr/>
          <a:lstStyle/>
          <a:p>
            <a:endParaRPr lang="en-AU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39E359A2-12D0-FD8B-2ED2-3301179F37EF}"/>
              </a:ext>
            </a:extLst>
          </p:cNvPr>
          <p:cNvSpPr/>
          <p:nvPr/>
        </p:nvSpPr>
        <p:spPr>
          <a:xfrm flipH="1">
            <a:off x="5942333" y="1592337"/>
            <a:ext cx="140289" cy="139089"/>
          </a:xfrm>
          <a:custGeom>
            <a:avLst/>
            <a:gdLst>
              <a:gd name="csX0" fmla="*/ 107448 w 140289"/>
              <a:gd name="csY0" fmla="*/ 0 h 139089"/>
              <a:gd name="csX1" fmla="*/ 106690 w 140289"/>
              <a:gd name="csY1" fmla="*/ 17 h 139089"/>
              <a:gd name="csX2" fmla="*/ 76219 w 140289"/>
              <a:gd name="csY2" fmla="*/ 23218 h 139089"/>
              <a:gd name="csX3" fmla="*/ 61204 w 140289"/>
              <a:gd name="csY3" fmla="*/ 46067 h 139089"/>
              <a:gd name="csX4" fmla="*/ 31313 w 140289"/>
              <a:gd name="csY4" fmla="*/ 90539 h 139089"/>
              <a:gd name="csX5" fmla="*/ 6290 w 140289"/>
              <a:gd name="csY5" fmla="*/ 126863 h 139089"/>
              <a:gd name="csX6" fmla="*/ 508 w 140289"/>
              <a:gd name="csY6" fmla="*/ 138977 h 139089"/>
              <a:gd name="csX7" fmla="*/ 1322 w 140289"/>
              <a:gd name="csY7" fmla="*/ 139089 h 139089"/>
              <a:gd name="csX8" fmla="*/ 9634 w 140289"/>
              <a:gd name="csY8" fmla="*/ 130112 h 139089"/>
              <a:gd name="csX9" fmla="*/ 25408 w 140289"/>
              <a:gd name="csY9" fmla="*/ 106840 h 139089"/>
              <a:gd name="csX10" fmla="*/ 53677 w 140289"/>
              <a:gd name="csY10" fmla="*/ 65085 h 139089"/>
              <a:gd name="csX11" fmla="*/ 81798 w 140289"/>
              <a:gd name="csY11" fmla="*/ 28265 h 139089"/>
              <a:gd name="csX12" fmla="*/ 92183 w 140289"/>
              <a:gd name="csY12" fmla="*/ 34617 h 139089"/>
              <a:gd name="csX13" fmla="*/ 114546 w 140289"/>
              <a:gd name="csY13" fmla="*/ 41921 h 139089"/>
              <a:gd name="csX14" fmla="*/ 139369 w 140289"/>
              <a:gd name="csY14" fmla="*/ 26192 h 139089"/>
              <a:gd name="csX15" fmla="*/ 124139 w 140289"/>
              <a:gd name="csY15" fmla="*/ 3174 h 139089"/>
              <a:gd name="csX16" fmla="*/ 107448 w 140289"/>
              <a:gd name="csY16" fmla="*/ 0 h 13908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140289" h="139089">
                <a:moveTo>
                  <a:pt x="107448" y="0"/>
                </a:moveTo>
                <a:cubicBezTo>
                  <a:pt x="107182" y="0"/>
                  <a:pt x="106928" y="6"/>
                  <a:pt x="106690" y="17"/>
                </a:cubicBezTo>
                <a:cubicBezTo>
                  <a:pt x="96057" y="653"/>
                  <a:pt x="85768" y="8349"/>
                  <a:pt x="76219" y="23218"/>
                </a:cubicBezTo>
                <a:cubicBezTo>
                  <a:pt x="71626" y="30386"/>
                  <a:pt x="64847" y="40746"/>
                  <a:pt x="61204" y="46067"/>
                </a:cubicBezTo>
                <a:cubicBezTo>
                  <a:pt x="57562" y="51388"/>
                  <a:pt x="44172" y="71522"/>
                  <a:pt x="31313" y="90539"/>
                </a:cubicBezTo>
                <a:cubicBezTo>
                  <a:pt x="18650" y="109609"/>
                  <a:pt x="7414" y="125909"/>
                  <a:pt x="6290" y="126863"/>
                </a:cubicBezTo>
                <a:cubicBezTo>
                  <a:pt x="2721" y="129670"/>
                  <a:pt x="-1470" y="138428"/>
                  <a:pt x="508" y="138977"/>
                </a:cubicBezTo>
                <a:cubicBezTo>
                  <a:pt x="778" y="139052"/>
                  <a:pt x="1049" y="139089"/>
                  <a:pt x="1322" y="139089"/>
                </a:cubicBezTo>
                <a:cubicBezTo>
                  <a:pt x="3652" y="139089"/>
                  <a:pt x="6154" y="136325"/>
                  <a:pt x="9634" y="130112"/>
                </a:cubicBezTo>
                <a:cubicBezTo>
                  <a:pt x="11370" y="127007"/>
                  <a:pt x="18598" y="116559"/>
                  <a:pt x="25408" y="106840"/>
                </a:cubicBezTo>
                <a:cubicBezTo>
                  <a:pt x="32415" y="97177"/>
                  <a:pt x="45023" y="78302"/>
                  <a:pt x="53677" y="65085"/>
                </a:cubicBezTo>
                <a:cubicBezTo>
                  <a:pt x="72167" y="36974"/>
                  <a:pt x="77022" y="28265"/>
                  <a:pt x="81798" y="28265"/>
                </a:cubicBezTo>
                <a:cubicBezTo>
                  <a:pt x="84482" y="28265"/>
                  <a:pt x="87142" y="31015"/>
                  <a:pt x="92183" y="34617"/>
                </a:cubicBezTo>
                <a:cubicBezTo>
                  <a:pt x="99052" y="39586"/>
                  <a:pt x="107061" y="41921"/>
                  <a:pt x="114546" y="41921"/>
                </a:cubicBezTo>
                <a:cubicBezTo>
                  <a:pt x="126155" y="41921"/>
                  <a:pt x="136501" y="36304"/>
                  <a:pt x="139369" y="26192"/>
                </a:cubicBezTo>
                <a:cubicBezTo>
                  <a:pt x="142533" y="15038"/>
                  <a:pt x="137562" y="7747"/>
                  <a:pt x="124139" y="3174"/>
                </a:cubicBezTo>
                <a:cubicBezTo>
                  <a:pt x="118860" y="1312"/>
                  <a:pt x="111545" y="0"/>
                  <a:pt x="107448" y="0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 w="7382" cap="flat">
            <a:noFill/>
            <a:prstDash val="solid"/>
            <a:miter/>
          </a:ln>
        </p:spPr>
        <p:txBody>
          <a:bodyPr/>
          <a:lstStyle/>
          <a:p>
            <a:endParaRPr lang="en-AU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B0C46AF6-7128-DFD3-E215-5C7A6CE0D2B5}"/>
              </a:ext>
            </a:extLst>
          </p:cNvPr>
          <p:cNvSpPr/>
          <p:nvPr/>
        </p:nvSpPr>
        <p:spPr>
          <a:xfrm flipH="1">
            <a:off x="2474944" y="1812013"/>
            <a:ext cx="199810" cy="176610"/>
          </a:xfrm>
          <a:custGeom>
            <a:avLst/>
            <a:gdLst>
              <a:gd name="csX0" fmla="*/ 103810 w 199810"/>
              <a:gd name="csY0" fmla="*/ 0 h 176610"/>
              <a:gd name="csX1" fmla="*/ 97760 w 199810"/>
              <a:gd name="csY1" fmla="*/ 378 h 176610"/>
              <a:gd name="csX2" fmla="*/ 78505 w 199810"/>
              <a:gd name="csY2" fmla="*/ 63000 h 176610"/>
              <a:gd name="csX3" fmla="*/ 59147 w 199810"/>
              <a:gd name="csY3" fmla="*/ 127494 h 176610"/>
              <a:gd name="csX4" fmla="*/ 55935 w 199810"/>
              <a:gd name="csY4" fmla="*/ 129363 h 176610"/>
              <a:gd name="csX5" fmla="*/ 48650 w 199810"/>
              <a:gd name="csY5" fmla="*/ 126900 h 176610"/>
              <a:gd name="csX6" fmla="*/ 32305 w 199810"/>
              <a:gd name="csY6" fmla="*/ 123421 h 176610"/>
              <a:gd name="csX7" fmla="*/ 12772 w 199810"/>
              <a:gd name="csY7" fmla="*/ 128546 h 176610"/>
              <a:gd name="csX8" fmla="*/ 985 w 199810"/>
              <a:gd name="csY8" fmla="*/ 141526 h 176610"/>
              <a:gd name="csX9" fmla="*/ 22866 w 199810"/>
              <a:gd name="csY9" fmla="*/ 167077 h 176610"/>
              <a:gd name="csX10" fmla="*/ 39006 w 199810"/>
              <a:gd name="csY10" fmla="*/ 163908 h 176610"/>
              <a:gd name="csX11" fmla="*/ 68895 w 199810"/>
              <a:gd name="csY11" fmla="*/ 112682 h 176610"/>
              <a:gd name="csX12" fmla="*/ 81261 w 199810"/>
              <a:gd name="csY12" fmla="*/ 72843 h 176610"/>
              <a:gd name="csX13" fmla="*/ 109509 w 199810"/>
              <a:gd name="csY13" fmla="*/ 74778 h 176610"/>
              <a:gd name="csX14" fmla="*/ 151443 w 199810"/>
              <a:gd name="csY14" fmla="*/ 77348 h 176610"/>
              <a:gd name="csX15" fmla="*/ 170665 w 199810"/>
              <a:gd name="csY15" fmla="*/ 79521 h 176610"/>
              <a:gd name="csX16" fmla="*/ 176004 w 199810"/>
              <a:gd name="csY16" fmla="*/ 81003 h 176610"/>
              <a:gd name="csX17" fmla="*/ 168844 w 199810"/>
              <a:gd name="csY17" fmla="*/ 106247 h 176610"/>
              <a:gd name="csX18" fmla="*/ 159611 w 199810"/>
              <a:gd name="csY18" fmla="*/ 134290 h 176610"/>
              <a:gd name="csX19" fmla="*/ 155723 w 199810"/>
              <a:gd name="csY19" fmla="*/ 135810 h 176610"/>
              <a:gd name="csX20" fmla="*/ 146858 w 199810"/>
              <a:gd name="csY20" fmla="*/ 134125 h 176610"/>
              <a:gd name="csX21" fmla="*/ 132405 w 199810"/>
              <a:gd name="csY21" fmla="*/ 132010 h 176610"/>
              <a:gd name="csX22" fmla="*/ 110180 w 199810"/>
              <a:gd name="csY22" fmla="*/ 139348 h 176610"/>
              <a:gd name="csX23" fmla="*/ 102056 w 199810"/>
              <a:gd name="csY23" fmla="*/ 163478 h 176610"/>
              <a:gd name="csX24" fmla="*/ 125999 w 199810"/>
              <a:gd name="csY24" fmla="*/ 176611 h 176610"/>
              <a:gd name="csX25" fmla="*/ 154110 w 199810"/>
              <a:gd name="csY25" fmla="*/ 164214 h 176610"/>
              <a:gd name="csX26" fmla="*/ 179348 w 199810"/>
              <a:gd name="csY26" fmla="*/ 84255 h 176610"/>
              <a:gd name="csX27" fmla="*/ 199775 w 199810"/>
              <a:gd name="csY27" fmla="*/ 6971 h 176610"/>
              <a:gd name="csX28" fmla="*/ 184840 w 199810"/>
              <a:gd name="csY28" fmla="*/ 4723 h 176610"/>
              <a:gd name="csX29" fmla="*/ 103808 w 199810"/>
              <a:gd name="csY29" fmla="*/ 2 h 17661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</a:cxnLst>
            <a:rect l="l" t="t" r="r" b="b"/>
            <a:pathLst>
              <a:path w="199810" h="176610">
                <a:moveTo>
                  <a:pt x="103810" y="0"/>
                </a:moveTo>
                <a:cubicBezTo>
                  <a:pt x="100384" y="0"/>
                  <a:pt x="98281" y="123"/>
                  <a:pt x="97760" y="378"/>
                </a:cubicBezTo>
                <a:cubicBezTo>
                  <a:pt x="96550" y="885"/>
                  <a:pt x="88132" y="28311"/>
                  <a:pt x="78505" y="63000"/>
                </a:cubicBezTo>
                <a:cubicBezTo>
                  <a:pt x="69157" y="96712"/>
                  <a:pt x="60492" y="125757"/>
                  <a:pt x="59147" y="127494"/>
                </a:cubicBezTo>
                <a:cubicBezTo>
                  <a:pt x="58194" y="128724"/>
                  <a:pt x="57313" y="129363"/>
                  <a:pt x="55935" y="129363"/>
                </a:cubicBezTo>
                <a:cubicBezTo>
                  <a:pt x="54395" y="129363"/>
                  <a:pt x="52232" y="128564"/>
                  <a:pt x="48650" y="126900"/>
                </a:cubicBezTo>
                <a:cubicBezTo>
                  <a:pt x="43355" y="124575"/>
                  <a:pt x="37814" y="123421"/>
                  <a:pt x="32305" y="123421"/>
                </a:cubicBezTo>
                <a:cubicBezTo>
                  <a:pt x="25578" y="123421"/>
                  <a:pt x="18899" y="125141"/>
                  <a:pt x="12772" y="128546"/>
                </a:cubicBezTo>
                <a:cubicBezTo>
                  <a:pt x="4922" y="132909"/>
                  <a:pt x="2761" y="135264"/>
                  <a:pt x="985" y="141526"/>
                </a:cubicBezTo>
                <a:cubicBezTo>
                  <a:pt x="-3332" y="156746"/>
                  <a:pt x="7010" y="167077"/>
                  <a:pt x="22866" y="167077"/>
                </a:cubicBezTo>
                <a:cubicBezTo>
                  <a:pt x="27803" y="167077"/>
                  <a:pt x="33276" y="166075"/>
                  <a:pt x="39006" y="163908"/>
                </a:cubicBezTo>
                <a:cubicBezTo>
                  <a:pt x="54326" y="158030"/>
                  <a:pt x="55418" y="156434"/>
                  <a:pt x="68895" y="112682"/>
                </a:cubicBezTo>
                <a:lnTo>
                  <a:pt x="81261" y="72843"/>
                </a:lnTo>
                <a:lnTo>
                  <a:pt x="109509" y="74778"/>
                </a:lnTo>
                <a:cubicBezTo>
                  <a:pt x="125029" y="75712"/>
                  <a:pt x="143880" y="76936"/>
                  <a:pt x="151443" y="77348"/>
                </a:cubicBezTo>
                <a:cubicBezTo>
                  <a:pt x="159005" y="77760"/>
                  <a:pt x="167501" y="78642"/>
                  <a:pt x="170665" y="79521"/>
                </a:cubicBezTo>
                <a:lnTo>
                  <a:pt x="176004" y="81003"/>
                </a:lnTo>
                <a:lnTo>
                  <a:pt x="168844" y="106247"/>
                </a:lnTo>
                <a:cubicBezTo>
                  <a:pt x="164904" y="120139"/>
                  <a:pt x="160703" y="132693"/>
                  <a:pt x="159611" y="134290"/>
                </a:cubicBezTo>
                <a:cubicBezTo>
                  <a:pt x="158803" y="135302"/>
                  <a:pt x="157631" y="135810"/>
                  <a:pt x="155723" y="135810"/>
                </a:cubicBezTo>
                <a:cubicBezTo>
                  <a:pt x="153720" y="135810"/>
                  <a:pt x="150908" y="135250"/>
                  <a:pt x="146858" y="134125"/>
                </a:cubicBezTo>
                <a:cubicBezTo>
                  <a:pt x="141768" y="132712"/>
                  <a:pt x="136940" y="132010"/>
                  <a:pt x="132405" y="132010"/>
                </a:cubicBezTo>
                <a:cubicBezTo>
                  <a:pt x="123904" y="132010"/>
                  <a:pt x="116430" y="134477"/>
                  <a:pt x="110180" y="139348"/>
                </a:cubicBezTo>
                <a:cubicBezTo>
                  <a:pt x="100287" y="147155"/>
                  <a:pt x="97394" y="155850"/>
                  <a:pt x="102056" y="163478"/>
                </a:cubicBezTo>
                <a:cubicBezTo>
                  <a:pt x="107364" y="172233"/>
                  <a:pt x="116272" y="176611"/>
                  <a:pt x="125999" y="176611"/>
                </a:cubicBezTo>
                <a:cubicBezTo>
                  <a:pt x="135448" y="176611"/>
                  <a:pt x="145668" y="172479"/>
                  <a:pt x="154110" y="164214"/>
                </a:cubicBezTo>
                <a:cubicBezTo>
                  <a:pt x="156833" y="161382"/>
                  <a:pt x="163086" y="141588"/>
                  <a:pt x="179348" y="84255"/>
                </a:cubicBezTo>
                <a:cubicBezTo>
                  <a:pt x="191280" y="42186"/>
                  <a:pt x="200455" y="7581"/>
                  <a:pt x="199775" y="6971"/>
                </a:cubicBezTo>
                <a:cubicBezTo>
                  <a:pt x="198952" y="6109"/>
                  <a:pt x="192348" y="5330"/>
                  <a:pt x="184840" y="4723"/>
                </a:cubicBezTo>
                <a:cubicBezTo>
                  <a:pt x="148280" y="1738"/>
                  <a:pt x="116690" y="2"/>
                  <a:pt x="103808" y="2"/>
                </a:cubicBezTo>
                <a:close/>
              </a:path>
            </a:pathLst>
          </a:custGeom>
          <a:solidFill>
            <a:srgbClr val="000000"/>
          </a:solidFill>
          <a:ln w="7382" cap="flat">
            <a:noFill/>
            <a:prstDash val="solid"/>
            <a:miter/>
          </a:ln>
        </p:spPr>
        <p:txBody>
          <a:bodyPr/>
          <a:lstStyle/>
          <a:p>
            <a:endParaRPr lang="en-AU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700308B0-054C-9FA0-4723-5046FE759695}"/>
              </a:ext>
            </a:extLst>
          </p:cNvPr>
          <p:cNvSpPr/>
          <p:nvPr/>
        </p:nvSpPr>
        <p:spPr>
          <a:xfrm flipH="1">
            <a:off x="5666435" y="1425558"/>
            <a:ext cx="203388" cy="152828"/>
          </a:xfrm>
          <a:custGeom>
            <a:avLst/>
            <a:gdLst>
              <a:gd name="csX0" fmla="*/ 201576 w 203388"/>
              <a:gd name="csY0" fmla="*/ 0 h 152828"/>
              <a:gd name="csX1" fmla="*/ 196430 w 203388"/>
              <a:gd name="csY1" fmla="*/ 2368 h 152828"/>
              <a:gd name="csX2" fmla="*/ 185302 w 203388"/>
              <a:gd name="csY2" fmla="*/ 11521 h 152828"/>
              <a:gd name="csX3" fmla="*/ 159538 w 203388"/>
              <a:gd name="csY3" fmla="*/ 33917 h 152828"/>
              <a:gd name="csX4" fmla="*/ 125738 w 203388"/>
              <a:gd name="csY4" fmla="*/ 63581 h 152828"/>
              <a:gd name="csX5" fmla="*/ 71892 w 203388"/>
              <a:gd name="csY5" fmla="*/ 107520 h 152828"/>
              <a:gd name="csX6" fmla="*/ 71819 w 203388"/>
              <a:gd name="csY6" fmla="*/ 107531 h 152828"/>
              <a:gd name="csX7" fmla="*/ 67316 w 203388"/>
              <a:gd name="csY7" fmla="*/ 100339 h 152828"/>
              <a:gd name="csX8" fmla="*/ 39483 w 203388"/>
              <a:gd name="csY8" fmla="*/ 78887 h 152828"/>
              <a:gd name="csX9" fmla="*/ 26299 w 203388"/>
              <a:gd name="csY9" fmla="*/ 76787 h 152828"/>
              <a:gd name="csX10" fmla="*/ 5604 w 203388"/>
              <a:gd name="csY10" fmla="*/ 85520 h 152828"/>
              <a:gd name="csX11" fmla="*/ 175 w 203388"/>
              <a:gd name="csY11" fmla="*/ 100900 h 152828"/>
              <a:gd name="csX12" fmla="*/ 21510 w 203388"/>
              <a:gd name="csY12" fmla="*/ 126457 h 152828"/>
              <a:gd name="csX13" fmla="*/ 41334 w 203388"/>
              <a:gd name="csY13" fmla="*/ 130577 h 152828"/>
              <a:gd name="csX14" fmla="*/ 56161 w 203388"/>
              <a:gd name="csY14" fmla="*/ 127637 h 152828"/>
              <a:gd name="csX15" fmla="*/ 75306 w 203388"/>
              <a:gd name="csY15" fmla="*/ 113534 h 152828"/>
              <a:gd name="csX16" fmla="*/ 101156 w 203388"/>
              <a:gd name="csY16" fmla="*/ 91582 h 152828"/>
              <a:gd name="csX17" fmla="*/ 124538 w 203388"/>
              <a:gd name="csY17" fmla="*/ 72325 h 152828"/>
              <a:gd name="csX18" fmla="*/ 135746 w 203388"/>
              <a:gd name="csY18" fmla="*/ 65510 h 152828"/>
              <a:gd name="csX19" fmla="*/ 136440 w 203388"/>
              <a:gd name="csY19" fmla="*/ 65708 h 152828"/>
              <a:gd name="csX20" fmla="*/ 144705 w 203388"/>
              <a:gd name="csY20" fmla="*/ 95235 h 152828"/>
              <a:gd name="csX21" fmla="*/ 112926 w 203388"/>
              <a:gd name="csY21" fmla="*/ 146359 h 152828"/>
              <a:gd name="csX22" fmla="*/ 107909 w 203388"/>
              <a:gd name="csY22" fmla="*/ 152829 h 152828"/>
              <a:gd name="csX23" fmla="*/ 124103 w 203388"/>
              <a:gd name="csY23" fmla="*/ 147563 h 152828"/>
              <a:gd name="csX24" fmla="*/ 154041 w 203388"/>
              <a:gd name="csY24" fmla="*/ 118726 h 152828"/>
              <a:gd name="csX25" fmla="*/ 161957 w 203388"/>
              <a:gd name="csY25" fmla="*/ 110370 h 152828"/>
              <a:gd name="csX26" fmla="*/ 176292 w 203388"/>
              <a:gd name="csY26" fmla="*/ 98941 h 152828"/>
              <a:gd name="csX27" fmla="*/ 190999 w 203388"/>
              <a:gd name="csY27" fmla="*/ 71151 h 152828"/>
              <a:gd name="csX28" fmla="*/ 196400 w 203388"/>
              <a:gd name="csY28" fmla="*/ 37821 h 152828"/>
              <a:gd name="csX29" fmla="*/ 200933 w 203388"/>
              <a:gd name="csY29" fmla="*/ 12062 h 152828"/>
              <a:gd name="csX30" fmla="*/ 201616 w 203388"/>
              <a:gd name="csY30" fmla="*/ 0 h 15282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</a:cxnLst>
            <a:rect l="l" t="t" r="r" b="b"/>
            <a:pathLst>
              <a:path w="203388" h="152828">
                <a:moveTo>
                  <a:pt x="201576" y="0"/>
                </a:moveTo>
                <a:cubicBezTo>
                  <a:pt x="200418" y="9"/>
                  <a:pt x="198704" y="801"/>
                  <a:pt x="196430" y="2368"/>
                </a:cubicBezTo>
                <a:cubicBezTo>
                  <a:pt x="194294" y="3885"/>
                  <a:pt x="189292" y="7984"/>
                  <a:pt x="185302" y="11521"/>
                </a:cubicBezTo>
                <a:cubicBezTo>
                  <a:pt x="181313" y="15055"/>
                  <a:pt x="169709" y="25132"/>
                  <a:pt x="159538" y="33917"/>
                </a:cubicBezTo>
                <a:cubicBezTo>
                  <a:pt x="149367" y="42702"/>
                  <a:pt x="134280" y="56031"/>
                  <a:pt x="125738" y="63581"/>
                </a:cubicBezTo>
                <a:cubicBezTo>
                  <a:pt x="113405" y="74722"/>
                  <a:pt x="75746" y="105214"/>
                  <a:pt x="71892" y="107520"/>
                </a:cubicBezTo>
                <a:cubicBezTo>
                  <a:pt x="71869" y="107527"/>
                  <a:pt x="71844" y="107531"/>
                  <a:pt x="71819" y="107531"/>
                </a:cubicBezTo>
                <a:cubicBezTo>
                  <a:pt x="71065" y="107531"/>
                  <a:pt x="69272" y="104352"/>
                  <a:pt x="67316" y="100339"/>
                </a:cubicBezTo>
                <a:cubicBezTo>
                  <a:pt x="62726" y="90197"/>
                  <a:pt x="53807" y="83288"/>
                  <a:pt x="39483" y="78887"/>
                </a:cubicBezTo>
                <a:cubicBezTo>
                  <a:pt x="34714" y="77492"/>
                  <a:pt x="30336" y="76787"/>
                  <a:pt x="26299" y="76787"/>
                </a:cubicBezTo>
                <a:cubicBezTo>
                  <a:pt x="18161" y="76787"/>
                  <a:pt x="11404" y="79653"/>
                  <a:pt x="5604" y="85520"/>
                </a:cubicBezTo>
                <a:cubicBezTo>
                  <a:pt x="101" y="91380"/>
                  <a:pt x="-374" y="92305"/>
                  <a:pt x="175" y="100900"/>
                </a:cubicBezTo>
                <a:cubicBezTo>
                  <a:pt x="991" y="112314"/>
                  <a:pt x="7971" y="120797"/>
                  <a:pt x="21510" y="126457"/>
                </a:cubicBezTo>
                <a:cubicBezTo>
                  <a:pt x="28047" y="129191"/>
                  <a:pt x="34904" y="130577"/>
                  <a:pt x="41334" y="130577"/>
                </a:cubicBezTo>
                <a:cubicBezTo>
                  <a:pt x="46721" y="130577"/>
                  <a:pt x="51810" y="129604"/>
                  <a:pt x="56161" y="127637"/>
                </a:cubicBezTo>
                <a:cubicBezTo>
                  <a:pt x="60101" y="125776"/>
                  <a:pt x="68705" y="119510"/>
                  <a:pt x="75306" y="113534"/>
                </a:cubicBezTo>
                <a:cubicBezTo>
                  <a:pt x="81963" y="107361"/>
                  <a:pt x="93511" y="97480"/>
                  <a:pt x="101156" y="91582"/>
                </a:cubicBezTo>
                <a:cubicBezTo>
                  <a:pt x="108858" y="85488"/>
                  <a:pt x="119425" y="76814"/>
                  <a:pt x="124538" y="72325"/>
                </a:cubicBezTo>
                <a:cubicBezTo>
                  <a:pt x="129608" y="68083"/>
                  <a:pt x="133887" y="65510"/>
                  <a:pt x="135746" y="65510"/>
                </a:cubicBezTo>
                <a:cubicBezTo>
                  <a:pt x="136040" y="65510"/>
                  <a:pt x="136274" y="65575"/>
                  <a:pt x="136440" y="65708"/>
                </a:cubicBezTo>
                <a:cubicBezTo>
                  <a:pt x="139413" y="68012"/>
                  <a:pt x="144149" y="85160"/>
                  <a:pt x="144705" y="95235"/>
                </a:cubicBezTo>
                <a:cubicBezTo>
                  <a:pt x="145437" y="112959"/>
                  <a:pt x="130905" y="136366"/>
                  <a:pt x="112926" y="146359"/>
                </a:cubicBezTo>
                <a:cubicBezTo>
                  <a:pt x="105462" y="150596"/>
                  <a:pt x="104644" y="152829"/>
                  <a:pt x="107909" y="152829"/>
                </a:cubicBezTo>
                <a:cubicBezTo>
                  <a:pt x="110761" y="152829"/>
                  <a:pt x="116729" y="151125"/>
                  <a:pt x="124103" y="147563"/>
                </a:cubicBezTo>
                <a:cubicBezTo>
                  <a:pt x="132436" y="143756"/>
                  <a:pt x="149621" y="126786"/>
                  <a:pt x="154041" y="118726"/>
                </a:cubicBezTo>
                <a:cubicBezTo>
                  <a:pt x="155633" y="115369"/>
                  <a:pt x="159227" y="111722"/>
                  <a:pt x="161957" y="110370"/>
                </a:cubicBezTo>
                <a:cubicBezTo>
                  <a:pt x="164687" y="109018"/>
                  <a:pt x="171066" y="103823"/>
                  <a:pt x="176292" y="98941"/>
                </a:cubicBezTo>
                <a:cubicBezTo>
                  <a:pt x="185166" y="90218"/>
                  <a:pt x="186060" y="88568"/>
                  <a:pt x="190999" y="71151"/>
                </a:cubicBezTo>
                <a:cubicBezTo>
                  <a:pt x="194076" y="59552"/>
                  <a:pt x="196188" y="46840"/>
                  <a:pt x="196400" y="37821"/>
                </a:cubicBezTo>
                <a:cubicBezTo>
                  <a:pt x="196636" y="27966"/>
                  <a:pt x="197978" y="19474"/>
                  <a:pt x="200933" y="12062"/>
                </a:cubicBezTo>
                <a:cubicBezTo>
                  <a:pt x="203952" y="4014"/>
                  <a:pt x="204196" y="20"/>
                  <a:pt x="201616" y="0"/>
                </a:cubicBezTo>
                <a:close/>
              </a:path>
            </a:pathLst>
          </a:custGeom>
          <a:solidFill>
            <a:schemeClr val="tx2">
              <a:lumMod val="50000"/>
              <a:lumOff val="50000"/>
            </a:schemeClr>
          </a:solidFill>
          <a:ln w="7382" cap="flat">
            <a:noFill/>
            <a:prstDash val="solid"/>
            <a:miter/>
          </a:ln>
        </p:spPr>
        <p:txBody>
          <a:bodyPr/>
          <a:lstStyle/>
          <a:p>
            <a:endParaRPr lang="en-AU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5F351FF1-695C-A58D-15D9-5647974F0ECA}"/>
              </a:ext>
            </a:extLst>
          </p:cNvPr>
          <p:cNvSpPr/>
          <p:nvPr/>
        </p:nvSpPr>
        <p:spPr>
          <a:xfrm flipH="1">
            <a:off x="3539501" y="1792959"/>
            <a:ext cx="215743" cy="260865"/>
          </a:xfrm>
          <a:custGeom>
            <a:avLst/>
            <a:gdLst>
              <a:gd name="csX0" fmla="*/ 201566 w 215743"/>
              <a:gd name="csY0" fmla="*/ 2 h 260865"/>
              <a:gd name="csX1" fmla="*/ 198028 w 215743"/>
              <a:gd name="csY1" fmla="*/ 278 h 260865"/>
              <a:gd name="csX2" fmla="*/ 142773 w 215743"/>
              <a:gd name="csY2" fmla="*/ 56702 h 260865"/>
              <a:gd name="csX3" fmla="*/ 137348 w 215743"/>
              <a:gd name="csY3" fmla="*/ 66804 h 260865"/>
              <a:gd name="csX4" fmla="*/ 113336 w 215743"/>
              <a:gd name="csY4" fmla="*/ 71745 h 260865"/>
              <a:gd name="csX5" fmla="*/ 39564 w 215743"/>
              <a:gd name="csY5" fmla="*/ 125771 h 260865"/>
              <a:gd name="csX6" fmla="*/ 37782 w 215743"/>
              <a:gd name="csY6" fmla="*/ 154617 h 260865"/>
              <a:gd name="csX7" fmla="*/ 61758 w 215743"/>
              <a:gd name="csY7" fmla="*/ 195683 h 260865"/>
              <a:gd name="csX8" fmla="*/ 71784 w 215743"/>
              <a:gd name="csY8" fmla="*/ 203956 h 260865"/>
              <a:gd name="csX9" fmla="*/ 55418 w 215743"/>
              <a:gd name="csY9" fmla="*/ 239096 h 260865"/>
              <a:gd name="csX10" fmla="*/ 43433 w 215743"/>
              <a:gd name="csY10" fmla="*/ 252020 h 260865"/>
              <a:gd name="csX11" fmla="*/ 34708 w 215743"/>
              <a:gd name="csY11" fmla="*/ 256059 h 260865"/>
              <a:gd name="csX12" fmla="*/ 24936 w 215743"/>
              <a:gd name="csY12" fmla="*/ 254060 h 260865"/>
              <a:gd name="csX13" fmla="*/ 11729 w 215743"/>
              <a:gd name="csY13" fmla="*/ 247226 h 260865"/>
              <a:gd name="csX14" fmla="*/ 16227 w 215743"/>
              <a:gd name="csY14" fmla="*/ 239214 h 260865"/>
              <a:gd name="csX15" fmla="*/ 17984 w 215743"/>
              <a:gd name="csY15" fmla="*/ 239464 h 260865"/>
              <a:gd name="csX16" fmla="*/ 20537 w 215743"/>
              <a:gd name="csY16" fmla="*/ 239800 h 260865"/>
              <a:gd name="csX17" fmla="*/ 35172 w 215743"/>
              <a:gd name="csY17" fmla="*/ 229251 h 260865"/>
              <a:gd name="csX18" fmla="*/ 16330 w 215743"/>
              <a:gd name="csY18" fmla="*/ 203780 h 260865"/>
              <a:gd name="csX19" fmla="*/ 14430 w 215743"/>
              <a:gd name="csY19" fmla="*/ 203858 h 260865"/>
              <a:gd name="csX20" fmla="*/ 328 w 215743"/>
              <a:gd name="csY20" fmla="*/ 222739 h 260865"/>
              <a:gd name="csX21" fmla="*/ 10143 w 215743"/>
              <a:gd name="csY21" fmla="*/ 252062 h 260865"/>
              <a:gd name="csX22" fmla="*/ 31533 w 215743"/>
              <a:gd name="csY22" fmla="*/ 260865 h 260865"/>
              <a:gd name="csX23" fmla="*/ 45741 w 215743"/>
              <a:gd name="csY23" fmla="*/ 256671 h 260865"/>
              <a:gd name="csX24" fmla="*/ 69788 w 215743"/>
              <a:gd name="csY24" fmla="*/ 223032 h 260865"/>
              <a:gd name="csX25" fmla="*/ 83541 w 215743"/>
              <a:gd name="csY25" fmla="*/ 205123 h 260865"/>
              <a:gd name="csX26" fmla="*/ 85249 w 215743"/>
              <a:gd name="csY26" fmla="*/ 205372 h 260865"/>
              <a:gd name="csX27" fmla="*/ 87799 w 215743"/>
              <a:gd name="csY27" fmla="*/ 205602 h 260865"/>
              <a:gd name="csX28" fmla="*/ 100534 w 215743"/>
              <a:gd name="csY28" fmla="*/ 204129 h 260865"/>
              <a:gd name="csX29" fmla="*/ 125714 w 215743"/>
              <a:gd name="csY29" fmla="*/ 129642 h 260865"/>
              <a:gd name="csX30" fmla="*/ 125027 w 215743"/>
              <a:gd name="csY30" fmla="*/ 103487 h 260865"/>
              <a:gd name="csX31" fmla="*/ 137471 w 215743"/>
              <a:gd name="csY31" fmla="*/ 91955 h 260865"/>
              <a:gd name="csX32" fmla="*/ 212405 w 215743"/>
              <a:gd name="csY32" fmla="*/ 27065 h 260865"/>
              <a:gd name="csX33" fmla="*/ 213358 w 215743"/>
              <a:gd name="csY33" fmla="*/ 7909 h 260865"/>
              <a:gd name="csX34" fmla="*/ 201569 w 215743"/>
              <a:gd name="csY34" fmla="*/ 0 h 26086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</a:cxnLst>
            <a:rect l="l" t="t" r="r" b="b"/>
            <a:pathLst>
              <a:path w="215743" h="260865">
                <a:moveTo>
                  <a:pt x="201566" y="2"/>
                </a:moveTo>
                <a:cubicBezTo>
                  <a:pt x="200479" y="2"/>
                  <a:pt x="199305" y="97"/>
                  <a:pt x="198028" y="278"/>
                </a:cubicBezTo>
                <a:cubicBezTo>
                  <a:pt x="182212" y="2640"/>
                  <a:pt x="158488" y="26870"/>
                  <a:pt x="142773" y="56702"/>
                </a:cubicBezTo>
                <a:lnTo>
                  <a:pt x="137348" y="66804"/>
                </a:lnTo>
                <a:lnTo>
                  <a:pt x="113336" y="71745"/>
                </a:lnTo>
                <a:cubicBezTo>
                  <a:pt x="70128" y="80432"/>
                  <a:pt x="48030" y="96669"/>
                  <a:pt x="39564" y="125771"/>
                </a:cubicBezTo>
                <a:cubicBezTo>
                  <a:pt x="36123" y="137902"/>
                  <a:pt x="35693" y="142426"/>
                  <a:pt x="37782" y="154617"/>
                </a:cubicBezTo>
                <a:cubicBezTo>
                  <a:pt x="40713" y="172107"/>
                  <a:pt x="49501" y="187002"/>
                  <a:pt x="61758" y="195683"/>
                </a:cubicBezTo>
                <a:cubicBezTo>
                  <a:pt x="66542" y="199124"/>
                  <a:pt x="71017" y="202899"/>
                  <a:pt x="71784" y="203956"/>
                </a:cubicBezTo>
                <a:cubicBezTo>
                  <a:pt x="73317" y="206071"/>
                  <a:pt x="63542" y="226998"/>
                  <a:pt x="55418" y="239096"/>
                </a:cubicBezTo>
                <a:cubicBezTo>
                  <a:pt x="52702" y="243408"/>
                  <a:pt x="47200" y="249267"/>
                  <a:pt x="43433" y="252020"/>
                </a:cubicBezTo>
                <a:cubicBezTo>
                  <a:pt x="39732" y="254826"/>
                  <a:pt x="37713" y="256059"/>
                  <a:pt x="34708" y="256059"/>
                </a:cubicBezTo>
                <a:cubicBezTo>
                  <a:pt x="32418" y="256059"/>
                  <a:pt x="29554" y="255343"/>
                  <a:pt x="24936" y="254060"/>
                </a:cubicBezTo>
                <a:cubicBezTo>
                  <a:pt x="17026" y="251863"/>
                  <a:pt x="12756" y="249622"/>
                  <a:pt x="11729" y="247226"/>
                </a:cubicBezTo>
                <a:cubicBezTo>
                  <a:pt x="9881" y="243198"/>
                  <a:pt x="12278" y="239214"/>
                  <a:pt x="16227" y="239214"/>
                </a:cubicBezTo>
                <a:cubicBezTo>
                  <a:pt x="16784" y="239214"/>
                  <a:pt x="17372" y="239294"/>
                  <a:pt x="17984" y="239464"/>
                </a:cubicBezTo>
                <a:cubicBezTo>
                  <a:pt x="18803" y="239691"/>
                  <a:pt x="19659" y="239800"/>
                  <a:pt x="20537" y="239800"/>
                </a:cubicBezTo>
                <a:cubicBezTo>
                  <a:pt x="26012" y="239800"/>
                  <a:pt x="32284" y="235544"/>
                  <a:pt x="35172" y="229251"/>
                </a:cubicBezTo>
                <a:cubicBezTo>
                  <a:pt x="40872" y="217081"/>
                  <a:pt x="30640" y="203780"/>
                  <a:pt x="16330" y="203780"/>
                </a:cubicBezTo>
                <a:cubicBezTo>
                  <a:pt x="15704" y="203780"/>
                  <a:pt x="15070" y="203805"/>
                  <a:pt x="14430" y="203858"/>
                </a:cubicBezTo>
                <a:cubicBezTo>
                  <a:pt x="8283" y="204472"/>
                  <a:pt x="1640" y="213604"/>
                  <a:pt x="328" y="222739"/>
                </a:cubicBezTo>
                <a:cubicBezTo>
                  <a:pt x="-1111" y="234582"/>
                  <a:pt x="2182" y="244785"/>
                  <a:pt x="10143" y="252062"/>
                </a:cubicBezTo>
                <a:cubicBezTo>
                  <a:pt x="16617" y="257880"/>
                  <a:pt x="24198" y="260865"/>
                  <a:pt x="31533" y="260865"/>
                </a:cubicBezTo>
                <a:cubicBezTo>
                  <a:pt x="36524" y="260865"/>
                  <a:pt x="41401" y="259483"/>
                  <a:pt x="45741" y="256671"/>
                </a:cubicBezTo>
                <a:cubicBezTo>
                  <a:pt x="52491" y="252425"/>
                  <a:pt x="63196" y="237244"/>
                  <a:pt x="69788" y="223032"/>
                </a:cubicBezTo>
                <a:cubicBezTo>
                  <a:pt x="75966" y="209865"/>
                  <a:pt x="79423" y="205123"/>
                  <a:pt x="83541" y="205123"/>
                </a:cubicBezTo>
                <a:cubicBezTo>
                  <a:pt x="84095" y="205123"/>
                  <a:pt x="84662" y="205209"/>
                  <a:pt x="85249" y="205372"/>
                </a:cubicBezTo>
                <a:cubicBezTo>
                  <a:pt x="85815" y="205529"/>
                  <a:pt x="86696" y="205602"/>
                  <a:pt x="87799" y="205602"/>
                </a:cubicBezTo>
                <a:cubicBezTo>
                  <a:pt x="90932" y="205602"/>
                  <a:pt x="95865" y="205018"/>
                  <a:pt x="100534" y="204129"/>
                </a:cubicBezTo>
                <a:cubicBezTo>
                  <a:pt x="134975" y="197018"/>
                  <a:pt x="149748" y="153205"/>
                  <a:pt x="125714" y="129642"/>
                </a:cubicBezTo>
                <a:cubicBezTo>
                  <a:pt x="117326" y="121612"/>
                  <a:pt x="117225" y="118207"/>
                  <a:pt x="125027" y="103487"/>
                </a:cubicBezTo>
                <a:cubicBezTo>
                  <a:pt x="129613" y="94839"/>
                  <a:pt x="131410" y="93016"/>
                  <a:pt x="137471" y="91955"/>
                </a:cubicBezTo>
                <a:cubicBezTo>
                  <a:pt x="171350" y="85322"/>
                  <a:pt x="199923" y="60540"/>
                  <a:pt x="212405" y="27065"/>
                </a:cubicBezTo>
                <a:cubicBezTo>
                  <a:pt x="216581" y="15349"/>
                  <a:pt x="216771" y="13924"/>
                  <a:pt x="213358" y="7909"/>
                </a:cubicBezTo>
                <a:cubicBezTo>
                  <a:pt x="210167" y="2287"/>
                  <a:pt x="206913" y="0"/>
                  <a:pt x="201569" y="0"/>
                </a:cubicBezTo>
                <a:close/>
              </a:path>
            </a:pathLst>
          </a:custGeom>
          <a:solidFill>
            <a:schemeClr val="accent2">
              <a:lumMod val="50000"/>
            </a:schemeClr>
          </a:solidFill>
          <a:ln w="7382" cap="flat">
            <a:noFill/>
            <a:prstDash val="solid"/>
            <a:miter/>
          </a:ln>
        </p:spPr>
        <p:txBody>
          <a:bodyPr/>
          <a:lstStyle/>
          <a:p>
            <a:endParaRPr lang="en-AU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7677D779-FD56-62F9-99DE-9662DBC76EF9}"/>
              </a:ext>
            </a:extLst>
          </p:cNvPr>
          <p:cNvSpPr/>
          <p:nvPr/>
        </p:nvSpPr>
        <p:spPr>
          <a:xfrm flipH="1">
            <a:off x="3817361" y="1931410"/>
            <a:ext cx="180746" cy="138484"/>
          </a:xfrm>
          <a:custGeom>
            <a:avLst/>
            <a:gdLst>
              <a:gd name="csX0" fmla="*/ 86996 w 180746"/>
              <a:gd name="csY0" fmla="*/ 3 h 138484"/>
              <a:gd name="csX1" fmla="*/ 35130 w 180746"/>
              <a:gd name="csY1" fmla="*/ 26526 h 138484"/>
              <a:gd name="csX2" fmla="*/ 32065 w 180746"/>
              <a:gd name="csY2" fmla="*/ 32213 h 138484"/>
              <a:gd name="csX3" fmla="*/ 42068 w 180746"/>
              <a:gd name="csY3" fmla="*/ 26131 h 138484"/>
              <a:gd name="csX4" fmla="*/ 83505 w 180746"/>
              <a:gd name="csY4" fmla="*/ 12909 h 138484"/>
              <a:gd name="csX5" fmla="*/ 119027 w 180746"/>
              <a:gd name="csY5" fmla="*/ 25551 h 138484"/>
              <a:gd name="csX6" fmla="*/ 99584 w 180746"/>
              <a:gd name="csY6" fmla="*/ 48227 h 138484"/>
              <a:gd name="csX7" fmla="*/ 53761 w 180746"/>
              <a:gd name="csY7" fmla="*/ 64629 h 138484"/>
              <a:gd name="csX8" fmla="*/ 8109 w 180746"/>
              <a:gd name="csY8" fmla="*/ 87201 h 138484"/>
              <a:gd name="csX9" fmla="*/ 1150 w 180746"/>
              <a:gd name="csY9" fmla="*/ 119255 h 138484"/>
              <a:gd name="csX10" fmla="*/ 10309 w 180746"/>
              <a:gd name="csY10" fmla="*/ 135096 h 138484"/>
              <a:gd name="csX11" fmla="*/ 19032 w 180746"/>
              <a:gd name="csY11" fmla="*/ 138485 h 138484"/>
              <a:gd name="csX12" fmla="*/ 24991 w 180746"/>
              <a:gd name="csY12" fmla="*/ 137485 h 138484"/>
              <a:gd name="csX13" fmla="*/ 45043 w 180746"/>
              <a:gd name="csY13" fmla="*/ 117933 h 138484"/>
              <a:gd name="csX14" fmla="*/ 42239 w 180746"/>
              <a:gd name="csY14" fmla="*/ 85702 h 138484"/>
              <a:gd name="csX15" fmla="*/ 39713 w 180746"/>
              <a:gd name="csY15" fmla="*/ 76557 h 138484"/>
              <a:gd name="csX16" fmla="*/ 63476 w 180746"/>
              <a:gd name="csY16" fmla="*/ 66481 h 138484"/>
              <a:gd name="csX17" fmla="*/ 105920 w 180746"/>
              <a:gd name="csY17" fmla="*/ 51462 h 138484"/>
              <a:gd name="csX18" fmla="*/ 145491 w 180746"/>
              <a:gd name="csY18" fmla="*/ 37543 h 138484"/>
              <a:gd name="csX19" fmla="*/ 174157 w 180746"/>
              <a:gd name="csY19" fmla="*/ 21255 h 138484"/>
              <a:gd name="csX20" fmla="*/ 174140 w 180746"/>
              <a:gd name="csY20" fmla="*/ 21255 h 138484"/>
              <a:gd name="csX21" fmla="*/ 171425 w 180746"/>
              <a:gd name="csY21" fmla="*/ 21315 h 138484"/>
              <a:gd name="csX22" fmla="*/ 170394 w 180746"/>
              <a:gd name="csY22" fmla="*/ 21345 h 138484"/>
              <a:gd name="csX23" fmla="*/ 146714 w 180746"/>
              <a:gd name="csY23" fmla="*/ 15930 h 138484"/>
              <a:gd name="csX24" fmla="*/ 115489 w 180746"/>
              <a:gd name="csY24" fmla="*/ 4935 h 138484"/>
              <a:gd name="csX25" fmla="*/ 98995 w 180746"/>
              <a:gd name="csY25" fmla="*/ 51 h 138484"/>
              <a:gd name="csX26" fmla="*/ 98737 w 180746"/>
              <a:gd name="csY26" fmla="*/ 71 h 138484"/>
              <a:gd name="csX27" fmla="*/ 94377 w 180746"/>
              <a:gd name="csY27" fmla="*/ 192 h 138484"/>
              <a:gd name="csX28" fmla="*/ 87875 w 180746"/>
              <a:gd name="csY28" fmla="*/ 10 h 138484"/>
              <a:gd name="csX29" fmla="*/ 86998 w 180746"/>
              <a:gd name="csY29" fmla="*/ 0 h 13848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</a:cxnLst>
            <a:rect l="l" t="t" r="r" b="b"/>
            <a:pathLst>
              <a:path w="180746" h="138484">
                <a:moveTo>
                  <a:pt x="86996" y="3"/>
                </a:moveTo>
                <a:cubicBezTo>
                  <a:pt x="69736" y="3"/>
                  <a:pt x="47624" y="11316"/>
                  <a:pt x="35130" y="26526"/>
                </a:cubicBezTo>
                <a:cubicBezTo>
                  <a:pt x="32065" y="30329"/>
                  <a:pt x="31031" y="32213"/>
                  <a:pt x="32065" y="32213"/>
                </a:cubicBezTo>
                <a:cubicBezTo>
                  <a:pt x="33142" y="32213"/>
                  <a:pt x="36462" y="30172"/>
                  <a:pt x="42068" y="26131"/>
                </a:cubicBezTo>
                <a:cubicBezTo>
                  <a:pt x="54170" y="17320"/>
                  <a:pt x="69281" y="12909"/>
                  <a:pt x="83505" y="12909"/>
                </a:cubicBezTo>
                <a:cubicBezTo>
                  <a:pt x="97403" y="12909"/>
                  <a:pt x="110454" y="17120"/>
                  <a:pt x="119027" y="25551"/>
                </a:cubicBezTo>
                <a:cubicBezTo>
                  <a:pt x="128324" y="34889"/>
                  <a:pt x="125435" y="38308"/>
                  <a:pt x="99584" y="48227"/>
                </a:cubicBezTo>
                <a:cubicBezTo>
                  <a:pt x="86631" y="53283"/>
                  <a:pt x="65986" y="60636"/>
                  <a:pt x="53761" y="64629"/>
                </a:cubicBezTo>
                <a:cubicBezTo>
                  <a:pt x="19057" y="75677"/>
                  <a:pt x="14553" y="78015"/>
                  <a:pt x="8109" y="87201"/>
                </a:cubicBezTo>
                <a:cubicBezTo>
                  <a:pt x="151" y="98712"/>
                  <a:pt x="-1452" y="105866"/>
                  <a:pt x="1150" y="119255"/>
                </a:cubicBezTo>
                <a:cubicBezTo>
                  <a:pt x="2917" y="128821"/>
                  <a:pt x="4481" y="131578"/>
                  <a:pt x="10309" y="135096"/>
                </a:cubicBezTo>
                <a:cubicBezTo>
                  <a:pt x="14062" y="137465"/>
                  <a:pt x="16260" y="138485"/>
                  <a:pt x="19032" y="138485"/>
                </a:cubicBezTo>
                <a:cubicBezTo>
                  <a:pt x="20671" y="138485"/>
                  <a:pt x="22511" y="138129"/>
                  <a:pt x="24991" y="137485"/>
                </a:cubicBezTo>
                <a:cubicBezTo>
                  <a:pt x="33528" y="135212"/>
                  <a:pt x="42291" y="126881"/>
                  <a:pt x="45043" y="117933"/>
                </a:cubicBezTo>
                <a:cubicBezTo>
                  <a:pt x="47485" y="109324"/>
                  <a:pt x="46252" y="93361"/>
                  <a:pt x="42239" y="85702"/>
                </a:cubicBezTo>
                <a:cubicBezTo>
                  <a:pt x="40445" y="82249"/>
                  <a:pt x="39324" y="77927"/>
                  <a:pt x="39713" y="76557"/>
                </a:cubicBezTo>
                <a:cubicBezTo>
                  <a:pt x="40157" y="74992"/>
                  <a:pt x="50855" y="70364"/>
                  <a:pt x="63476" y="66481"/>
                </a:cubicBezTo>
                <a:cubicBezTo>
                  <a:pt x="75898" y="62544"/>
                  <a:pt x="95080" y="55838"/>
                  <a:pt x="105920" y="51462"/>
                </a:cubicBezTo>
                <a:cubicBezTo>
                  <a:pt x="116563" y="47030"/>
                  <a:pt x="134532" y="40832"/>
                  <a:pt x="145491" y="37543"/>
                </a:cubicBezTo>
                <a:cubicBezTo>
                  <a:pt x="177525" y="28023"/>
                  <a:pt x="189401" y="21258"/>
                  <a:pt x="174157" y="21255"/>
                </a:cubicBezTo>
                <a:lnTo>
                  <a:pt x="174140" y="21255"/>
                </a:lnTo>
                <a:cubicBezTo>
                  <a:pt x="173315" y="21255"/>
                  <a:pt x="172410" y="21275"/>
                  <a:pt x="171425" y="21315"/>
                </a:cubicBezTo>
                <a:cubicBezTo>
                  <a:pt x="171098" y="21335"/>
                  <a:pt x="170754" y="21345"/>
                  <a:pt x="170394" y="21345"/>
                </a:cubicBezTo>
                <a:cubicBezTo>
                  <a:pt x="165268" y="21345"/>
                  <a:pt x="156906" y="19352"/>
                  <a:pt x="146714" y="15930"/>
                </a:cubicBezTo>
                <a:cubicBezTo>
                  <a:pt x="137643" y="12565"/>
                  <a:pt x="123485" y="7578"/>
                  <a:pt x="115489" y="4935"/>
                </a:cubicBezTo>
                <a:cubicBezTo>
                  <a:pt x="107958" y="2243"/>
                  <a:pt x="100861" y="51"/>
                  <a:pt x="98995" y="51"/>
                </a:cubicBezTo>
                <a:cubicBezTo>
                  <a:pt x="98893" y="51"/>
                  <a:pt x="98807" y="58"/>
                  <a:pt x="98737" y="71"/>
                </a:cubicBezTo>
                <a:cubicBezTo>
                  <a:pt x="98157" y="133"/>
                  <a:pt x="96511" y="192"/>
                  <a:pt x="94377" y="192"/>
                </a:cubicBezTo>
                <a:cubicBezTo>
                  <a:pt x="92463" y="192"/>
                  <a:pt x="90157" y="144"/>
                  <a:pt x="87875" y="10"/>
                </a:cubicBezTo>
                <a:cubicBezTo>
                  <a:pt x="87584" y="3"/>
                  <a:pt x="87291" y="0"/>
                  <a:pt x="86998" y="0"/>
                </a:cubicBezTo>
                <a:close/>
              </a:path>
            </a:pathLst>
          </a:custGeom>
          <a:solidFill>
            <a:srgbClr val="000000"/>
          </a:solidFill>
          <a:ln w="7382" cap="flat">
            <a:noFill/>
            <a:prstDash val="solid"/>
            <a:miter/>
          </a:ln>
        </p:spPr>
        <p:txBody>
          <a:bodyPr/>
          <a:lstStyle/>
          <a:p>
            <a:endParaRPr lang="en-AU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198B0306-CE9F-14A8-57C3-68321F1E38B1}"/>
              </a:ext>
            </a:extLst>
          </p:cNvPr>
          <p:cNvSpPr/>
          <p:nvPr/>
        </p:nvSpPr>
        <p:spPr>
          <a:xfrm flipH="1">
            <a:off x="2937894" y="1894493"/>
            <a:ext cx="110190" cy="185923"/>
          </a:xfrm>
          <a:custGeom>
            <a:avLst/>
            <a:gdLst>
              <a:gd name="csX0" fmla="*/ 50468 w 110190"/>
              <a:gd name="csY0" fmla="*/ 0 h 185923"/>
              <a:gd name="csX1" fmla="*/ 40352 w 110190"/>
              <a:gd name="csY1" fmla="*/ 3265 h 185923"/>
              <a:gd name="csX2" fmla="*/ 30906 w 110190"/>
              <a:gd name="csY2" fmla="*/ 16263 h 185923"/>
              <a:gd name="csX3" fmla="*/ 54923 w 110190"/>
              <a:gd name="csY3" fmla="*/ 54174 h 185923"/>
              <a:gd name="csX4" fmla="*/ 59763 w 110190"/>
              <a:gd name="csY4" fmla="*/ 69451 h 185923"/>
              <a:gd name="csX5" fmla="*/ 51486 w 110190"/>
              <a:gd name="csY5" fmla="*/ 85095 h 185923"/>
              <a:gd name="csX6" fmla="*/ 1160 w 110190"/>
              <a:gd name="csY6" fmla="*/ 181306 h 185923"/>
              <a:gd name="csX7" fmla="*/ 1568 w 110190"/>
              <a:gd name="csY7" fmla="*/ 185924 h 185923"/>
              <a:gd name="csX8" fmla="*/ 12330 w 110190"/>
              <a:gd name="csY8" fmla="*/ 181030 h 185923"/>
              <a:gd name="csX9" fmla="*/ 37081 w 110190"/>
              <a:gd name="csY9" fmla="*/ 171228 h 185923"/>
              <a:gd name="csX10" fmla="*/ 82394 w 110190"/>
              <a:gd name="csY10" fmla="*/ 136318 h 185923"/>
              <a:gd name="csX11" fmla="*/ 91975 w 110190"/>
              <a:gd name="csY11" fmla="*/ 122092 h 185923"/>
              <a:gd name="csX12" fmla="*/ 108910 w 110190"/>
              <a:gd name="csY12" fmla="*/ 87955 h 185923"/>
              <a:gd name="csX13" fmla="*/ 110190 w 110190"/>
              <a:gd name="csY13" fmla="*/ 78178 h 185923"/>
              <a:gd name="csX14" fmla="*/ 102500 w 110190"/>
              <a:gd name="csY14" fmla="*/ 92507 h 185923"/>
              <a:gd name="csX15" fmla="*/ 61310 w 110190"/>
              <a:gd name="csY15" fmla="*/ 121705 h 185923"/>
              <a:gd name="csX16" fmla="*/ 51258 w 110190"/>
              <a:gd name="csY16" fmla="*/ 120494 h 185923"/>
              <a:gd name="csX17" fmla="*/ 40864 w 110190"/>
              <a:gd name="csY17" fmla="*/ 118030 h 185923"/>
              <a:gd name="csX18" fmla="*/ 42925 w 110190"/>
              <a:gd name="csY18" fmla="*/ 112269 h 185923"/>
              <a:gd name="csX19" fmla="*/ 67835 w 110190"/>
              <a:gd name="csY19" fmla="*/ 64304 h 185923"/>
              <a:gd name="csX20" fmla="*/ 78062 w 110190"/>
              <a:gd name="csY20" fmla="*/ 43292 h 185923"/>
              <a:gd name="csX21" fmla="*/ 62675 w 110190"/>
              <a:gd name="csY21" fmla="*/ 5033 h 185923"/>
              <a:gd name="csX22" fmla="*/ 50467 w 110190"/>
              <a:gd name="csY22" fmla="*/ 1 h 18592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</a:cxnLst>
            <a:rect l="l" t="t" r="r" b="b"/>
            <a:pathLst>
              <a:path w="110190" h="185923">
                <a:moveTo>
                  <a:pt x="50468" y="0"/>
                </a:moveTo>
                <a:cubicBezTo>
                  <a:pt x="47329" y="0"/>
                  <a:pt x="44121" y="1096"/>
                  <a:pt x="40352" y="3265"/>
                </a:cubicBezTo>
                <a:cubicBezTo>
                  <a:pt x="33261" y="7206"/>
                  <a:pt x="31971" y="8747"/>
                  <a:pt x="30906" y="16263"/>
                </a:cubicBezTo>
                <a:cubicBezTo>
                  <a:pt x="28215" y="31769"/>
                  <a:pt x="38702" y="48191"/>
                  <a:pt x="54923" y="54174"/>
                </a:cubicBezTo>
                <a:cubicBezTo>
                  <a:pt x="64137" y="57789"/>
                  <a:pt x="64824" y="59880"/>
                  <a:pt x="59763" y="69451"/>
                </a:cubicBezTo>
                <a:cubicBezTo>
                  <a:pt x="57189" y="74013"/>
                  <a:pt x="53498" y="81009"/>
                  <a:pt x="51486" y="85095"/>
                </a:cubicBezTo>
                <a:cubicBezTo>
                  <a:pt x="33958" y="119066"/>
                  <a:pt x="3147" y="178057"/>
                  <a:pt x="1160" y="181306"/>
                </a:cubicBezTo>
                <a:cubicBezTo>
                  <a:pt x="-555" y="184376"/>
                  <a:pt x="-326" y="185924"/>
                  <a:pt x="1568" y="185924"/>
                </a:cubicBezTo>
                <a:cubicBezTo>
                  <a:pt x="3508" y="185924"/>
                  <a:pt x="7194" y="184302"/>
                  <a:pt x="12330" y="181030"/>
                </a:cubicBezTo>
                <a:cubicBezTo>
                  <a:pt x="17450" y="178020"/>
                  <a:pt x="28544" y="173501"/>
                  <a:pt x="37081" y="171228"/>
                </a:cubicBezTo>
                <a:cubicBezTo>
                  <a:pt x="63454" y="163988"/>
                  <a:pt x="73236" y="156573"/>
                  <a:pt x="82394" y="136318"/>
                </a:cubicBezTo>
                <a:cubicBezTo>
                  <a:pt x="84683" y="131256"/>
                  <a:pt x="89054" y="124869"/>
                  <a:pt x="91975" y="122092"/>
                </a:cubicBezTo>
                <a:cubicBezTo>
                  <a:pt x="100231" y="114042"/>
                  <a:pt x="107638" y="99211"/>
                  <a:pt x="108910" y="87955"/>
                </a:cubicBezTo>
                <a:lnTo>
                  <a:pt x="110190" y="78178"/>
                </a:lnTo>
                <a:lnTo>
                  <a:pt x="102500" y="92507"/>
                </a:lnTo>
                <a:cubicBezTo>
                  <a:pt x="92099" y="111618"/>
                  <a:pt x="77734" y="121705"/>
                  <a:pt x="61310" y="121705"/>
                </a:cubicBezTo>
                <a:cubicBezTo>
                  <a:pt x="58036" y="121705"/>
                  <a:pt x="54680" y="121305"/>
                  <a:pt x="51258" y="120494"/>
                </a:cubicBezTo>
                <a:lnTo>
                  <a:pt x="40864" y="118030"/>
                </a:lnTo>
                <a:lnTo>
                  <a:pt x="42925" y="112269"/>
                </a:lnTo>
                <a:cubicBezTo>
                  <a:pt x="45238" y="106368"/>
                  <a:pt x="52534" y="91928"/>
                  <a:pt x="67835" y="64304"/>
                </a:cubicBezTo>
                <a:cubicBezTo>
                  <a:pt x="72785" y="55125"/>
                  <a:pt x="77395" y="45641"/>
                  <a:pt x="78062" y="43292"/>
                </a:cubicBezTo>
                <a:cubicBezTo>
                  <a:pt x="81003" y="32922"/>
                  <a:pt x="72780" y="12273"/>
                  <a:pt x="62675" y="5033"/>
                </a:cubicBezTo>
                <a:cubicBezTo>
                  <a:pt x="58097" y="1665"/>
                  <a:pt x="54334" y="1"/>
                  <a:pt x="50467" y="1"/>
                </a:cubicBezTo>
                <a:close/>
              </a:path>
            </a:pathLst>
          </a:custGeom>
          <a:solidFill>
            <a:schemeClr val="accent2">
              <a:lumMod val="50000"/>
            </a:schemeClr>
          </a:solidFill>
          <a:ln w="7382" cap="flat">
            <a:noFill/>
            <a:prstDash val="solid"/>
            <a:miter/>
          </a:ln>
        </p:spPr>
        <p:txBody>
          <a:bodyPr/>
          <a:lstStyle/>
          <a:p>
            <a:endParaRPr lang="en-AU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9FE3866B-033C-E8F7-A0FF-BB8174E636E5}"/>
              </a:ext>
            </a:extLst>
          </p:cNvPr>
          <p:cNvSpPr/>
          <p:nvPr/>
        </p:nvSpPr>
        <p:spPr>
          <a:xfrm flipH="1">
            <a:off x="3154850" y="1896149"/>
            <a:ext cx="237686" cy="228202"/>
          </a:xfrm>
          <a:custGeom>
            <a:avLst/>
            <a:gdLst>
              <a:gd name="csX0" fmla="*/ 225590 w 237686"/>
              <a:gd name="csY0" fmla="*/ 1 h 228202"/>
              <a:gd name="csX1" fmla="*/ 217350 w 237686"/>
              <a:gd name="csY1" fmla="*/ 919 h 228202"/>
              <a:gd name="csX2" fmla="*/ 198881 w 237686"/>
              <a:gd name="csY2" fmla="*/ 8876 h 228202"/>
              <a:gd name="csX3" fmla="*/ 160139 w 237686"/>
              <a:gd name="csY3" fmla="*/ 49200 h 228202"/>
              <a:gd name="csX4" fmla="*/ 142022 w 237686"/>
              <a:gd name="csY4" fmla="*/ 56664 h 228202"/>
              <a:gd name="csX5" fmla="*/ 139495 w 237686"/>
              <a:gd name="csY5" fmla="*/ 56554 h 228202"/>
              <a:gd name="csX6" fmla="*/ 135676 w 237686"/>
              <a:gd name="csY6" fmla="*/ 56391 h 228202"/>
              <a:gd name="csX7" fmla="*/ 84649 w 237686"/>
              <a:gd name="csY7" fmla="*/ 67918 h 228202"/>
              <a:gd name="csX8" fmla="*/ 48368 w 237686"/>
              <a:gd name="csY8" fmla="*/ 109347 h 228202"/>
              <a:gd name="csX9" fmla="*/ 67939 w 237686"/>
              <a:gd name="csY9" fmla="*/ 173466 h 228202"/>
              <a:gd name="csX10" fmla="*/ 64887 w 237686"/>
              <a:gd name="csY10" fmla="*/ 196261 h 228202"/>
              <a:gd name="csX11" fmla="*/ 27715 w 237686"/>
              <a:gd name="csY11" fmla="*/ 224333 h 228202"/>
              <a:gd name="csX12" fmla="*/ 10613 w 237686"/>
              <a:gd name="csY12" fmla="*/ 215383 h 228202"/>
              <a:gd name="csX13" fmla="*/ 7724 w 237686"/>
              <a:gd name="csY13" fmla="*/ 205177 h 228202"/>
              <a:gd name="csX14" fmla="*/ 7745 w 237686"/>
              <a:gd name="csY14" fmla="*/ 205177 h 228202"/>
              <a:gd name="csX15" fmla="*/ 12826 w 237686"/>
              <a:gd name="csY15" fmla="*/ 206076 h 228202"/>
              <a:gd name="csX16" fmla="*/ 18752 w 237686"/>
              <a:gd name="csY16" fmla="*/ 207087 h 228202"/>
              <a:gd name="csX17" fmla="*/ 27597 w 237686"/>
              <a:gd name="csY17" fmla="*/ 203635 h 228202"/>
              <a:gd name="csX18" fmla="*/ 34656 w 237686"/>
              <a:gd name="csY18" fmla="*/ 187020 h 228202"/>
              <a:gd name="csX19" fmla="*/ 21310 w 237686"/>
              <a:gd name="csY19" fmla="*/ 174658 h 228202"/>
              <a:gd name="csX20" fmla="*/ 16348 w 237686"/>
              <a:gd name="csY20" fmla="*/ 173911 h 228202"/>
              <a:gd name="csX21" fmla="*/ 1665 w 237686"/>
              <a:gd name="csY21" fmla="*/ 190521 h 228202"/>
              <a:gd name="csX22" fmla="*/ 9367 w 237686"/>
              <a:gd name="csY22" fmla="*/ 220525 h 228202"/>
              <a:gd name="csX23" fmla="*/ 30303 w 237686"/>
              <a:gd name="csY23" fmla="*/ 228203 h 228202"/>
              <a:gd name="csX24" fmla="*/ 42511 w 237686"/>
              <a:gd name="csY24" fmla="*/ 225508 h 228202"/>
              <a:gd name="csX25" fmla="*/ 69149 w 237686"/>
              <a:gd name="csY25" fmla="*/ 197022 h 228202"/>
              <a:gd name="csX26" fmla="*/ 72681 w 237686"/>
              <a:gd name="csY26" fmla="*/ 192092 h 228202"/>
              <a:gd name="csX27" fmla="*/ 76046 w 237686"/>
              <a:gd name="csY27" fmla="*/ 187749 h 228202"/>
              <a:gd name="csX28" fmla="*/ 86251 w 237686"/>
              <a:gd name="csY28" fmla="*/ 182772 h 228202"/>
              <a:gd name="csX29" fmla="*/ 93120 w 237686"/>
              <a:gd name="csY29" fmla="*/ 183204 h 228202"/>
              <a:gd name="csX30" fmla="*/ 96732 w 237686"/>
              <a:gd name="csY30" fmla="*/ 183360 h 228202"/>
              <a:gd name="csX31" fmla="*/ 141888 w 237686"/>
              <a:gd name="csY31" fmla="*/ 151153 h 228202"/>
              <a:gd name="csX32" fmla="*/ 136001 w 237686"/>
              <a:gd name="csY32" fmla="*/ 117010 h 228202"/>
              <a:gd name="csX33" fmla="*/ 128545 w 237686"/>
              <a:gd name="csY33" fmla="*/ 109452 h 228202"/>
              <a:gd name="csX34" fmla="*/ 134900 w 237686"/>
              <a:gd name="csY34" fmla="*/ 93062 h 228202"/>
              <a:gd name="csX35" fmla="*/ 157352 w 237686"/>
              <a:gd name="csY35" fmla="*/ 80089 h 228202"/>
              <a:gd name="csX36" fmla="*/ 226694 w 237686"/>
              <a:gd name="csY36" fmla="*/ 37921 h 228202"/>
              <a:gd name="csX37" fmla="*/ 235036 w 237686"/>
              <a:gd name="csY37" fmla="*/ 6252 h 228202"/>
              <a:gd name="csX38" fmla="*/ 225591 w 237686"/>
              <a:gd name="csY38" fmla="*/ 0 h 22820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</a:cxnLst>
            <a:rect l="l" t="t" r="r" b="b"/>
            <a:pathLst>
              <a:path w="237686" h="228202">
                <a:moveTo>
                  <a:pt x="225590" y="1"/>
                </a:moveTo>
                <a:cubicBezTo>
                  <a:pt x="223574" y="1"/>
                  <a:pt x="220972" y="345"/>
                  <a:pt x="217350" y="919"/>
                </a:cubicBezTo>
                <a:cubicBezTo>
                  <a:pt x="212445" y="1667"/>
                  <a:pt x="203970" y="5224"/>
                  <a:pt x="198881" y="8876"/>
                </a:cubicBezTo>
                <a:cubicBezTo>
                  <a:pt x="188758" y="15986"/>
                  <a:pt x="161526" y="44308"/>
                  <a:pt x="160139" y="49200"/>
                </a:cubicBezTo>
                <a:cubicBezTo>
                  <a:pt x="158982" y="53282"/>
                  <a:pt x="150302" y="56664"/>
                  <a:pt x="142022" y="56664"/>
                </a:cubicBezTo>
                <a:cubicBezTo>
                  <a:pt x="141173" y="56664"/>
                  <a:pt x="140328" y="56628"/>
                  <a:pt x="139495" y="56554"/>
                </a:cubicBezTo>
                <a:cubicBezTo>
                  <a:pt x="138331" y="56444"/>
                  <a:pt x="137052" y="56391"/>
                  <a:pt x="135676" y="56391"/>
                </a:cubicBezTo>
                <a:cubicBezTo>
                  <a:pt x="122075" y="56391"/>
                  <a:pt x="99043" y="61564"/>
                  <a:pt x="84649" y="67918"/>
                </a:cubicBezTo>
                <a:cubicBezTo>
                  <a:pt x="63957" y="76947"/>
                  <a:pt x="54361" y="88215"/>
                  <a:pt x="48368" y="109347"/>
                </a:cubicBezTo>
                <a:cubicBezTo>
                  <a:pt x="41073" y="135819"/>
                  <a:pt x="47404" y="156364"/>
                  <a:pt x="67939" y="173466"/>
                </a:cubicBezTo>
                <a:cubicBezTo>
                  <a:pt x="75332" y="179740"/>
                  <a:pt x="75172" y="181807"/>
                  <a:pt x="64887" y="196261"/>
                </a:cubicBezTo>
                <a:cubicBezTo>
                  <a:pt x="51819" y="214761"/>
                  <a:pt x="38990" y="224333"/>
                  <a:pt x="27715" y="224333"/>
                </a:cubicBezTo>
                <a:cubicBezTo>
                  <a:pt x="21461" y="224333"/>
                  <a:pt x="15685" y="221387"/>
                  <a:pt x="10613" y="215383"/>
                </a:cubicBezTo>
                <a:cubicBezTo>
                  <a:pt x="4537" y="208509"/>
                  <a:pt x="3617" y="205182"/>
                  <a:pt x="7724" y="205177"/>
                </a:cubicBezTo>
                <a:lnTo>
                  <a:pt x="7745" y="205177"/>
                </a:lnTo>
                <a:cubicBezTo>
                  <a:pt x="8986" y="205178"/>
                  <a:pt x="10680" y="205480"/>
                  <a:pt x="12826" y="206076"/>
                </a:cubicBezTo>
                <a:cubicBezTo>
                  <a:pt x="15200" y="206736"/>
                  <a:pt x="17069" y="207087"/>
                  <a:pt x="18752" y="207087"/>
                </a:cubicBezTo>
                <a:cubicBezTo>
                  <a:pt x="21696" y="207087"/>
                  <a:pt x="24073" y="206013"/>
                  <a:pt x="27597" y="203635"/>
                </a:cubicBezTo>
                <a:cubicBezTo>
                  <a:pt x="35472" y="198434"/>
                  <a:pt x="36644" y="195804"/>
                  <a:pt x="34656" y="187020"/>
                </a:cubicBezTo>
                <a:cubicBezTo>
                  <a:pt x="33324" y="179683"/>
                  <a:pt x="30406" y="177184"/>
                  <a:pt x="21310" y="174658"/>
                </a:cubicBezTo>
                <a:cubicBezTo>
                  <a:pt x="19528" y="174163"/>
                  <a:pt x="17878" y="173911"/>
                  <a:pt x="16348" y="173911"/>
                </a:cubicBezTo>
                <a:cubicBezTo>
                  <a:pt x="9387" y="173911"/>
                  <a:pt x="4895" y="179133"/>
                  <a:pt x="1665" y="190521"/>
                </a:cubicBezTo>
                <a:cubicBezTo>
                  <a:pt x="-1911" y="203882"/>
                  <a:pt x="102" y="211829"/>
                  <a:pt x="9367" y="220525"/>
                </a:cubicBezTo>
                <a:cubicBezTo>
                  <a:pt x="14631" y="225491"/>
                  <a:pt x="22621" y="228203"/>
                  <a:pt x="30303" y="228203"/>
                </a:cubicBezTo>
                <a:cubicBezTo>
                  <a:pt x="34655" y="228203"/>
                  <a:pt x="38908" y="227332"/>
                  <a:pt x="42511" y="225508"/>
                </a:cubicBezTo>
                <a:cubicBezTo>
                  <a:pt x="50757" y="221256"/>
                  <a:pt x="67262" y="203674"/>
                  <a:pt x="69149" y="197022"/>
                </a:cubicBezTo>
                <a:cubicBezTo>
                  <a:pt x="69815" y="194673"/>
                  <a:pt x="71526" y="192405"/>
                  <a:pt x="72681" y="192092"/>
                </a:cubicBezTo>
                <a:cubicBezTo>
                  <a:pt x="74034" y="191835"/>
                  <a:pt x="75490" y="189706"/>
                  <a:pt x="76046" y="187749"/>
                </a:cubicBezTo>
                <a:cubicBezTo>
                  <a:pt x="77020" y="184312"/>
                  <a:pt x="79945" y="182772"/>
                  <a:pt x="86251" y="182772"/>
                </a:cubicBezTo>
                <a:cubicBezTo>
                  <a:pt x="88203" y="182772"/>
                  <a:pt x="90478" y="182919"/>
                  <a:pt x="93120" y="183204"/>
                </a:cubicBezTo>
                <a:cubicBezTo>
                  <a:pt x="94321" y="183308"/>
                  <a:pt x="95526" y="183360"/>
                  <a:pt x="96732" y="183360"/>
                </a:cubicBezTo>
                <a:cubicBezTo>
                  <a:pt x="116633" y="183360"/>
                  <a:pt x="136707" y="169419"/>
                  <a:pt x="141888" y="151153"/>
                </a:cubicBezTo>
                <a:cubicBezTo>
                  <a:pt x="144885" y="140587"/>
                  <a:pt x="142387" y="125328"/>
                  <a:pt x="136001" y="117010"/>
                </a:cubicBezTo>
                <a:cubicBezTo>
                  <a:pt x="133218" y="113283"/>
                  <a:pt x="129732" y="109781"/>
                  <a:pt x="128545" y="109452"/>
                </a:cubicBezTo>
                <a:cubicBezTo>
                  <a:pt x="125184" y="108518"/>
                  <a:pt x="126523" y="105301"/>
                  <a:pt x="134900" y="93062"/>
                </a:cubicBezTo>
                <a:cubicBezTo>
                  <a:pt x="142074" y="82812"/>
                  <a:pt x="142382" y="82476"/>
                  <a:pt x="157352" y="80089"/>
                </a:cubicBezTo>
                <a:cubicBezTo>
                  <a:pt x="187092" y="75261"/>
                  <a:pt x="209511" y="61646"/>
                  <a:pt x="226694" y="37921"/>
                </a:cubicBezTo>
                <a:cubicBezTo>
                  <a:pt x="237794" y="22850"/>
                  <a:pt x="240316" y="13206"/>
                  <a:pt x="235036" y="6252"/>
                </a:cubicBezTo>
                <a:cubicBezTo>
                  <a:pt x="231637" y="1676"/>
                  <a:pt x="230041" y="0"/>
                  <a:pt x="225591" y="0"/>
                </a:cubicBezTo>
                <a:close/>
              </a:path>
            </a:pathLst>
          </a:custGeom>
          <a:solidFill>
            <a:srgbClr val="000000"/>
          </a:solidFill>
          <a:ln w="7382" cap="flat">
            <a:noFill/>
            <a:prstDash val="solid"/>
            <a:miter/>
          </a:ln>
        </p:spPr>
        <p:txBody>
          <a:bodyPr/>
          <a:lstStyle/>
          <a:p>
            <a:endParaRPr lang="en-AU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8E8CBE36-B7D7-A19E-D880-D10A5FE62F71}"/>
              </a:ext>
            </a:extLst>
          </p:cNvPr>
          <p:cNvSpPr/>
          <p:nvPr/>
        </p:nvSpPr>
        <p:spPr>
          <a:xfrm flipH="1">
            <a:off x="2507898" y="2053651"/>
            <a:ext cx="108804" cy="120895"/>
          </a:xfrm>
          <a:custGeom>
            <a:avLst/>
            <a:gdLst>
              <a:gd name="csX0" fmla="*/ 83546 w 108804"/>
              <a:gd name="csY0" fmla="*/ 2 h 120895"/>
              <a:gd name="csX1" fmla="*/ 83109 w 108804"/>
              <a:gd name="csY1" fmla="*/ 18 h 120895"/>
              <a:gd name="csX2" fmla="*/ 68892 w 108804"/>
              <a:gd name="csY2" fmla="*/ 12535 h 120895"/>
              <a:gd name="csX3" fmla="*/ 77861 w 108804"/>
              <a:gd name="csY3" fmla="*/ 41834 h 120895"/>
              <a:gd name="csX4" fmla="*/ 81931 w 108804"/>
              <a:gd name="csY4" fmla="*/ 49297 h 120895"/>
              <a:gd name="csX5" fmla="*/ 68252 w 108804"/>
              <a:gd name="csY5" fmla="*/ 62175 h 120895"/>
              <a:gd name="csX6" fmla="*/ 33007 w 108804"/>
              <a:gd name="csY6" fmla="*/ 90170 h 120895"/>
              <a:gd name="csX7" fmla="*/ 5945 w 108804"/>
              <a:gd name="csY7" fmla="*/ 112629 h 120895"/>
              <a:gd name="csX8" fmla="*/ 2347 w 108804"/>
              <a:gd name="csY8" fmla="*/ 120895 h 120895"/>
              <a:gd name="csX9" fmla="*/ 6827 w 108804"/>
              <a:gd name="csY9" fmla="*/ 120051 h 120895"/>
              <a:gd name="csX10" fmla="*/ 16604 w 108804"/>
              <a:gd name="csY10" fmla="*/ 119327 h 120895"/>
              <a:gd name="csX11" fmla="*/ 28012 w 108804"/>
              <a:gd name="csY11" fmla="*/ 119813 h 120895"/>
              <a:gd name="csX12" fmla="*/ 40543 w 108804"/>
              <a:gd name="csY12" fmla="*/ 120466 h 120895"/>
              <a:gd name="csX13" fmla="*/ 72147 w 108804"/>
              <a:gd name="csY13" fmla="*/ 110118 h 120895"/>
              <a:gd name="csX14" fmla="*/ 92701 w 108804"/>
              <a:gd name="csY14" fmla="*/ 95563 h 120895"/>
              <a:gd name="csX15" fmla="*/ 105731 w 108804"/>
              <a:gd name="csY15" fmla="*/ 82716 h 120895"/>
              <a:gd name="csX16" fmla="*/ 108804 w 108804"/>
              <a:gd name="csY16" fmla="*/ 76392 h 120895"/>
              <a:gd name="csX17" fmla="*/ 100572 w 108804"/>
              <a:gd name="csY17" fmla="*/ 83604 h 120895"/>
              <a:gd name="csX18" fmla="*/ 72616 w 108804"/>
              <a:gd name="csY18" fmla="*/ 93570 h 120895"/>
              <a:gd name="csX19" fmla="*/ 52480 w 108804"/>
              <a:gd name="csY19" fmla="*/ 85446 h 120895"/>
              <a:gd name="csX20" fmla="*/ 48987 w 108804"/>
              <a:gd name="csY20" fmla="*/ 80465 h 120895"/>
              <a:gd name="csX21" fmla="*/ 64982 w 108804"/>
              <a:gd name="csY21" fmla="*/ 68443 h 120895"/>
              <a:gd name="csX22" fmla="*/ 102249 w 108804"/>
              <a:gd name="csY22" fmla="*/ 32564 h 120895"/>
              <a:gd name="csX23" fmla="*/ 99623 w 108804"/>
              <a:gd name="csY23" fmla="*/ 7981 h 120895"/>
              <a:gd name="csX24" fmla="*/ 83546 w 108804"/>
              <a:gd name="csY24" fmla="*/ 0 h 12089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</a:cxnLst>
            <a:rect l="l" t="t" r="r" b="b"/>
            <a:pathLst>
              <a:path w="108804" h="120895">
                <a:moveTo>
                  <a:pt x="83546" y="2"/>
                </a:moveTo>
                <a:cubicBezTo>
                  <a:pt x="83394" y="2"/>
                  <a:pt x="83249" y="7"/>
                  <a:pt x="83109" y="18"/>
                </a:cubicBezTo>
                <a:cubicBezTo>
                  <a:pt x="77468" y="352"/>
                  <a:pt x="70613" y="6470"/>
                  <a:pt x="68892" y="12535"/>
                </a:cubicBezTo>
                <a:cubicBezTo>
                  <a:pt x="66728" y="20166"/>
                  <a:pt x="71370" y="35389"/>
                  <a:pt x="77861" y="41834"/>
                </a:cubicBezTo>
                <a:cubicBezTo>
                  <a:pt x="80469" y="44670"/>
                  <a:pt x="82319" y="47927"/>
                  <a:pt x="81931" y="49297"/>
                </a:cubicBezTo>
                <a:cubicBezTo>
                  <a:pt x="81209" y="51841"/>
                  <a:pt x="74607" y="57818"/>
                  <a:pt x="68252" y="62175"/>
                </a:cubicBezTo>
                <a:cubicBezTo>
                  <a:pt x="59419" y="67743"/>
                  <a:pt x="50594" y="74790"/>
                  <a:pt x="33007" y="90170"/>
                </a:cubicBezTo>
                <a:cubicBezTo>
                  <a:pt x="22274" y="99433"/>
                  <a:pt x="10219" y="109594"/>
                  <a:pt x="5945" y="112629"/>
                </a:cubicBezTo>
                <a:cubicBezTo>
                  <a:pt x="-593" y="117425"/>
                  <a:pt x="-1654" y="120895"/>
                  <a:pt x="2347" y="120895"/>
                </a:cubicBezTo>
                <a:cubicBezTo>
                  <a:pt x="3455" y="120895"/>
                  <a:pt x="4951" y="120629"/>
                  <a:pt x="6827" y="120051"/>
                </a:cubicBezTo>
                <a:cubicBezTo>
                  <a:pt x="8506" y="119577"/>
                  <a:pt x="12173" y="119327"/>
                  <a:pt x="16604" y="119327"/>
                </a:cubicBezTo>
                <a:cubicBezTo>
                  <a:pt x="20128" y="119327"/>
                  <a:pt x="24136" y="119485"/>
                  <a:pt x="28012" y="119813"/>
                </a:cubicBezTo>
                <a:cubicBezTo>
                  <a:pt x="32694" y="120237"/>
                  <a:pt x="36819" y="120466"/>
                  <a:pt x="40543" y="120466"/>
                </a:cubicBezTo>
                <a:cubicBezTo>
                  <a:pt x="53859" y="120466"/>
                  <a:pt x="62040" y="117538"/>
                  <a:pt x="72147" y="110118"/>
                </a:cubicBezTo>
                <a:cubicBezTo>
                  <a:pt x="78051" y="105847"/>
                  <a:pt x="87359" y="99355"/>
                  <a:pt x="92701" y="95563"/>
                </a:cubicBezTo>
                <a:cubicBezTo>
                  <a:pt x="98186" y="92019"/>
                  <a:pt x="104083" y="86269"/>
                  <a:pt x="105731" y="82716"/>
                </a:cubicBezTo>
                <a:lnTo>
                  <a:pt x="108804" y="76392"/>
                </a:lnTo>
                <a:lnTo>
                  <a:pt x="100572" y="83604"/>
                </a:lnTo>
                <a:cubicBezTo>
                  <a:pt x="92946" y="90197"/>
                  <a:pt x="82234" y="93570"/>
                  <a:pt x="72616" y="93570"/>
                </a:cubicBezTo>
                <a:cubicBezTo>
                  <a:pt x="64053" y="93570"/>
                  <a:pt x="56358" y="90898"/>
                  <a:pt x="52480" y="85446"/>
                </a:cubicBezTo>
                <a:lnTo>
                  <a:pt x="48987" y="80465"/>
                </a:lnTo>
                <a:lnTo>
                  <a:pt x="64982" y="68443"/>
                </a:lnTo>
                <a:cubicBezTo>
                  <a:pt x="96411" y="44874"/>
                  <a:pt x="99641" y="41760"/>
                  <a:pt x="102249" y="32564"/>
                </a:cubicBezTo>
                <a:cubicBezTo>
                  <a:pt x="104494" y="23899"/>
                  <a:pt x="103314" y="13017"/>
                  <a:pt x="99623" y="7981"/>
                </a:cubicBezTo>
                <a:cubicBezTo>
                  <a:pt x="97125" y="4431"/>
                  <a:pt x="87904" y="0"/>
                  <a:pt x="83546" y="0"/>
                </a:cubicBezTo>
                <a:close/>
              </a:path>
            </a:pathLst>
          </a:custGeom>
          <a:solidFill>
            <a:srgbClr val="000000"/>
          </a:solidFill>
          <a:ln w="7382" cap="flat">
            <a:noFill/>
            <a:prstDash val="solid"/>
            <a:miter/>
          </a:ln>
        </p:spPr>
        <p:txBody>
          <a:bodyPr/>
          <a:lstStyle/>
          <a:p>
            <a:endParaRPr lang="en-AU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C4E0B0D0-F3B1-2CE6-7F6A-6B0FB9501F7F}"/>
              </a:ext>
            </a:extLst>
          </p:cNvPr>
          <p:cNvSpPr/>
          <p:nvPr/>
        </p:nvSpPr>
        <p:spPr>
          <a:xfrm flipH="1">
            <a:off x="2772158" y="1838165"/>
            <a:ext cx="122751" cy="347703"/>
          </a:xfrm>
          <a:custGeom>
            <a:avLst/>
            <a:gdLst>
              <a:gd name="csX0" fmla="*/ 80135 w 122751"/>
              <a:gd name="csY0" fmla="*/ 0 h 347703"/>
              <a:gd name="csX1" fmla="*/ 72152 w 122751"/>
              <a:gd name="csY1" fmla="*/ 2253 h 347703"/>
              <a:gd name="csX2" fmla="*/ 53085 w 122751"/>
              <a:gd name="csY2" fmla="*/ 92792 h 347703"/>
              <a:gd name="csX3" fmla="*/ 54289 w 122751"/>
              <a:gd name="csY3" fmla="*/ 102836 h 347703"/>
              <a:gd name="csX4" fmla="*/ 37919 w 122751"/>
              <a:gd name="csY4" fmla="*/ 119187 h 347703"/>
              <a:gd name="csX5" fmla="*/ 1953 w 122751"/>
              <a:gd name="csY5" fmla="*/ 209889 h 347703"/>
              <a:gd name="csX6" fmla="*/ 47052 w 122751"/>
              <a:gd name="csY6" fmla="*/ 261467 h 347703"/>
              <a:gd name="csX7" fmla="*/ 68550 w 122751"/>
              <a:gd name="csY7" fmla="*/ 265011 h 347703"/>
              <a:gd name="csX8" fmla="*/ 70372 w 122751"/>
              <a:gd name="csY8" fmla="*/ 264988 h 347703"/>
              <a:gd name="csX9" fmla="*/ 83235 w 122751"/>
              <a:gd name="csY9" fmla="*/ 264762 h 347703"/>
              <a:gd name="csX10" fmla="*/ 85605 w 122751"/>
              <a:gd name="csY10" fmla="*/ 270696 h 347703"/>
              <a:gd name="csX11" fmla="*/ 90505 w 122751"/>
              <a:gd name="csY11" fmla="*/ 316597 h 347703"/>
              <a:gd name="csX12" fmla="*/ 63130 w 122751"/>
              <a:gd name="csY12" fmla="*/ 342922 h 347703"/>
              <a:gd name="csX13" fmla="*/ 58805 w 122751"/>
              <a:gd name="csY13" fmla="*/ 342623 h 347703"/>
              <a:gd name="csX14" fmla="*/ 56272 w 122751"/>
              <a:gd name="csY14" fmla="*/ 331998 h 347703"/>
              <a:gd name="csX15" fmla="*/ 62950 w 122751"/>
              <a:gd name="csY15" fmla="*/ 306200 h 347703"/>
              <a:gd name="csX16" fmla="*/ 46755 w 122751"/>
              <a:gd name="csY16" fmla="*/ 295570 h 347703"/>
              <a:gd name="csX17" fmla="*/ 29074 w 122751"/>
              <a:gd name="csY17" fmla="*/ 307557 h 347703"/>
              <a:gd name="csX18" fmla="*/ 53376 w 122751"/>
              <a:gd name="csY18" fmla="*/ 345970 h 347703"/>
              <a:gd name="csX19" fmla="*/ 64756 w 122751"/>
              <a:gd name="csY19" fmla="*/ 347704 h 347703"/>
              <a:gd name="csX20" fmla="*/ 82949 w 122751"/>
              <a:gd name="csY20" fmla="*/ 341730 h 347703"/>
              <a:gd name="csX21" fmla="*/ 94007 w 122751"/>
              <a:gd name="csY21" fmla="*/ 281686 h 347703"/>
              <a:gd name="csX22" fmla="*/ 91100 w 122751"/>
              <a:gd name="csY22" fmla="*/ 263358 h 347703"/>
              <a:gd name="csX23" fmla="*/ 99166 w 122751"/>
              <a:gd name="csY23" fmla="*/ 256732 h 347703"/>
              <a:gd name="csX24" fmla="*/ 120322 w 122751"/>
              <a:gd name="csY24" fmla="*/ 226512 h 347703"/>
              <a:gd name="csX25" fmla="*/ 115253 w 122751"/>
              <a:gd name="csY25" fmla="*/ 186474 h 347703"/>
              <a:gd name="csX26" fmla="*/ 85765 w 122751"/>
              <a:gd name="csY26" fmla="*/ 167096 h 347703"/>
              <a:gd name="csX27" fmla="*/ 70935 w 122751"/>
              <a:gd name="csY27" fmla="*/ 162977 h 347703"/>
              <a:gd name="csX28" fmla="*/ 68468 w 122751"/>
              <a:gd name="csY28" fmla="*/ 148361 h 347703"/>
              <a:gd name="csX29" fmla="*/ 66001 w 122751"/>
              <a:gd name="csY29" fmla="*/ 133744 h 347703"/>
              <a:gd name="csX30" fmla="*/ 79059 w 122751"/>
              <a:gd name="csY30" fmla="*/ 114784 h 347703"/>
              <a:gd name="csX31" fmla="*/ 101457 w 122751"/>
              <a:gd name="csY31" fmla="*/ 60634 h 347703"/>
              <a:gd name="csX32" fmla="*/ 93057 w 122751"/>
              <a:gd name="csY32" fmla="*/ 8272 h 347703"/>
              <a:gd name="csX33" fmla="*/ 80135 w 122751"/>
              <a:gd name="csY33" fmla="*/ 2 h 3477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</a:cxnLst>
            <a:rect l="l" t="t" r="r" b="b"/>
            <a:pathLst>
              <a:path w="122751" h="347703">
                <a:moveTo>
                  <a:pt x="80135" y="0"/>
                </a:moveTo>
                <a:cubicBezTo>
                  <a:pt x="77717" y="0"/>
                  <a:pt x="75127" y="774"/>
                  <a:pt x="72152" y="2253"/>
                </a:cubicBezTo>
                <a:cubicBezTo>
                  <a:pt x="54814" y="10736"/>
                  <a:pt x="47141" y="46813"/>
                  <a:pt x="53085" y="92792"/>
                </a:cubicBezTo>
                <a:lnTo>
                  <a:pt x="54289" y="102836"/>
                </a:lnTo>
                <a:lnTo>
                  <a:pt x="37919" y="119187"/>
                </a:lnTo>
                <a:cubicBezTo>
                  <a:pt x="6722" y="150208"/>
                  <a:pt x="-5044" y="179658"/>
                  <a:pt x="1953" y="209889"/>
                </a:cubicBezTo>
                <a:cubicBezTo>
                  <a:pt x="6852" y="231725"/>
                  <a:pt x="26197" y="253774"/>
                  <a:pt x="47052" y="261467"/>
                </a:cubicBezTo>
                <a:cubicBezTo>
                  <a:pt x="53316" y="263794"/>
                  <a:pt x="60811" y="265011"/>
                  <a:pt x="68550" y="265011"/>
                </a:cubicBezTo>
                <a:cubicBezTo>
                  <a:pt x="69156" y="265011"/>
                  <a:pt x="69763" y="265003"/>
                  <a:pt x="70372" y="264988"/>
                </a:cubicBezTo>
                <a:lnTo>
                  <a:pt x="83235" y="264762"/>
                </a:lnTo>
                <a:lnTo>
                  <a:pt x="85605" y="270696"/>
                </a:lnTo>
                <a:cubicBezTo>
                  <a:pt x="89143" y="279279"/>
                  <a:pt x="91919" y="305592"/>
                  <a:pt x="90505" y="316597"/>
                </a:cubicBezTo>
                <a:cubicBezTo>
                  <a:pt x="88448" y="332747"/>
                  <a:pt x="77477" y="342922"/>
                  <a:pt x="63130" y="342922"/>
                </a:cubicBezTo>
                <a:cubicBezTo>
                  <a:pt x="61719" y="342922"/>
                  <a:pt x="60276" y="342824"/>
                  <a:pt x="58805" y="342623"/>
                </a:cubicBezTo>
                <a:cubicBezTo>
                  <a:pt x="48727" y="341302"/>
                  <a:pt x="48065" y="338374"/>
                  <a:pt x="56272" y="331998"/>
                </a:cubicBezTo>
                <a:cubicBezTo>
                  <a:pt x="65549" y="324865"/>
                  <a:pt x="67848" y="316004"/>
                  <a:pt x="62950" y="306200"/>
                </a:cubicBezTo>
                <a:cubicBezTo>
                  <a:pt x="59398" y="299092"/>
                  <a:pt x="53134" y="295570"/>
                  <a:pt x="46755" y="295570"/>
                </a:cubicBezTo>
                <a:cubicBezTo>
                  <a:pt x="39936" y="295570"/>
                  <a:pt x="32987" y="299593"/>
                  <a:pt x="29074" y="307557"/>
                </a:cubicBezTo>
                <a:cubicBezTo>
                  <a:pt x="22649" y="321183"/>
                  <a:pt x="34986" y="340862"/>
                  <a:pt x="53376" y="345970"/>
                </a:cubicBezTo>
                <a:cubicBezTo>
                  <a:pt x="57510" y="347118"/>
                  <a:pt x="61241" y="347704"/>
                  <a:pt x="64756" y="347704"/>
                </a:cubicBezTo>
                <a:cubicBezTo>
                  <a:pt x="71161" y="347704"/>
                  <a:pt x="76848" y="345759"/>
                  <a:pt x="82949" y="341730"/>
                </a:cubicBezTo>
                <a:cubicBezTo>
                  <a:pt x="96112" y="332932"/>
                  <a:pt x="99414" y="315273"/>
                  <a:pt x="94007" y="281686"/>
                </a:cubicBezTo>
                <a:lnTo>
                  <a:pt x="91100" y="263358"/>
                </a:lnTo>
                <a:lnTo>
                  <a:pt x="99166" y="256732"/>
                </a:lnTo>
                <a:cubicBezTo>
                  <a:pt x="113302" y="245249"/>
                  <a:pt x="116160" y="241188"/>
                  <a:pt x="120322" y="226512"/>
                </a:cubicBezTo>
                <a:cubicBezTo>
                  <a:pt x="124620" y="210608"/>
                  <a:pt x="123385" y="199921"/>
                  <a:pt x="115253" y="186474"/>
                </a:cubicBezTo>
                <a:cubicBezTo>
                  <a:pt x="108741" y="175589"/>
                  <a:pt x="103166" y="171930"/>
                  <a:pt x="85765" y="167096"/>
                </a:cubicBezTo>
                <a:lnTo>
                  <a:pt x="70935" y="162977"/>
                </a:lnTo>
                <a:lnTo>
                  <a:pt x="68468" y="148361"/>
                </a:lnTo>
                <a:lnTo>
                  <a:pt x="66001" y="133744"/>
                </a:lnTo>
                <a:lnTo>
                  <a:pt x="79059" y="114784"/>
                </a:lnTo>
                <a:cubicBezTo>
                  <a:pt x="96123" y="89971"/>
                  <a:pt x="100028" y="80712"/>
                  <a:pt x="101457" y="60634"/>
                </a:cubicBezTo>
                <a:cubicBezTo>
                  <a:pt x="102750" y="41785"/>
                  <a:pt x="98392" y="15031"/>
                  <a:pt x="93057" y="8272"/>
                </a:cubicBezTo>
                <a:cubicBezTo>
                  <a:pt x="88444" y="2617"/>
                  <a:pt x="84579" y="2"/>
                  <a:pt x="80135" y="2"/>
                </a:cubicBezTo>
                <a:close/>
              </a:path>
            </a:pathLst>
          </a:custGeom>
          <a:solidFill>
            <a:srgbClr val="000000"/>
          </a:solidFill>
          <a:ln w="7382" cap="flat">
            <a:noFill/>
            <a:prstDash val="solid"/>
            <a:miter/>
          </a:ln>
        </p:spPr>
        <p:txBody>
          <a:bodyPr/>
          <a:lstStyle/>
          <a:p>
            <a:endParaRPr lang="en-AU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2A9CF895-CBF0-7242-BD02-5CD0398F5CA0}"/>
              </a:ext>
            </a:extLst>
          </p:cNvPr>
          <p:cNvSpPr/>
          <p:nvPr/>
        </p:nvSpPr>
        <p:spPr>
          <a:xfrm flipH="1">
            <a:off x="6044775" y="1799305"/>
            <a:ext cx="154297" cy="170237"/>
          </a:xfrm>
          <a:custGeom>
            <a:avLst/>
            <a:gdLst>
              <a:gd name="csX0" fmla="*/ 141506 w 154297"/>
              <a:gd name="csY0" fmla="*/ 0 h 170237"/>
              <a:gd name="csX1" fmla="*/ 130464 w 154297"/>
              <a:gd name="csY1" fmla="*/ 17399 h 170237"/>
              <a:gd name="csX2" fmla="*/ 115565 w 154297"/>
              <a:gd name="csY2" fmla="*/ 46612 h 170237"/>
              <a:gd name="csX3" fmla="*/ 96834 w 154297"/>
              <a:gd name="csY3" fmla="*/ 82573 h 170237"/>
              <a:gd name="csX4" fmla="*/ 76557 w 154297"/>
              <a:gd name="csY4" fmla="*/ 120215 h 170237"/>
              <a:gd name="csX5" fmla="*/ 69113 w 154297"/>
              <a:gd name="csY5" fmla="*/ 132924 h 170237"/>
              <a:gd name="csX6" fmla="*/ 60722 w 154297"/>
              <a:gd name="csY6" fmla="*/ 130172 h 170237"/>
              <a:gd name="csX7" fmla="*/ 44389 w 154297"/>
              <a:gd name="csY7" fmla="*/ 124579 h 170237"/>
              <a:gd name="csX8" fmla="*/ 33875 w 154297"/>
              <a:gd name="csY8" fmla="*/ 122916 h 170237"/>
              <a:gd name="csX9" fmla="*/ 7163 w 154297"/>
              <a:gd name="csY9" fmla="*/ 133238 h 170237"/>
              <a:gd name="csX10" fmla="*/ 2789 w 154297"/>
              <a:gd name="csY10" fmla="*/ 156932 h 170237"/>
              <a:gd name="csX11" fmla="*/ 16832 w 154297"/>
              <a:gd name="csY11" fmla="*/ 167586 h 170237"/>
              <a:gd name="csX12" fmla="*/ 31661 w 154297"/>
              <a:gd name="csY12" fmla="*/ 170238 h 170237"/>
              <a:gd name="csX13" fmla="*/ 54365 w 154297"/>
              <a:gd name="csY13" fmla="*/ 163868 h 170237"/>
              <a:gd name="csX14" fmla="*/ 102254 w 154297"/>
              <a:gd name="csY14" fmla="*/ 83022 h 170237"/>
              <a:gd name="csX15" fmla="*/ 119290 w 154297"/>
              <a:gd name="csY15" fmla="*/ 52290 h 170237"/>
              <a:gd name="csX16" fmla="*/ 119745 w 154297"/>
              <a:gd name="csY16" fmla="*/ 52167 h 170237"/>
              <a:gd name="csX17" fmla="*/ 128178 w 154297"/>
              <a:gd name="csY17" fmla="*/ 58558 h 170237"/>
              <a:gd name="csX18" fmla="*/ 137365 w 154297"/>
              <a:gd name="csY18" fmla="*/ 80319 h 170237"/>
              <a:gd name="csX19" fmla="*/ 134071 w 154297"/>
              <a:gd name="csY19" fmla="*/ 111489 h 170237"/>
              <a:gd name="csX20" fmla="*/ 120257 w 154297"/>
              <a:gd name="csY20" fmla="*/ 137628 h 170237"/>
              <a:gd name="csX21" fmla="*/ 112293 w 154297"/>
              <a:gd name="csY21" fmla="*/ 147659 h 170237"/>
              <a:gd name="csX22" fmla="*/ 112959 w 154297"/>
              <a:gd name="csY22" fmla="*/ 147968 h 170237"/>
              <a:gd name="csX23" fmla="*/ 137058 w 154297"/>
              <a:gd name="csY23" fmla="*/ 128784 h 170237"/>
              <a:gd name="csX24" fmla="*/ 151582 w 154297"/>
              <a:gd name="csY24" fmla="*/ 103900 h 170237"/>
              <a:gd name="csX25" fmla="*/ 149586 w 154297"/>
              <a:gd name="csY25" fmla="*/ 57539 h 170237"/>
              <a:gd name="csX26" fmla="*/ 142890 w 154297"/>
              <a:gd name="csY26" fmla="*/ 13461 h 170237"/>
              <a:gd name="csX27" fmla="*/ 141585 w 154297"/>
              <a:gd name="csY27" fmla="*/ 10 h 170237"/>
              <a:gd name="csX28" fmla="*/ 141508 w 154297"/>
              <a:gd name="csY28" fmla="*/ 0 h 17023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</a:cxnLst>
            <a:rect l="l" t="t" r="r" b="b"/>
            <a:pathLst>
              <a:path w="154297" h="170237">
                <a:moveTo>
                  <a:pt x="141506" y="0"/>
                </a:moveTo>
                <a:cubicBezTo>
                  <a:pt x="140194" y="0"/>
                  <a:pt x="135284" y="7775"/>
                  <a:pt x="130464" y="17399"/>
                </a:cubicBezTo>
                <a:cubicBezTo>
                  <a:pt x="125490" y="27415"/>
                  <a:pt x="118781" y="40540"/>
                  <a:pt x="115565" y="46612"/>
                </a:cubicBezTo>
                <a:cubicBezTo>
                  <a:pt x="112152" y="52630"/>
                  <a:pt x="103708" y="68861"/>
                  <a:pt x="96834" y="82573"/>
                </a:cubicBezTo>
                <a:cubicBezTo>
                  <a:pt x="89761" y="96229"/>
                  <a:pt x="80700" y="113133"/>
                  <a:pt x="76557" y="120215"/>
                </a:cubicBezTo>
                <a:lnTo>
                  <a:pt x="69113" y="132924"/>
                </a:lnTo>
                <a:lnTo>
                  <a:pt x="60722" y="130172"/>
                </a:lnTo>
                <a:cubicBezTo>
                  <a:pt x="56087" y="128462"/>
                  <a:pt x="48683" y="125983"/>
                  <a:pt x="44389" y="124579"/>
                </a:cubicBezTo>
                <a:cubicBezTo>
                  <a:pt x="41157" y="123451"/>
                  <a:pt x="37566" y="122916"/>
                  <a:pt x="33875" y="122916"/>
                </a:cubicBezTo>
                <a:cubicBezTo>
                  <a:pt x="24046" y="122916"/>
                  <a:pt x="13510" y="126715"/>
                  <a:pt x="7163" y="133238"/>
                </a:cubicBezTo>
                <a:cubicBezTo>
                  <a:pt x="-896" y="141344"/>
                  <a:pt x="-1857" y="146987"/>
                  <a:pt x="2789" y="156932"/>
                </a:cubicBezTo>
                <a:cubicBezTo>
                  <a:pt x="5325" y="162280"/>
                  <a:pt x="7958" y="164278"/>
                  <a:pt x="16832" y="167586"/>
                </a:cubicBezTo>
                <a:cubicBezTo>
                  <a:pt x="21696" y="169352"/>
                  <a:pt x="26676" y="170238"/>
                  <a:pt x="31661" y="170238"/>
                </a:cubicBezTo>
                <a:cubicBezTo>
                  <a:pt x="39363" y="170238"/>
                  <a:pt x="47072" y="168122"/>
                  <a:pt x="54365" y="163868"/>
                </a:cubicBezTo>
                <a:cubicBezTo>
                  <a:pt x="62073" y="159254"/>
                  <a:pt x="71395" y="143690"/>
                  <a:pt x="102254" y="83022"/>
                </a:cubicBezTo>
                <a:cubicBezTo>
                  <a:pt x="110500" y="66736"/>
                  <a:pt x="118277" y="52854"/>
                  <a:pt x="119290" y="52290"/>
                </a:cubicBezTo>
                <a:cubicBezTo>
                  <a:pt x="119407" y="52207"/>
                  <a:pt x="119560" y="52167"/>
                  <a:pt x="119745" y="52167"/>
                </a:cubicBezTo>
                <a:cubicBezTo>
                  <a:pt x="121253" y="52167"/>
                  <a:pt x="124869" y="54820"/>
                  <a:pt x="128178" y="58558"/>
                </a:cubicBezTo>
                <a:cubicBezTo>
                  <a:pt x="133396" y="64230"/>
                  <a:pt x="135536" y="69468"/>
                  <a:pt x="137365" y="80319"/>
                </a:cubicBezTo>
                <a:cubicBezTo>
                  <a:pt x="139627" y="93402"/>
                  <a:pt x="139356" y="95860"/>
                  <a:pt x="134071" y="111489"/>
                </a:cubicBezTo>
                <a:cubicBezTo>
                  <a:pt x="129648" y="124827"/>
                  <a:pt x="126852" y="130172"/>
                  <a:pt x="120257" y="137628"/>
                </a:cubicBezTo>
                <a:cubicBezTo>
                  <a:pt x="115626" y="142675"/>
                  <a:pt x="112008" y="147158"/>
                  <a:pt x="112293" y="147659"/>
                </a:cubicBezTo>
                <a:cubicBezTo>
                  <a:pt x="112411" y="147868"/>
                  <a:pt x="112637" y="147968"/>
                  <a:pt x="112959" y="147968"/>
                </a:cubicBezTo>
                <a:cubicBezTo>
                  <a:pt x="116104" y="147968"/>
                  <a:pt x="128324" y="138425"/>
                  <a:pt x="137058" y="128784"/>
                </a:cubicBezTo>
                <a:cubicBezTo>
                  <a:pt x="146209" y="119083"/>
                  <a:pt x="148363" y="115249"/>
                  <a:pt x="151582" y="103900"/>
                </a:cubicBezTo>
                <a:cubicBezTo>
                  <a:pt x="155800" y="89029"/>
                  <a:pt x="155082" y="74263"/>
                  <a:pt x="149586" y="57539"/>
                </a:cubicBezTo>
                <a:cubicBezTo>
                  <a:pt x="144091" y="40813"/>
                  <a:pt x="141797" y="27090"/>
                  <a:pt x="142890" y="13461"/>
                </a:cubicBezTo>
                <a:cubicBezTo>
                  <a:pt x="143393" y="6424"/>
                  <a:pt x="142772" y="340"/>
                  <a:pt x="141585" y="10"/>
                </a:cubicBezTo>
                <a:cubicBezTo>
                  <a:pt x="141561" y="4"/>
                  <a:pt x="141535" y="0"/>
                  <a:pt x="141508" y="0"/>
                </a:cubicBezTo>
                <a:close/>
              </a:path>
            </a:pathLst>
          </a:custGeom>
          <a:solidFill>
            <a:srgbClr val="FFCC66"/>
          </a:solidFill>
          <a:ln w="7382" cap="flat">
            <a:noFill/>
            <a:prstDash val="solid"/>
            <a:miter/>
          </a:ln>
        </p:spPr>
        <p:txBody>
          <a:bodyPr/>
          <a:lstStyle/>
          <a:p>
            <a:endParaRPr lang="en-AU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0CFBB3E2-5581-9589-CFD5-ACBC4A58F25B}"/>
              </a:ext>
            </a:extLst>
          </p:cNvPr>
          <p:cNvSpPr/>
          <p:nvPr/>
        </p:nvSpPr>
        <p:spPr>
          <a:xfrm flipH="1">
            <a:off x="3763186" y="2096490"/>
            <a:ext cx="98468" cy="171983"/>
          </a:xfrm>
          <a:custGeom>
            <a:avLst/>
            <a:gdLst>
              <a:gd name="csX0" fmla="*/ 51112 w 98468"/>
              <a:gd name="csY0" fmla="*/ 0 h 171983"/>
              <a:gd name="csX1" fmla="*/ 49552 w 98468"/>
              <a:gd name="csY1" fmla="*/ 9479 h 171983"/>
              <a:gd name="csX2" fmla="*/ 49049 w 98468"/>
              <a:gd name="csY2" fmla="*/ 40582 h 171983"/>
              <a:gd name="csX3" fmla="*/ 42443 w 98468"/>
              <a:gd name="csY3" fmla="*/ 130327 h 171983"/>
              <a:gd name="csX4" fmla="*/ 38749 w 98468"/>
              <a:gd name="csY4" fmla="*/ 129546 h 171983"/>
              <a:gd name="csX5" fmla="*/ 33708 w 98468"/>
              <a:gd name="csY5" fmla="*/ 128973 h 171983"/>
              <a:gd name="csX6" fmla="*/ 10567 w 98468"/>
              <a:gd name="csY6" fmla="*/ 135650 h 171983"/>
              <a:gd name="csX7" fmla="*/ 379 w 98468"/>
              <a:gd name="csY7" fmla="*/ 158785 h 171983"/>
              <a:gd name="csX8" fmla="*/ 2415 w 98468"/>
              <a:gd name="csY8" fmla="*/ 165894 h 171983"/>
              <a:gd name="csX9" fmla="*/ 8638 w 98468"/>
              <a:gd name="csY9" fmla="*/ 169522 h 171983"/>
              <a:gd name="csX10" fmla="*/ 18247 w 98468"/>
              <a:gd name="csY10" fmla="*/ 171983 h 171983"/>
              <a:gd name="csX11" fmla="*/ 40287 w 98468"/>
              <a:gd name="csY11" fmla="*/ 162481 h 171983"/>
              <a:gd name="csX12" fmla="*/ 51567 w 98468"/>
              <a:gd name="csY12" fmla="*/ 125718 h 171983"/>
              <a:gd name="csX13" fmla="*/ 52190 w 98468"/>
              <a:gd name="csY13" fmla="*/ 78396 h 171983"/>
              <a:gd name="csX14" fmla="*/ 52596 w 98468"/>
              <a:gd name="csY14" fmla="*/ 62677 h 171983"/>
              <a:gd name="csX15" fmla="*/ 57798 w 98468"/>
              <a:gd name="csY15" fmla="*/ 46450 h 171983"/>
              <a:gd name="csX16" fmla="*/ 60082 w 98468"/>
              <a:gd name="csY16" fmla="*/ 46813 h 171983"/>
              <a:gd name="csX17" fmla="*/ 82750 w 98468"/>
              <a:gd name="csY17" fmla="*/ 67673 h 171983"/>
              <a:gd name="csX18" fmla="*/ 88999 w 98468"/>
              <a:gd name="csY18" fmla="*/ 106562 h 171983"/>
              <a:gd name="csX19" fmla="*/ 86300 w 98468"/>
              <a:gd name="csY19" fmla="*/ 120589 h 171983"/>
              <a:gd name="csX20" fmla="*/ 91368 w 98468"/>
              <a:gd name="csY20" fmla="*/ 112497 h 171983"/>
              <a:gd name="csX21" fmla="*/ 96577 w 98468"/>
              <a:gd name="csY21" fmla="*/ 68559 h 171983"/>
              <a:gd name="csX22" fmla="*/ 71089 w 98468"/>
              <a:gd name="csY22" fmla="*/ 29816 h 171983"/>
              <a:gd name="csX23" fmla="*/ 59273 w 98468"/>
              <a:gd name="csY23" fmla="*/ 12814 h 171983"/>
              <a:gd name="csX24" fmla="*/ 51172 w 98468"/>
              <a:gd name="csY24" fmla="*/ 10 h 171983"/>
              <a:gd name="csX25" fmla="*/ 51113 w 98468"/>
              <a:gd name="csY25" fmla="*/ 2 h 17198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</a:cxnLst>
            <a:rect l="l" t="t" r="r" b="b"/>
            <a:pathLst>
              <a:path w="98468" h="171983">
                <a:moveTo>
                  <a:pt x="51112" y="0"/>
                </a:moveTo>
                <a:cubicBezTo>
                  <a:pt x="50343" y="0"/>
                  <a:pt x="49609" y="4144"/>
                  <a:pt x="49552" y="9479"/>
                </a:cubicBezTo>
                <a:cubicBezTo>
                  <a:pt x="49240" y="15092"/>
                  <a:pt x="49136" y="28995"/>
                  <a:pt x="49049" y="40582"/>
                </a:cubicBezTo>
                <a:cubicBezTo>
                  <a:pt x="47992" y="119218"/>
                  <a:pt x="48002" y="130327"/>
                  <a:pt x="42443" y="130327"/>
                </a:cubicBezTo>
                <a:cubicBezTo>
                  <a:pt x="41416" y="130327"/>
                  <a:pt x="40199" y="129948"/>
                  <a:pt x="38749" y="129546"/>
                </a:cubicBezTo>
                <a:cubicBezTo>
                  <a:pt x="37341" y="129155"/>
                  <a:pt x="35618" y="128973"/>
                  <a:pt x="33708" y="128973"/>
                </a:cubicBezTo>
                <a:cubicBezTo>
                  <a:pt x="26235" y="128973"/>
                  <a:pt x="15919" y="131756"/>
                  <a:pt x="10567" y="135650"/>
                </a:cubicBezTo>
                <a:cubicBezTo>
                  <a:pt x="2525" y="141438"/>
                  <a:pt x="-1270" y="150305"/>
                  <a:pt x="379" y="158785"/>
                </a:cubicBezTo>
                <a:cubicBezTo>
                  <a:pt x="1214" y="162606"/>
                  <a:pt x="2217" y="165839"/>
                  <a:pt x="2415" y="165894"/>
                </a:cubicBezTo>
                <a:cubicBezTo>
                  <a:pt x="2612" y="165949"/>
                  <a:pt x="5356" y="167555"/>
                  <a:pt x="8638" y="169522"/>
                </a:cubicBezTo>
                <a:cubicBezTo>
                  <a:pt x="11384" y="171185"/>
                  <a:pt x="14696" y="171983"/>
                  <a:pt x="18247" y="171983"/>
                </a:cubicBezTo>
                <a:cubicBezTo>
                  <a:pt x="25526" y="171983"/>
                  <a:pt x="33811" y="168627"/>
                  <a:pt x="40287" y="162481"/>
                </a:cubicBezTo>
                <a:cubicBezTo>
                  <a:pt x="49358" y="153812"/>
                  <a:pt x="51277" y="147801"/>
                  <a:pt x="51567" y="125718"/>
                </a:cubicBezTo>
                <a:cubicBezTo>
                  <a:pt x="51792" y="95593"/>
                  <a:pt x="51972" y="85934"/>
                  <a:pt x="52190" y="78396"/>
                </a:cubicBezTo>
                <a:cubicBezTo>
                  <a:pt x="52256" y="74403"/>
                  <a:pt x="52561" y="67311"/>
                  <a:pt x="52596" y="62677"/>
                </a:cubicBezTo>
                <a:cubicBezTo>
                  <a:pt x="52732" y="50666"/>
                  <a:pt x="53907" y="46450"/>
                  <a:pt x="57798" y="46450"/>
                </a:cubicBezTo>
                <a:cubicBezTo>
                  <a:pt x="58474" y="46450"/>
                  <a:pt x="59233" y="46577"/>
                  <a:pt x="60082" y="46813"/>
                </a:cubicBezTo>
                <a:cubicBezTo>
                  <a:pt x="68189" y="49064"/>
                  <a:pt x="76491" y="56647"/>
                  <a:pt x="82750" y="67673"/>
                </a:cubicBezTo>
                <a:cubicBezTo>
                  <a:pt x="90857" y="81958"/>
                  <a:pt x="92252" y="90578"/>
                  <a:pt x="88999" y="106562"/>
                </a:cubicBezTo>
                <a:lnTo>
                  <a:pt x="86300" y="120589"/>
                </a:lnTo>
                <a:lnTo>
                  <a:pt x="91368" y="112497"/>
                </a:lnTo>
                <a:cubicBezTo>
                  <a:pt x="98202" y="101941"/>
                  <a:pt x="100453" y="82723"/>
                  <a:pt x="96577" y="68559"/>
                </a:cubicBezTo>
                <a:cubicBezTo>
                  <a:pt x="93792" y="58075"/>
                  <a:pt x="80862" y="38230"/>
                  <a:pt x="71089" y="29816"/>
                </a:cubicBezTo>
                <a:cubicBezTo>
                  <a:pt x="68172" y="27317"/>
                  <a:pt x="62860" y="19721"/>
                  <a:pt x="59273" y="12814"/>
                </a:cubicBezTo>
                <a:cubicBezTo>
                  <a:pt x="55631" y="6103"/>
                  <a:pt x="52161" y="284"/>
                  <a:pt x="51172" y="10"/>
                </a:cubicBezTo>
                <a:cubicBezTo>
                  <a:pt x="51152" y="4"/>
                  <a:pt x="51133" y="2"/>
                  <a:pt x="51113" y="2"/>
                </a:cubicBezTo>
                <a:close/>
              </a:path>
            </a:pathLst>
          </a:custGeom>
          <a:solidFill>
            <a:srgbClr val="000000"/>
          </a:solidFill>
          <a:ln w="7382" cap="flat">
            <a:noFill/>
            <a:prstDash val="solid"/>
            <a:miter/>
          </a:ln>
        </p:spPr>
        <p:txBody>
          <a:bodyPr/>
          <a:lstStyle/>
          <a:p>
            <a:endParaRPr lang="en-AU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8405D76C-5AB2-D498-305F-7F1532218D18}"/>
              </a:ext>
            </a:extLst>
          </p:cNvPr>
          <p:cNvSpPr/>
          <p:nvPr/>
        </p:nvSpPr>
        <p:spPr>
          <a:xfrm flipH="1">
            <a:off x="4170937" y="1535550"/>
            <a:ext cx="146283" cy="82641"/>
          </a:xfrm>
          <a:custGeom>
            <a:avLst/>
            <a:gdLst>
              <a:gd name="csX0" fmla="*/ 130181 w 146283"/>
              <a:gd name="csY0" fmla="*/ 1 h 82641"/>
              <a:gd name="csX1" fmla="*/ 105802 w 146283"/>
              <a:gd name="csY1" fmla="*/ 6682 h 82641"/>
              <a:gd name="csX2" fmla="*/ 49488 w 146283"/>
              <a:gd name="csY2" fmla="*/ 23969 h 82641"/>
              <a:gd name="csX3" fmla="*/ 7291 w 146283"/>
              <a:gd name="csY3" fmla="*/ 37370 h 82641"/>
              <a:gd name="csX4" fmla="*/ 568 w 146283"/>
              <a:gd name="csY4" fmla="*/ 47534 h 82641"/>
              <a:gd name="csX5" fmla="*/ 10917 w 146283"/>
              <a:gd name="csY5" fmla="*/ 82495 h 82641"/>
              <a:gd name="csX6" fmla="*/ 11402 w 146283"/>
              <a:gd name="csY6" fmla="*/ 82642 h 82641"/>
              <a:gd name="csX7" fmla="*/ 17935 w 146283"/>
              <a:gd name="csY7" fmla="*/ 81066 h 82641"/>
              <a:gd name="csX8" fmla="*/ 75367 w 146283"/>
              <a:gd name="csY8" fmla="*/ 65047 h 82641"/>
              <a:gd name="csX9" fmla="*/ 76003 w 146283"/>
              <a:gd name="csY9" fmla="*/ 65109 h 82641"/>
              <a:gd name="csX10" fmla="*/ 77358 w 146283"/>
              <a:gd name="csY10" fmla="*/ 65289 h 82641"/>
              <a:gd name="csX11" fmla="*/ 81748 w 146283"/>
              <a:gd name="csY11" fmla="*/ 62905 h 82641"/>
              <a:gd name="csX12" fmla="*/ 107173 w 146283"/>
              <a:gd name="csY12" fmla="*/ 52235 h 82641"/>
              <a:gd name="csX13" fmla="*/ 141873 w 146283"/>
              <a:gd name="csY13" fmla="*/ 42987 h 82641"/>
              <a:gd name="csX14" fmla="*/ 144716 w 146283"/>
              <a:gd name="csY14" fmla="*/ 44719 h 82641"/>
              <a:gd name="csX15" fmla="*/ 145812 w 146283"/>
              <a:gd name="csY15" fmla="*/ 46700 h 82641"/>
              <a:gd name="csX16" fmla="*/ 146107 w 146283"/>
              <a:gd name="csY16" fmla="*/ 46583 h 82641"/>
              <a:gd name="csX17" fmla="*/ 142044 w 146283"/>
              <a:gd name="csY17" fmla="*/ 28568 h 82641"/>
              <a:gd name="csX18" fmla="*/ 130512 w 146283"/>
              <a:gd name="csY18" fmla="*/ 33 h 82641"/>
              <a:gd name="csX19" fmla="*/ 130180 w 146283"/>
              <a:gd name="csY19" fmla="*/ 0 h 8264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</a:cxnLst>
            <a:rect l="l" t="t" r="r" b="b"/>
            <a:pathLst>
              <a:path w="146283" h="82641">
                <a:moveTo>
                  <a:pt x="130181" y="1"/>
                </a:moveTo>
                <a:cubicBezTo>
                  <a:pt x="127852" y="1"/>
                  <a:pt x="117328" y="2917"/>
                  <a:pt x="105802" y="6682"/>
                </a:cubicBezTo>
                <a:cubicBezTo>
                  <a:pt x="93578" y="10675"/>
                  <a:pt x="68140" y="18385"/>
                  <a:pt x="49488" y="23969"/>
                </a:cubicBezTo>
                <a:cubicBezTo>
                  <a:pt x="30696" y="29305"/>
                  <a:pt x="11683" y="35423"/>
                  <a:pt x="7291" y="37370"/>
                </a:cubicBezTo>
                <a:cubicBezTo>
                  <a:pt x="-535" y="40895"/>
                  <a:pt x="-646" y="41288"/>
                  <a:pt x="568" y="47534"/>
                </a:cubicBezTo>
                <a:cubicBezTo>
                  <a:pt x="1665" y="52694"/>
                  <a:pt x="9322" y="79096"/>
                  <a:pt x="10917" y="82495"/>
                </a:cubicBezTo>
                <a:cubicBezTo>
                  <a:pt x="10937" y="82594"/>
                  <a:pt x="11107" y="82642"/>
                  <a:pt x="11402" y="82642"/>
                </a:cubicBezTo>
                <a:cubicBezTo>
                  <a:pt x="12436" y="82642"/>
                  <a:pt x="14999" y="82058"/>
                  <a:pt x="17935" y="81066"/>
                </a:cubicBezTo>
                <a:cubicBezTo>
                  <a:pt x="39859" y="73278"/>
                  <a:pt x="69848" y="65047"/>
                  <a:pt x="75367" y="65047"/>
                </a:cubicBezTo>
                <a:cubicBezTo>
                  <a:pt x="75641" y="65047"/>
                  <a:pt x="75854" y="65067"/>
                  <a:pt x="76003" y="65109"/>
                </a:cubicBezTo>
                <a:cubicBezTo>
                  <a:pt x="76442" y="65231"/>
                  <a:pt x="76900" y="65289"/>
                  <a:pt x="77358" y="65289"/>
                </a:cubicBezTo>
                <a:cubicBezTo>
                  <a:pt x="79168" y="65289"/>
                  <a:pt x="80989" y="64379"/>
                  <a:pt x="81748" y="62905"/>
                </a:cubicBezTo>
                <a:cubicBezTo>
                  <a:pt x="82897" y="61113"/>
                  <a:pt x="94299" y="56258"/>
                  <a:pt x="107173" y="52235"/>
                </a:cubicBezTo>
                <a:cubicBezTo>
                  <a:pt x="127957" y="45708"/>
                  <a:pt x="137674" y="42987"/>
                  <a:pt x="141873" y="42987"/>
                </a:cubicBezTo>
                <a:cubicBezTo>
                  <a:pt x="143871" y="42987"/>
                  <a:pt x="144619" y="43604"/>
                  <a:pt x="144716" y="44719"/>
                </a:cubicBezTo>
                <a:cubicBezTo>
                  <a:pt x="144768" y="45788"/>
                  <a:pt x="145308" y="46700"/>
                  <a:pt x="145812" y="46700"/>
                </a:cubicBezTo>
                <a:cubicBezTo>
                  <a:pt x="145913" y="46700"/>
                  <a:pt x="146013" y="46663"/>
                  <a:pt x="146107" y="46583"/>
                </a:cubicBezTo>
                <a:cubicBezTo>
                  <a:pt x="146867" y="46160"/>
                  <a:pt x="145108" y="38073"/>
                  <a:pt x="142044" y="28568"/>
                </a:cubicBezTo>
                <a:cubicBezTo>
                  <a:pt x="134339" y="3841"/>
                  <a:pt x="133281" y="803"/>
                  <a:pt x="130512" y="33"/>
                </a:cubicBezTo>
                <a:cubicBezTo>
                  <a:pt x="130433" y="11"/>
                  <a:pt x="130321" y="0"/>
                  <a:pt x="130180" y="0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 w="7382" cap="flat">
            <a:noFill/>
            <a:prstDash val="solid"/>
            <a:miter/>
          </a:ln>
        </p:spPr>
        <p:txBody>
          <a:bodyPr/>
          <a:lstStyle/>
          <a:p>
            <a:endParaRPr lang="en-AU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E389141C-DFD6-D131-1593-B6291A2C181C}"/>
              </a:ext>
            </a:extLst>
          </p:cNvPr>
          <p:cNvSpPr/>
          <p:nvPr/>
        </p:nvSpPr>
        <p:spPr>
          <a:xfrm flipH="1">
            <a:off x="5635495" y="1699976"/>
            <a:ext cx="176098" cy="169347"/>
          </a:xfrm>
          <a:custGeom>
            <a:avLst/>
            <a:gdLst>
              <a:gd name="csX0" fmla="*/ 164393 w 176098"/>
              <a:gd name="csY0" fmla="*/ 0 h 169347"/>
              <a:gd name="csX1" fmla="*/ 130124 w 176098"/>
              <a:gd name="csY1" fmla="*/ 24420 h 169347"/>
              <a:gd name="csX2" fmla="*/ 104957 w 176098"/>
              <a:gd name="csY2" fmla="*/ 41706 h 169347"/>
              <a:gd name="csX3" fmla="*/ 40527 w 176098"/>
              <a:gd name="csY3" fmla="*/ 72572 h 169347"/>
              <a:gd name="csX4" fmla="*/ 35632 w 176098"/>
              <a:gd name="csY4" fmla="*/ 93589 h 169347"/>
              <a:gd name="csX5" fmla="*/ 51234 w 176098"/>
              <a:gd name="csY5" fmla="*/ 129586 h 169347"/>
              <a:gd name="csX6" fmla="*/ 47394 w 176098"/>
              <a:gd name="csY6" fmla="*/ 146883 h 169347"/>
              <a:gd name="csX7" fmla="*/ 24969 w 176098"/>
              <a:gd name="csY7" fmla="*/ 165775 h 169347"/>
              <a:gd name="csX8" fmla="*/ 22107 w 176098"/>
              <a:gd name="csY8" fmla="*/ 165942 h 169347"/>
              <a:gd name="csX9" fmla="*/ 17969 w 176098"/>
              <a:gd name="csY9" fmla="*/ 152854 h 169347"/>
              <a:gd name="csX10" fmla="*/ 17438 w 176098"/>
              <a:gd name="csY10" fmla="*/ 129909 h 169347"/>
              <a:gd name="csX11" fmla="*/ 14204 w 176098"/>
              <a:gd name="csY11" fmla="*/ 129480 h 169347"/>
              <a:gd name="csX12" fmla="*/ 581 w 176098"/>
              <a:gd name="csY12" fmla="*/ 138948 h 169347"/>
              <a:gd name="csX13" fmla="*/ 4609 w 176098"/>
              <a:gd name="csY13" fmla="*/ 161598 h 169347"/>
              <a:gd name="csX14" fmla="*/ 17137 w 176098"/>
              <a:gd name="csY14" fmla="*/ 167822 h 169347"/>
              <a:gd name="csX15" fmla="*/ 25647 w 176098"/>
              <a:gd name="csY15" fmla="*/ 169348 h 169347"/>
              <a:gd name="csX16" fmla="*/ 32453 w 176098"/>
              <a:gd name="csY16" fmla="*/ 167221 h 169347"/>
              <a:gd name="csX17" fmla="*/ 54959 w 176098"/>
              <a:gd name="csY17" fmla="*/ 142019 h 169347"/>
              <a:gd name="csX18" fmla="*/ 63768 w 176098"/>
              <a:gd name="csY18" fmla="*/ 136181 h 169347"/>
              <a:gd name="csX19" fmla="*/ 67431 w 176098"/>
              <a:gd name="csY19" fmla="*/ 136406 h 169347"/>
              <a:gd name="csX20" fmla="*/ 70960 w 176098"/>
              <a:gd name="csY20" fmla="*/ 136592 h 169347"/>
              <a:gd name="csX21" fmla="*/ 106970 w 176098"/>
              <a:gd name="csY21" fmla="*/ 109814 h 169347"/>
              <a:gd name="csX22" fmla="*/ 102846 w 176098"/>
              <a:gd name="csY22" fmla="*/ 90514 h 169347"/>
              <a:gd name="csX23" fmla="*/ 102424 w 176098"/>
              <a:gd name="csY23" fmla="*/ 67178 h 169347"/>
              <a:gd name="csX24" fmla="*/ 120182 w 176098"/>
              <a:gd name="csY24" fmla="*/ 57966 h 169347"/>
              <a:gd name="csX25" fmla="*/ 163628 w 176098"/>
              <a:gd name="csY25" fmla="*/ 34148 h 169347"/>
              <a:gd name="csX26" fmla="*/ 164567 w 176098"/>
              <a:gd name="csY26" fmla="*/ 1 h 169347"/>
              <a:gd name="csX27" fmla="*/ 164393 w 176098"/>
              <a:gd name="csY27" fmla="*/ 1 h 16934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</a:cxnLst>
            <a:rect l="l" t="t" r="r" b="b"/>
            <a:pathLst>
              <a:path w="176098" h="169347">
                <a:moveTo>
                  <a:pt x="164393" y="0"/>
                </a:moveTo>
                <a:cubicBezTo>
                  <a:pt x="155105" y="0"/>
                  <a:pt x="147361" y="5501"/>
                  <a:pt x="130124" y="24420"/>
                </a:cubicBezTo>
                <a:cubicBezTo>
                  <a:pt x="115193" y="40960"/>
                  <a:pt x="114378" y="41578"/>
                  <a:pt x="104957" y="41706"/>
                </a:cubicBezTo>
                <a:cubicBezTo>
                  <a:pt x="70543" y="42702"/>
                  <a:pt x="52050" y="51498"/>
                  <a:pt x="40527" y="72572"/>
                </a:cubicBezTo>
                <a:cubicBezTo>
                  <a:pt x="36384" y="79654"/>
                  <a:pt x="35472" y="83623"/>
                  <a:pt x="35632" y="93589"/>
                </a:cubicBezTo>
                <a:cubicBezTo>
                  <a:pt x="35837" y="107155"/>
                  <a:pt x="43682" y="125377"/>
                  <a:pt x="51234" y="129586"/>
                </a:cubicBezTo>
                <a:cubicBezTo>
                  <a:pt x="56722" y="132799"/>
                  <a:pt x="56556" y="133386"/>
                  <a:pt x="47394" y="146883"/>
                </a:cubicBezTo>
                <a:cubicBezTo>
                  <a:pt x="37726" y="160663"/>
                  <a:pt x="32922" y="164817"/>
                  <a:pt x="24969" y="165775"/>
                </a:cubicBezTo>
                <a:cubicBezTo>
                  <a:pt x="23974" y="165889"/>
                  <a:pt x="23019" y="165942"/>
                  <a:pt x="22107" y="165942"/>
                </a:cubicBezTo>
                <a:cubicBezTo>
                  <a:pt x="9691" y="165942"/>
                  <a:pt x="5343" y="156034"/>
                  <a:pt x="17969" y="152854"/>
                </a:cubicBezTo>
                <a:cubicBezTo>
                  <a:pt x="30367" y="149754"/>
                  <a:pt x="30092" y="133424"/>
                  <a:pt x="17438" y="129909"/>
                </a:cubicBezTo>
                <a:cubicBezTo>
                  <a:pt x="16388" y="129618"/>
                  <a:pt x="15300" y="129480"/>
                  <a:pt x="14204" y="129480"/>
                </a:cubicBezTo>
                <a:cubicBezTo>
                  <a:pt x="8280" y="129480"/>
                  <a:pt x="2126" y="133499"/>
                  <a:pt x="581" y="138948"/>
                </a:cubicBezTo>
                <a:cubicBezTo>
                  <a:pt x="-1084" y="144818"/>
                  <a:pt x="1005" y="157008"/>
                  <a:pt x="4609" y="161598"/>
                </a:cubicBezTo>
                <a:cubicBezTo>
                  <a:pt x="6000" y="163462"/>
                  <a:pt x="11600" y="166284"/>
                  <a:pt x="17137" y="167822"/>
                </a:cubicBezTo>
                <a:cubicBezTo>
                  <a:pt x="20783" y="168835"/>
                  <a:pt x="23437" y="169348"/>
                  <a:pt x="25647" y="169348"/>
                </a:cubicBezTo>
                <a:cubicBezTo>
                  <a:pt x="28232" y="169348"/>
                  <a:pt x="30209" y="168646"/>
                  <a:pt x="32453" y="167221"/>
                </a:cubicBezTo>
                <a:cubicBezTo>
                  <a:pt x="38080" y="163928"/>
                  <a:pt x="47508" y="153249"/>
                  <a:pt x="54959" y="142019"/>
                </a:cubicBezTo>
                <a:cubicBezTo>
                  <a:pt x="58112" y="137506"/>
                  <a:pt x="59681" y="136181"/>
                  <a:pt x="63768" y="136181"/>
                </a:cubicBezTo>
                <a:cubicBezTo>
                  <a:pt x="64805" y="136181"/>
                  <a:pt x="66004" y="136266"/>
                  <a:pt x="67431" y="136406"/>
                </a:cubicBezTo>
                <a:cubicBezTo>
                  <a:pt x="68607" y="136531"/>
                  <a:pt x="69785" y="136592"/>
                  <a:pt x="70960" y="136592"/>
                </a:cubicBezTo>
                <a:cubicBezTo>
                  <a:pt x="86971" y="136592"/>
                  <a:pt x="102575" y="125309"/>
                  <a:pt x="106970" y="109814"/>
                </a:cubicBezTo>
                <a:cubicBezTo>
                  <a:pt x="108691" y="103748"/>
                  <a:pt x="107942" y="100373"/>
                  <a:pt x="102846" y="90514"/>
                </a:cubicBezTo>
                <a:cubicBezTo>
                  <a:pt x="95900" y="77398"/>
                  <a:pt x="96011" y="77006"/>
                  <a:pt x="102424" y="67178"/>
                </a:cubicBezTo>
                <a:cubicBezTo>
                  <a:pt x="106234" y="61270"/>
                  <a:pt x="108766" y="59863"/>
                  <a:pt x="120182" y="57966"/>
                </a:cubicBezTo>
                <a:cubicBezTo>
                  <a:pt x="137406" y="55151"/>
                  <a:pt x="153107" y="46425"/>
                  <a:pt x="163628" y="34148"/>
                </a:cubicBezTo>
                <a:cubicBezTo>
                  <a:pt x="179873" y="15229"/>
                  <a:pt x="180310" y="152"/>
                  <a:pt x="164567" y="1"/>
                </a:cubicBezTo>
                <a:cubicBezTo>
                  <a:pt x="164509" y="1"/>
                  <a:pt x="164452" y="1"/>
                  <a:pt x="164393" y="1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 w="7382" cap="flat">
            <a:noFill/>
            <a:prstDash val="solid"/>
            <a:miter/>
          </a:ln>
        </p:spPr>
        <p:txBody>
          <a:bodyPr/>
          <a:lstStyle/>
          <a:p>
            <a:endParaRPr lang="en-AU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38C6F692-88E0-3A78-2CC8-E66950784E22}"/>
              </a:ext>
            </a:extLst>
          </p:cNvPr>
          <p:cNvSpPr/>
          <p:nvPr/>
        </p:nvSpPr>
        <p:spPr>
          <a:xfrm flipH="1">
            <a:off x="2221264" y="2173996"/>
            <a:ext cx="145694" cy="162816"/>
          </a:xfrm>
          <a:custGeom>
            <a:avLst/>
            <a:gdLst>
              <a:gd name="csX0" fmla="*/ 28484 w 145694"/>
              <a:gd name="csY0" fmla="*/ 3 h 162816"/>
              <a:gd name="csX1" fmla="*/ 7 w 145694"/>
              <a:gd name="csY1" fmla="*/ 18452 h 162816"/>
              <a:gd name="csX2" fmla="*/ 15403 w 145694"/>
              <a:gd name="csY2" fmla="*/ 40883 h 162816"/>
              <a:gd name="csX3" fmla="*/ 33049 w 145694"/>
              <a:gd name="csY3" fmla="*/ 44294 h 162816"/>
              <a:gd name="csX4" fmla="*/ 50293 w 145694"/>
              <a:gd name="csY4" fmla="*/ 38962 h 162816"/>
              <a:gd name="csX5" fmla="*/ 58685 w 145694"/>
              <a:gd name="csY5" fmla="*/ 35722 h 162816"/>
              <a:gd name="csX6" fmla="*/ 84943 w 145694"/>
              <a:gd name="csY6" fmla="*/ 76239 h 162816"/>
              <a:gd name="csX7" fmla="*/ 107571 w 145694"/>
              <a:gd name="csY7" fmla="*/ 124318 h 162816"/>
              <a:gd name="csX8" fmla="*/ 119785 w 145694"/>
              <a:gd name="csY8" fmla="*/ 148186 h 162816"/>
              <a:gd name="csX9" fmla="*/ 129456 w 145694"/>
              <a:gd name="csY9" fmla="*/ 162816 h 162816"/>
              <a:gd name="csX10" fmla="*/ 130300 w 145694"/>
              <a:gd name="csY10" fmla="*/ 158495 h 162816"/>
              <a:gd name="csX11" fmla="*/ 138542 w 145694"/>
              <a:gd name="csY11" fmla="*/ 123421 h 162816"/>
              <a:gd name="csX12" fmla="*/ 137583 w 145694"/>
              <a:gd name="csY12" fmla="*/ 63626 h 162816"/>
              <a:gd name="csX13" fmla="*/ 132583 w 145694"/>
              <a:gd name="csY13" fmla="*/ 50416 h 162816"/>
              <a:gd name="csX14" fmla="*/ 117509 w 145694"/>
              <a:gd name="csY14" fmla="*/ 18577 h 162816"/>
              <a:gd name="csX15" fmla="*/ 109817 w 145694"/>
              <a:gd name="csY15" fmla="*/ 12193 h 162816"/>
              <a:gd name="csX16" fmla="*/ 109784 w 145694"/>
              <a:gd name="csY16" fmla="*/ 12193 h 162816"/>
              <a:gd name="csX17" fmla="*/ 113045 w 145694"/>
              <a:gd name="csY17" fmla="*/ 23036 h 162816"/>
              <a:gd name="csX18" fmla="*/ 107336 w 145694"/>
              <a:gd name="csY18" fmla="*/ 80767 h 162816"/>
              <a:gd name="csX19" fmla="*/ 99256 w 145694"/>
              <a:gd name="csY19" fmla="*/ 86064 h 162816"/>
              <a:gd name="csX20" fmla="*/ 84721 w 145694"/>
              <a:gd name="csY20" fmla="*/ 64987 h 162816"/>
              <a:gd name="csX21" fmla="*/ 50448 w 145694"/>
              <a:gd name="csY21" fmla="*/ 6073 h 162816"/>
              <a:gd name="csX22" fmla="*/ 28485 w 145694"/>
              <a:gd name="csY22" fmla="*/ 0 h 1628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</a:cxnLst>
            <a:rect l="l" t="t" r="r" b="b"/>
            <a:pathLst>
              <a:path w="145694" h="162816">
                <a:moveTo>
                  <a:pt x="28484" y="3"/>
                </a:moveTo>
                <a:cubicBezTo>
                  <a:pt x="13808" y="3"/>
                  <a:pt x="271" y="7109"/>
                  <a:pt x="7" y="18452"/>
                </a:cubicBezTo>
                <a:cubicBezTo>
                  <a:pt x="-298" y="25545"/>
                  <a:pt x="8934" y="38875"/>
                  <a:pt x="15403" y="40883"/>
                </a:cubicBezTo>
                <a:cubicBezTo>
                  <a:pt x="22510" y="43140"/>
                  <a:pt x="28086" y="44294"/>
                  <a:pt x="33049" y="44294"/>
                </a:cubicBezTo>
                <a:cubicBezTo>
                  <a:pt x="39155" y="44294"/>
                  <a:pt x="44334" y="42548"/>
                  <a:pt x="50293" y="38962"/>
                </a:cubicBezTo>
                <a:cubicBezTo>
                  <a:pt x="53623" y="36980"/>
                  <a:pt x="56255" y="35722"/>
                  <a:pt x="58685" y="35722"/>
                </a:cubicBezTo>
                <a:cubicBezTo>
                  <a:pt x="65432" y="35722"/>
                  <a:pt x="70632" y="45417"/>
                  <a:pt x="84943" y="76239"/>
                </a:cubicBezTo>
                <a:cubicBezTo>
                  <a:pt x="94549" y="97272"/>
                  <a:pt x="104837" y="118915"/>
                  <a:pt x="107571" y="124318"/>
                </a:cubicBezTo>
                <a:cubicBezTo>
                  <a:pt x="110305" y="129721"/>
                  <a:pt x="115772" y="140528"/>
                  <a:pt x="119785" y="148186"/>
                </a:cubicBezTo>
                <a:cubicBezTo>
                  <a:pt x="124771" y="157922"/>
                  <a:pt x="127989" y="162816"/>
                  <a:pt x="129456" y="162816"/>
                </a:cubicBezTo>
                <a:cubicBezTo>
                  <a:pt x="130251" y="162816"/>
                  <a:pt x="130532" y="161379"/>
                  <a:pt x="130300" y="158495"/>
                </a:cubicBezTo>
                <a:cubicBezTo>
                  <a:pt x="130175" y="155927"/>
                  <a:pt x="133825" y="140054"/>
                  <a:pt x="138542" y="123421"/>
                </a:cubicBezTo>
                <a:cubicBezTo>
                  <a:pt x="148255" y="89178"/>
                  <a:pt x="148209" y="85576"/>
                  <a:pt x="137583" y="63626"/>
                </a:cubicBezTo>
                <a:cubicBezTo>
                  <a:pt x="134422" y="57472"/>
                  <a:pt x="132306" y="51396"/>
                  <a:pt x="132583" y="50416"/>
                </a:cubicBezTo>
                <a:cubicBezTo>
                  <a:pt x="133638" y="46699"/>
                  <a:pt x="123210" y="24804"/>
                  <a:pt x="117509" y="18577"/>
                </a:cubicBezTo>
                <a:cubicBezTo>
                  <a:pt x="113591" y="14319"/>
                  <a:pt x="110987" y="12213"/>
                  <a:pt x="109817" y="12193"/>
                </a:cubicBezTo>
                <a:lnTo>
                  <a:pt x="109784" y="12193"/>
                </a:lnTo>
                <a:cubicBezTo>
                  <a:pt x="108274" y="12219"/>
                  <a:pt x="109269" y="15885"/>
                  <a:pt x="113045" y="23036"/>
                </a:cubicBezTo>
                <a:cubicBezTo>
                  <a:pt x="124146" y="44062"/>
                  <a:pt x="121989" y="65205"/>
                  <a:pt x="107336" y="80767"/>
                </a:cubicBezTo>
                <a:cubicBezTo>
                  <a:pt x="104092" y="84158"/>
                  <a:pt x="101594" y="86064"/>
                  <a:pt x="99256" y="86064"/>
                </a:cubicBezTo>
                <a:cubicBezTo>
                  <a:pt x="95040" y="86064"/>
                  <a:pt x="91343" y="79863"/>
                  <a:pt x="84721" y="64987"/>
                </a:cubicBezTo>
                <a:cubicBezTo>
                  <a:pt x="69095" y="29829"/>
                  <a:pt x="58230" y="10978"/>
                  <a:pt x="50448" y="6073"/>
                </a:cubicBezTo>
                <a:cubicBezTo>
                  <a:pt x="43936" y="1893"/>
                  <a:pt x="36059" y="0"/>
                  <a:pt x="28485" y="0"/>
                </a:cubicBezTo>
                <a:close/>
              </a:path>
            </a:pathLst>
          </a:custGeom>
          <a:solidFill>
            <a:srgbClr val="000000"/>
          </a:solidFill>
          <a:ln w="7382" cap="flat">
            <a:noFill/>
            <a:prstDash val="solid"/>
            <a:miter/>
          </a:ln>
        </p:spPr>
        <p:txBody>
          <a:bodyPr/>
          <a:lstStyle/>
          <a:p>
            <a:endParaRPr lang="en-AU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2A7C8BB6-D959-388F-D4B9-0F03870B3C73}"/>
              </a:ext>
            </a:extLst>
          </p:cNvPr>
          <p:cNvSpPr/>
          <p:nvPr/>
        </p:nvSpPr>
        <p:spPr>
          <a:xfrm flipH="1">
            <a:off x="2898707" y="2200623"/>
            <a:ext cx="190488" cy="193945"/>
          </a:xfrm>
          <a:custGeom>
            <a:avLst/>
            <a:gdLst>
              <a:gd name="csX0" fmla="*/ 157589 w 190488"/>
              <a:gd name="csY0" fmla="*/ 1 h 193945"/>
              <a:gd name="csX1" fmla="*/ 152832 w 190488"/>
              <a:gd name="csY1" fmla="*/ 447 h 193945"/>
              <a:gd name="csX2" fmla="*/ 131797 w 190488"/>
              <a:gd name="csY2" fmla="*/ 26479 h 193945"/>
              <a:gd name="csX3" fmla="*/ 147193 w 190488"/>
              <a:gd name="csY3" fmla="*/ 72974 h 193945"/>
              <a:gd name="csX4" fmla="*/ 151793 w 190488"/>
              <a:gd name="csY4" fmla="*/ 79318 h 193945"/>
              <a:gd name="csX5" fmla="*/ 135402 w 190488"/>
              <a:gd name="csY5" fmla="*/ 91230 h 193945"/>
              <a:gd name="csX6" fmla="*/ 103682 w 190488"/>
              <a:gd name="csY6" fmla="*/ 112816 h 193945"/>
              <a:gd name="csX7" fmla="*/ 62765 w 190488"/>
              <a:gd name="csY7" fmla="*/ 140504 h 193945"/>
              <a:gd name="csX8" fmla="*/ 122 w 190488"/>
              <a:gd name="csY8" fmla="*/ 185376 h 193945"/>
              <a:gd name="csX9" fmla="*/ 5707 w 190488"/>
              <a:gd name="csY9" fmla="*/ 186960 h 193945"/>
              <a:gd name="csX10" fmla="*/ 10002 w 190488"/>
              <a:gd name="csY10" fmla="*/ 186643 h 193945"/>
              <a:gd name="csX11" fmla="*/ 13097 w 190488"/>
              <a:gd name="csY11" fmla="*/ 186476 h 193945"/>
              <a:gd name="csX12" fmla="*/ 50504 w 190488"/>
              <a:gd name="csY12" fmla="*/ 190504 h 193945"/>
              <a:gd name="csX13" fmla="*/ 83353 w 190488"/>
              <a:gd name="csY13" fmla="*/ 193945 h 193945"/>
              <a:gd name="csX14" fmla="*/ 127675 w 190488"/>
              <a:gd name="csY14" fmla="*/ 175631 h 193945"/>
              <a:gd name="csX15" fmla="*/ 142932 w 190488"/>
              <a:gd name="csY15" fmla="*/ 168469 h 193945"/>
              <a:gd name="csX16" fmla="*/ 188657 w 190488"/>
              <a:gd name="csY16" fmla="*/ 131352 h 193945"/>
              <a:gd name="csX17" fmla="*/ 190489 w 190488"/>
              <a:gd name="csY17" fmla="*/ 124895 h 193945"/>
              <a:gd name="csX18" fmla="*/ 183498 w 190488"/>
              <a:gd name="csY18" fmla="*/ 132241 h 193945"/>
              <a:gd name="csX19" fmla="*/ 144104 w 190488"/>
              <a:gd name="csY19" fmla="*/ 153807 h 193945"/>
              <a:gd name="csX20" fmla="*/ 137708 w 190488"/>
              <a:gd name="csY20" fmla="*/ 154244 h 193945"/>
              <a:gd name="csX21" fmla="*/ 95176 w 190488"/>
              <a:gd name="csY21" fmla="*/ 139795 h 193945"/>
              <a:gd name="csX22" fmla="*/ 101863 w 190488"/>
              <a:gd name="csY22" fmla="*/ 122233 h 193945"/>
              <a:gd name="csX23" fmla="*/ 125512 w 190488"/>
              <a:gd name="csY23" fmla="*/ 105792 h 193945"/>
              <a:gd name="csX24" fmla="*/ 157826 w 190488"/>
              <a:gd name="csY24" fmla="*/ 84370 h 193945"/>
              <a:gd name="csX25" fmla="*/ 180541 w 190488"/>
              <a:gd name="csY25" fmla="*/ 67458 h 193945"/>
              <a:gd name="csX26" fmla="*/ 175793 w 190488"/>
              <a:gd name="csY26" fmla="*/ 5979 h 193945"/>
              <a:gd name="csX27" fmla="*/ 157588 w 190488"/>
              <a:gd name="csY27" fmla="*/ 0 h 19394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</a:cxnLst>
            <a:rect l="l" t="t" r="r" b="b"/>
            <a:pathLst>
              <a:path w="190488" h="193945">
                <a:moveTo>
                  <a:pt x="157589" y="1"/>
                </a:moveTo>
                <a:cubicBezTo>
                  <a:pt x="155930" y="1"/>
                  <a:pt x="154322" y="145"/>
                  <a:pt x="152832" y="447"/>
                </a:cubicBezTo>
                <a:cubicBezTo>
                  <a:pt x="143702" y="2555"/>
                  <a:pt x="133267" y="15278"/>
                  <a:pt x="131797" y="26479"/>
                </a:cubicBezTo>
                <a:cubicBezTo>
                  <a:pt x="129255" y="43715"/>
                  <a:pt x="136037" y="64176"/>
                  <a:pt x="147193" y="72974"/>
                </a:cubicBezTo>
                <a:cubicBezTo>
                  <a:pt x="150562" y="75387"/>
                  <a:pt x="152522" y="78254"/>
                  <a:pt x="151793" y="79318"/>
                </a:cubicBezTo>
                <a:cubicBezTo>
                  <a:pt x="151065" y="80381"/>
                  <a:pt x="143839" y="85552"/>
                  <a:pt x="135402" y="91230"/>
                </a:cubicBezTo>
                <a:cubicBezTo>
                  <a:pt x="127219" y="96768"/>
                  <a:pt x="112934" y="106520"/>
                  <a:pt x="103682" y="112816"/>
                </a:cubicBezTo>
                <a:cubicBezTo>
                  <a:pt x="94627" y="119167"/>
                  <a:pt x="76179" y="131565"/>
                  <a:pt x="62765" y="140504"/>
                </a:cubicBezTo>
                <a:cubicBezTo>
                  <a:pt x="6883" y="177333"/>
                  <a:pt x="-1159" y="183121"/>
                  <a:pt x="122" y="185376"/>
                </a:cubicBezTo>
                <a:cubicBezTo>
                  <a:pt x="714" y="186420"/>
                  <a:pt x="2787" y="186960"/>
                  <a:pt x="5707" y="186960"/>
                </a:cubicBezTo>
                <a:cubicBezTo>
                  <a:pt x="6993" y="186960"/>
                  <a:pt x="8442" y="186855"/>
                  <a:pt x="10002" y="186643"/>
                </a:cubicBezTo>
                <a:cubicBezTo>
                  <a:pt x="10747" y="186529"/>
                  <a:pt x="11794" y="186476"/>
                  <a:pt x="13097" y="186476"/>
                </a:cubicBezTo>
                <a:cubicBezTo>
                  <a:pt x="20373" y="186476"/>
                  <a:pt x="35610" y="188158"/>
                  <a:pt x="50504" y="190504"/>
                </a:cubicBezTo>
                <a:cubicBezTo>
                  <a:pt x="64387" y="192688"/>
                  <a:pt x="74768" y="193945"/>
                  <a:pt x="83353" y="193945"/>
                </a:cubicBezTo>
                <a:cubicBezTo>
                  <a:pt x="100781" y="193945"/>
                  <a:pt x="110802" y="188763"/>
                  <a:pt x="127675" y="175631"/>
                </a:cubicBezTo>
                <a:cubicBezTo>
                  <a:pt x="131807" y="172345"/>
                  <a:pt x="138676" y="169186"/>
                  <a:pt x="142932" y="168469"/>
                </a:cubicBezTo>
                <a:cubicBezTo>
                  <a:pt x="159705" y="165739"/>
                  <a:pt x="184717" y="145244"/>
                  <a:pt x="188657" y="131352"/>
                </a:cubicBezTo>
                <a:lnTo>
                  <a:pt x="190489" y="124895"/>
                </a:lnTo>
                <a:lnTo>
                  <a:pt x="183498" y="132241"/>
                </a:lnTo>
                <a:cubicBezTo>
                  <a:pt x="173588" y="142364"/>
                  <a:pt x="156170" y="151881"/>
                  <a:pt x="144104" y="153807"/>
                </a:cubicBezTo>
                <a:cubicBezTo>
                  <a:pt x="142103" y="154103"/>
                  <a:pt x="139953" y="154244"/>
                  <a:pt x="137708" y="154244"/>
                </a:cubicBezTo>
                <a:cubicBezTo>
                  <a:pt x="122716" y="154244"/>
                  <a:pt x="103434" y="147963"/>
                  <a:pt x="95176" y="139795"/>
                </a:cubicBezTo>
                <a:cubicBezTo>
                  <a:pt x="87578" y="131986"/>
                  <a:pt x="87325" y="132127"/>
                  <a:pt x="101863" y="122233"/>
                </a:cubicBezTo>
                <a:cubicBezTo>
                  <a:pt x="107348" y="118690"/>
                  <a:pt x="117779" y="111243"/>
                  <a:pt x="125512" y="105792"/>
                </a:cubicBezTo>
                <a:cubicBezTo>
                  <a:pt x="133047" y="100285"/>
                  <a:pt x="147475" y="90782"/>
                  <a:pt x="157826" y="84370"/>
                </a:cubicBezTo>
                <a:cubicBezTo>
                  <a:pt x="168122" y="78153"/>
                  <a:pt x="178159" y="70597"/>
                  <a:pt x="180541" y="67458"/>
                </a:cubicBezTo>
                <a:cubicBezTo>
                  <a:pt x="193352" y="50119"/>
                  <a:pt x="191037" y="19923"/>
                  <a:pt x="175793" y="5979"/>
                </a:cubicBezTo>
                <a:cubicBezTo>
                  <a:pt x="171711" y="2311"/>
                  <a:pt x="164238" y="0"/>
                  <a:pt x="157588" y="0"/>
                </a:cubicBezTo>
                <a:close/>
              </a:path>
            </a:pathLst>
          </a:custGeom>
          <a:solidFill>
            <a:srgbClr val="000000"/>
          </a:solidFill>
          <a:ln w="7382" cap="flat">
            <a:noFill/>
            <a:prstDash val="solid"/>
            <a:miter/>
          </a:ln>
        </p:spPr>
        <p:txBody>
          <a:bodyPr/>
          <a:lstStyle/>
          <a:p>
            <a:endParaRPr lang="en-AU"/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4DB395E1-8543-16E0-3BEC-03B2CD782C8B}"/>
              </a:ext>
            </a:extLst>
          </p:cNvPr>
          <p:cNvSpPr/>
          <p:nvPr/>
        </p:nvSpPr>
        <p:spPr>
          <a:xfrm flipH="1">
            <a:off x="2419833" y="2253045"/>
            <a:ext cx="148681" cy="142039"/>
          </a:xfrm>
          <a:custGeom>
            <a:avLst/>
            <a:gdLst>
              <a:gd name="csX0" fmla="*/ 144777 w 148681"/>
              <a:gd name="csY0" fmla="*/ 2 h 142039"/>
              <a:gd name="csX1" fmla="*/ 142401 w 148681"/>
              <a:gd name="csY1" fmla="*/ 2185 h 142039"/>
              <a:gd name="csX2" fmla="*/ 129812 w 148681"/>
              <a:gd name="csY2" fmla="*/ 18741 h 142039"/>
              <a:gd name="csX3" fmla="*/ 116155 w 148681"/>
              <a:gd name="csY3" fmla="*/ 36057 h 142039"/>
              <a:gd name="csX4" fmla="*/ 94066 w 148681"/>
              <a:gd name="csY4" fmla="*/ 65806 h 142039"/>
              <a:gd name="csX5" fmla="*/ 71610 w 148681"/>
              <a:gd name="csY5" fmla="*/ 96088 h 142039"/>
              <a:gd name="csX6" fmla="*/ 66092 w 148681"/>
              <a:gd name="csY6" fmla="*/ 104266 h 142039"/>
              <a:gd name="csX7" fmla="*/ 61121 w 148681"/>
              <a:gd name="csY7" fmla="*/ 108740 h 142039"/>
              <a:gd name="csX8" fmla="*/ 52943 w 148681"/>
              <a:gd name="csY8" fmla="*/ 103991 h 142039"/>
              <a:gd name="csX9" fmla="*/ 24542 w 148681"/>
              <a:gd name="csY9" fmla="*/ 93378 h 142039"/>
              <a:gd name="csX10" fmla="*/ 20001 w 148681"/>
              <a:gd name="csY10" fmla="*/ 93787 h 142039"/>
              <a:gd name="csX11" fmla="*/ 2681 w 148681"/>
              <a:gd name="csY11" fmla="*/ 124016 h 142039"/>
              <a:gd name="csX12" fmla="*/ 18077 w 148681"/>
              <a:gd name="csY12" fmla="*/ 134414 h 142039"/>
              <a:gd name="csX13" fmla="*/ 32332 w 148681"/>
              <a:gd name="csY13" fmla="*/ 136664 h 142039"/>
              <a:gd name="csX14" fmla="*/ 62397 w 148681"/>
              <a:gd name="csY14" fmla="*/ 116538 h 142039"/>
              <a:gd name="csX15" fmla="*/ 83894 w 148681"/>
              <a:gd name="csY15" fmla="*/ 86623 h 142039"/>
              <a:gd name="csX16" fmla="*/ 101078 w 148681"/>
              <a:gd name="csY16" fmla="*/ 69070 h 142039"/>
              <a:gd name="csX17" fmla="*/ 103475 w 148681"/>
              <a:gd name="csY17" fmla="*/ 69475 h 142039"/>
              <a:gd name="csX18" fmla="*/ 117519 w 148681"/>
              <a:gd name="csY18" fmla="*/ 92162 h 142039"/>
              <a:gd name="csX19" fmla="*/ 102763 w 148681"/>
              <a:gd name="csY19" fmla="*/ 133660 h 142039"/>
              <a:gd name="csX20" fmla="*/ 95693 w 148681"/>
              <a:gd name="csY20" fmla="*/ 142039 h 142039"/>
              <a:gd name="csX21" fmla="*/ 101098 w 148681"/>
              <a:gd name="csY21" fmla="*/ 139530 h 142039"/>
              <a:gd name="csX22" fmla="*/ 126907 w 148681"/>
              <a:gd name="csY22" fmla="*/ 108702 h 142039"/>
              <a:gd name="csX23" fmla="*/ 139777 w 148681"/>
              <a:gd name="csY23" fmla="*/ 85890 h 142039"/>
              <a:gd name="csX24" fmla="*/ 148556 w 148681"/>
              <a:gd name="csY24" fmla="*/ 63209 h 142039"/>
              <a:gd name="csX25" fmla="*/ 146714 w 148681"/>
              <a:gd name="csY25" fmla="*/ 37365 h 142039"/>
              <a:gd name="csX26" fmla="*/ 145007 w 148681"/>
              <a:gd name="csY26" fmla="*/ 10294 h 142039"/>
              <a:gd name="csX27" fmla="*/ 144776 w 148681"/>
              <a:gd name="csY27" fmla="*/ 0 h 14203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</a:cxnLst>
            <a:rect l="l" t="t" r="r" b="b"/>
            <a:pathLst>
              <a:path w="148681" h="142039">
                <a:moveTo>
                  <a:pt x="144777" y="2"/>
                </a:moveTo>
                <a:cubicBezTo>
                  <a:pt x="144296" y="2"/>
                  <a:pt x="143531" y="813"/>
                  <a:pt x="142401" y="2185"/>
                </a:cubicBezTo>
                <a:cubicBezTo>
                  <a:pt x="140636" y="4649"/>
                  <a:pt x="134943" y="11934"/>
                  <a:pt x="129812" y="18741"/>
                </a:cubicBezTo>
                <a:cubicBezTo>
                  <a:pt x="124540" y="25298"/>
                  <a:pt x="118483" y="33114"/>
                  <a:pt x="116155" y="36057"/>
                </a:cubicBezTo>
                <a:cubicBezTo>
                  <a:pt x="113883" y="38803"/>
                  <a:pt x="104074" y="52332"/>
                  <a:pt x="94066" y="65806"/>
                </a:cubicBezTo>
                <a:cubicBezTo>
                  <a:pt x="84255" y="79336"/>
                  <a:pt x="73994" y="92951"/>
                  <a:pt x="71610" y="96088"/>
                </a:cubicBezTo>
                <a:cubicBezTo>
                  <a:pt x="69029" y="99171"/>
                  <a:pt x="66480" y="102896"/>
                  <a:pt x="66092" y="104266"/>
                </a:cubicBezTo>
                <a:cubicBezTo>
                  <a:pt x="65245" y="107251"/>
                  <a:pt x="63428" y="108740"/>
                  <a:pt x="61121" y="108740"/>
                </a:cubicBezTo>
                <a:cubicBezTo>
                  <a:pt x="58740" y="108740"/>
                  <a:pt x="55838" y="107154"/>
                  <a:pt x="52943" y="103991"/>
                </a:cubicBezTo>
                <a:cubicBezTo>
                  <a:pt x="47305" y="98084"/>
                  <a:pt x="34273" y="93378"/>
                  <a:pt x="24542" y="93378"/>
                </a:cubicBezTo>
                <a:cubicBezTo>
                  <a:pt x="22920" y="93378"/>
                  <a:pt x="21390" y="93509"/>
                  <a:pt x="20001" y="93787"/>
                </a:cubicBezTo>
                <a:cubicBezTo>
                  <a:pt x="3457" y="97213"/>
                  <a:pt x="-4573" y="111236"/>
                  <a:pt x="2681" y="124016"/>
                </a:cubicBezTo>
                <a:cubicBezTo>
                  <a:pt x="6434" y="130337"/>
                  <a:pt x="8387" y="131723"/>
                  <a:pt x="18077" y="134414"/>
                </a:cubicBezTo>
                <a:cubicBezTo>
                  <a:pt x="23379" y="135887"/>
                  <a:pt x="28067" y="136664"/>
                  <a:pt x="32332" y="136664"/>
                </a:cubicBezTo>
                <a:cubicBezTo>
                  <a:pt x="44291" y="136664"/>
                  <a:pt x="52919" y="130555"/>
                  <a:pt x="62397" y="116538"/>
                </a:cubicBezTo>
                <a:cubicBezTo>
                  <a:pt x="66459" y="110488"/>
                  <a:pt x="76016" y="97100"/>
                  <a:pt x="83894" y="86623"/>
                </a:cubicBezTo>
                <a:cubicBezTo>
                  <a:pt x="94744" y="72466"/>
                  <a:pt x="97647" y="69070"/>
                  <a:pt x="101078" y="69070"/>
                </a:cubicBezTo>
                <a:cubicBezTo>
                  <a:pt x="101823" y="69070"/>
                  <a:pt x="102593" y="69230"/>
                  <a:pt x="103475" y="69475"/>
                </a:cubicBezTo>
                <a:cubicBezTo>
                  <a:pt x="109606" y="71178"/>
                  <a:pt x="115122" y="80309"/>
                  <a:pt x="117519" y="92162"/>
                </a:cubicBezTo>
                <a:cubicBezTo>
                  <a:pt x="119570" y="102231"/>
                  <a:pt x="112580" y="121610"/>
                  <a:pt x="102763" y="133660"/>
                </a:cubicBezTo>
                <a:lnTo>
                  <a:pt x="95693" y="142039"/>
                </a:lnTo>
                <a:lnTo>
                  <a:pt x="101098" y="139530"/>
                </a:lnTo>
                <a:cubicBezTo>
                  <a:pt x="109597" y="135136"/>
                  <a:pt x="121520" y="120928"/>
                  <a:pt x="126907" y="108702"/>
                </a:cubicBezTo>
                <a:cubicBezTo>
                  <a:pt x="129530" y="102464"/>
                  <a:pt x="135208" y="92221"/>
                  <a:pt x="139777" y="85890"/>
                </a:cubicBezTo>
                <a:cubicBezTo>
                  <a:pt x="146895" y="75835"/>
                  <a:pt x="147815" y="73345"/>
                  <a:pt x="148556" y="63209"/>
                </a:cubicBezTo>
                <a:cubicBezTo>
                  <a:pt x="149035" y="57009"/>
                  <a:pt x="148077" y="45344"/>
                  <a:pt x="146714" y="37365"/>
                </a:cubicBezTo>
                <a:cubicBezTo>
                  <a:pt x="145350" y="29388"/>
                  <a:pt x="144560" y="17136"/>
                  <a:pt x="145007" y="10294"/>
                </a:cubicBezTo>
                <a:cubicBezTo>
                  <a:pt x="145580" y="2873"/>
                  <a:pt x="145681" y="0"/>
                  <a:pt x="144776" y="0"/>
                </a:cubicBezTo>
                <a:close/>
              </a:path>
            </a:pathLst>
          </a:custGeom>
          <a:solidFill>
            <a:srgbClr val="000000"/>
          </a:solidFill>
          <a:ln w="7382" cap="flat">
            <a:noFill/>
            <a:prstDash val="solid"/>
            <a:miter/>
          </a:ln>
        </p:spPr>
        <p:txBody>
          <a:bodyPr/>
          <a:lstStyle/>
          <a:p>
            <a:endParaRPr lang="en-AU"/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107C0FB3-BEBF-38D5-180B-D5FE3D7D6847}"/>
              </a:ext>
            </a:extLst>
          </p:cNvPr>
          <p:cNvSpPr/>
          <p:nvPr/>
        </p:nvSpPr>
        <p:spPr>
          <a:xfrm flipH="1">
            <a:off x="2092345" y="2267839"/>
            <a:ext cx="106448" cy="152708"/>
          </a:xfrm>
          <a:custGeom>
            <a:avLst/>
            <a:gdLst>
              <a:gd name="csX0" fmla="*/ 67795 w 106448"/>
              <a:gd name="csY0" fmla="*/ 0 h 152708"/>
              <a:gd name="csX1" fmla="*/ 59528 w 106448"/>
              <a:gd name="csY1" fmla="*/ 1804 h 152708"/>
              <a:gd name="csX2" fmla="*/ 50502 w 106448"/>
              <a:gd name="csY2" fmla="*/ 14074 h 152708"/>
              <a:gd name="csX3" fmla="*/ 52309 w 106448"/>
              <a:gd name="csY3" fmla="*/ 32518 h 152708"/>
              <a:gd name="csX4" fmla="*/ 63883 w 106448"/>
              <a:gd name="csY4" fmla="*/ 45865 h 152708"/>
              <a:gd name="csX5" fmla="*/ 61066 w 106448"/>
              <a:gd name="csY5" fmla="*/ 70836 h 152708"/>
              <a:gd name="csX6" fmla="*/ 49959 w 106448"/>
              <a:gd name="csY6" fmla="*/ 84428 h 152708"/>
              <a:gd name="csX7" fmla="*/ 43505 w 106448"/>
              <a:gd name="csY7" fmla="*/ 92135 h 152708"/>
              <a:gd name="csX8" fmla="*/ 5 w 106448"/>
              <a:gd name="csY8" fmla="*/ 152245 h 152708"/>
              <a:gd name="csX9" fmla="*/ 1079 w 106448"/>
              <a:gd name="csY9" fmla="*/ 152709 h 152708"/>
              <a:gd name="csX10" fmla="*/ 9278 w 106448"/>
              <a:gd name="csY10" fmla="*/ 150388 h 152708"/>
              <a:gd name="csX11" fmla="*/ 34952 w 106448"/>
              <a:gd name="csY11" fmla="*/ 144853 h 152708"/>
              <a:gd name="csX12" fmla="*/ 58199 w 106448"/>
              <a:gd name="csY12" fmla="*/ 138856 h 152708"/>
              <a:gd name="csX13" fmla="*/ 77972 w 106448"/>
              <a:gd name="csY13" fmla="*/ 120282 h 152708"/>
              <a:gd name="csX14" fmla="*/ 85018 w 106448"/>
              <a:gd name="csY14" fmla="*/ 112740 h 152708"/>
              <a:gd name="csX15" fmla="*/ 104694 w 106448"/>
              <a:gd name="csY15" fmla="*/ 85486 h 152708"/>
              <a:gd name="csX16" fmla="*/ 106361 w 106448"/>
              <a:gd name="csY16" fmla="*/ 77549 h 152708"/>
              <a:gd name="csX17" fmla="*/ 106327 w 106448"/>
              <a:gd name="csY17" fmla="*/ 77549 h 152708"/>
              <a:gd name="csX18" fmla="*/ 103914 w 106448"/>
              <a:gd name="csY18" fmla="*/ 81470 h 152708"/>
              <a:gd name="csX19" fmla="*/ 66067 w 106448"/>
              <a:gd name="csY19" fmla="*/ 106531 h 152708"/>
              <a:gd name="csX20" fmla="*/ 58156 w 106448"/>
              <a:gd name="csY20" fmla="*/ 105914 h 152708"/>
              <a:gd name="csX21" fmla="*/ 78623 w 106448"/>
              <a:gd name="csY21" fmla="*/ 54815 h 152708"/>
              <a:gd name="csX22" fmla="*/ 89862 w 106448"/>
              <a:gd name="csY22" fmla="*/ 33239 h 152708"/>
              <a:gd name="csX23" fmla="*/ 69789 w 106448"/>
              <a:gd name="csY23" fmla="*/ 223 h 152708"/>
              <a:gd name="csX24" fmla="*/ 67794 w 106448"/>
              <a:gd name="csY24" fmla="*/ 1 h 15270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</a:cxnLst>
            <a:rect l="l" t="t" r="r" b="b"/>
            <a:pathLst>
              <a:path w="106448" h="152708">
                <a:moveTo>
                  <a:pt x="67795" y="0"/>
                </a:moveTo>
                <a:cubicBezTo>
                  <a:pt x="65452" y="0"/>
                  <a:pt x="62258" y="659"/>
                  <a:pt x="59528" y="1804"/>
                </a:cubicBezTo>
                <a:cubicBezTo>
                  <a:pt x="54234" y="3923"/>
                  <a:pt x="52832" y="5856"/>
                  <a:pt x="50502" y="14074"/>
                </a:cubicBezTo>
                <a:cubicBezTo>
                  <a:pt x="48170" y="22292"/>
                  <a:pt x="48437" y="25111"/>
                  <a:pt x="52309" y="32518"/>
                </a:cubicBezTo>
                <a:cubicBezTo>
                  <a:pt x="54616" y="37170"/>
                  <a:pt x="59921" y="43287"/>
                  <a:pt x="63883" y="45865"/>
                </a:cubicBezTo>
                <a:cubicBezTo>
                  <a:pt x="72968" y="52189"/>
                  <a:pt x="72372" y="57300"/>
                  <a:pt x="61066" y="70836"/>
                </a:cubicBezTo>
                <a:cubicBezTo>
                  <a:pt x="56522" y="76328"/>
                  <a:pt x="51359" y="82495"/>
                  <a:pt x="49959" y="84428"/>
                </a:cubicBezTo>
                <a:cubicBezTo>
                  <a:pt x="48359" y="86305"/>
                  <a:pt x="45667" y="89780"/>
                  <a:pt x="43505" y="92135"/>
                </a:cubicBezTo>
                <a:cubicBezTo>
                  <a:pt x="33237" y="104270"/>
                  <a:pt x="-453" y="150851"/>
                  <a:pt x="5" y="152245"/>
                </a:cubicBezTo>
                <a:cubicBezTo>
                  <a:pt x="39" y="152562"/>
                  <a:pt x="427" y="152709"/>
                  <a:pt x="1079" y="152709"/>
                </a:cubicBezTo>
                <a:cubicBezTo>
                  <a:pt x="2672" y="152709"/>
                  <a:pt x="5841" y="151830"/>
                  <a:pt x="9278" y="150388"/>
                </a:cubicBezTo>
                <a:cubicBezTo>
                  <a:pt x="14120" y="148356"/>
                  <a:pt x="25704" y="145873"/>
                  <a:pt x="34952" y="144853"/>
                </a:cubicBezTo>
                <a:cubicBezTo>
                  <a:pt x="44201" y="143833"/>
                  <a:pt x="54597" y="141022"/>
                  <a:pt x="58199" y="138856"/>
                </a:cubicBezTo>
                <a:cubicBezTo>
                  <a:pt x="66920" y="133679"/>
                  <a:pt x="76806" y="124392"/>
                  <a:pt x="77972" y="120282"/>
                </a:cubicBezTo>
                <a:cubicBezTo>
                  <a:pt x="78472" y="118521"/>
                  <a:pt x="81559" y="115158"/>
                  <a:pt x="85018" y="112740"/>
                </a:cubicBezTo>
                <a:cubicBezTo>
                  <a:pt x="95339" y="105686"/>
                  <a:pt x="101672" y="96890"/>
                  <a:pt x="104694" y="85486"/>
                </a:cubicBezTo>
                <a:cubicBezTo>
                  <a:pt x="106108" y="80081"/>
                  <a:pt x="106684" y="77627"/>
                  <a:pt x="106361" y="77549"/>
                </a:cubicBezTo>
                <a:lnTo>
                  <a:pt x="106327" y="77549"/>
                </a:lnTo>
                <a:cubicBezTo>
                  <a:pt x="106039" y="77608"/>
                  <a:pt x="105244" y="78996"/>
                  <a:pt x="103914" y="81470"/>
                </a:cubicBezTo>
                <a:cubicBezTo>
                  <a:pt x="95116" y="98183"/>
                  <a:pt x="82319" y="106531"/>
                  <a:pt x="66067" y="106531"/>
                </a:cubicBezTo>
                <a:cubicBezTo>
                  <a:pt x="63515" y="106531"/>
                  <a:pt x="60877" y="106325"/>
                  <a:pt x="58156" y="105914"/>
                </a:cubicBezTo>
                <a:cubicBezTo>
                  <a:pt x="38761" y="102848"/>
                  <a:pt x="38982" y="102065"/>
                  <a:pt x="78623" y="54815"/>
                </a:cubicBezTo>
                <a:cubicBezTo>
                  <a:pt x="88638" y="42820"/>
                  <a:pt x="89841" y="40833"/>
                  <a:pt x="89862" y="33239"/>
                </a:cubicBezTo>
                <a:cubicBezTo>
                  <a:pt x="89965" y="19336"/>
                  <a:pt x="80071" y="3078"/>
                  <a:pt x="69789" y="223"/>
                </a:cubicBezTo>
                <a:cubicBezTo>
                  <a:pt x="69248" y="73"/>
                  <a:pt x="68568" y="1"/>
                  <a:pt x="67794" y="1"/>
                </a:cubicBezTo>
                <a:close/>
              </a:path>
            </a:pathLst>
          </a:custGeom>
          <a:solidFill>
            <a:srgbClr val="000000"/>
          </a:solidFill>
          <a:ln w="7382" cap="flat">
            <a:noFill/>
            <a:prstDash val="solid"/>
            <a:miter/>
          </a:ln>
        </p:spPr>
        <p:txBody>
          <a:bodyPr/>
          <a:lstStyle/>
          <a:p>
            <a:endParaRPr lang="en-AU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7E357E49-B67F-E836-1A02-6272CA543B0C}"/>
              </a:ext>
            </a:extLst>
          </p:cNvPr>
          <p:cNvSpPr/>
          <p:nvPr/>
        </p:nvSpPr>
        <p:spPr>
          <a:xfrm flipH="1">
            <a:off x="4729931" y="1870666"/>
            <a:ext cx="224131" cy="222055"/>
          </a:xfrm>
          <a:custGeom>
            <a:avLst/>
            <a:gdLst>
              <a:gd name="csX0" fmla="*/ 219870 w 224131"/>
              <a:gd name="csY0" fmla="*/ 1 h 222055"/>
              <a:gd name="csX1" fmla="*/ 218264 w 224131"/>
              <a:gd name="csY1" fmla="*/ 814 h 222055"/>
              <a:gd name="csX2" fmla="*/ 178244 w 224131"/>
              <a:gd name="csY2" fmla="*/ 57670 h 222055"/>
              <a:gd name="csX3" fmla="*/ 156589 w 224131"/>
              <a:gd name="csY3" fmla="*/ 89652 h 222055"/>
              <a:gd name="csX4" fmla="*/ 135525 w 224131"/>
              <a:gd name="csY4" fmla="*/ 121797 h 222055"/>
              <a:gd name="csX5" fmla="*/ 120678 w 224131"/>
              <a:gd name="csY5" fmla="*/ 144061 h 222055"/>
              <a:gd name="csX6" fmla="*/ 107621 w 224131"/>
              <a:gd name="csY6" fmla="*/ 163020 h 222055"/>
              <a:gd name="csX7" fmla="*/ 94758 w 224131"/>
              <a:gd name="csY7" fmla="*/ 177977 h 222055"/>
              <a:gd name="csX8" fmla="*/ 94431 w 224131"/>
              <a:gd name="csY8" fmla="*/ 177934 h 222055"/>
              <a:gd name="csX9" fmla="*/ 79858 w 224131"/>
              <a:gd name="csY9" fmla="*/ 168397 h 222055"/>
              <a:gd name="csX10" fmla="*/ 41098 w 224131"/>
              <a:gd name="csY10" fmla="*/ 154744 h 222055"/>
              <a:gd name="csX11" fmla="*/ 13336 w 224131"/>
              <a:gd name="csY11" fmla="*/ 163008 h 222055"/>
              <a:gd name="csX12" fmla="*/ 1791 w 224131"/>
              <a:gd name="csY12" fmla="*/ 179644 h 222055"/>
              <a:gd name="csX13" fmla="*/ 2617 w 224131"/>
              <a:gd name="csY13" fmla="*/ 199293 h 222055"/>
              <a:gd name="csX14" fmla="*/ 43905 w 224131"/>
              <a:gd name="csY14" fmla="*/ 222055 h 222055"/>
              <a:gd name="csX15" fmla="*/ 76964 w 224131"/>
              <a:gd name="csY15" fmla="*/ 213188 h 222055"/>
              <a:gd name="csX16" fmla="*/ 103033 w 224131"/>
              <a:gd name="csY16" fmla="*/ 183699 h 222055"/>
              <a:gd name="csX17" fmla="*/ 181184 w 224131"/>
              <a:gd name="csY17" fmla="*/ 71188 h 222055"/>
              <a:gd name="csX18" fmla="*/ 181439 w 224131"/>
              <a:gd name="csY18" fmla="*/ 71223 h 222055"/>
              <a:gd name="csX19" fmla="*/ 199043 w 224131"/>
              <a:gd name="csY19" fmla="*/ 94898 h 222055"/>
              <a:gd name="csX20" fmla="*/ 198919 w 224131"/>
              <a:gd name="csY20" fmla="*/ 140459 h 222055"/>
              <a:gd name="csX21" fmla="*/ 158228 w 224131"/>
              <a:gd name="csY21" fmla="*/ 198184 h 222055"/>
              <a:gd name="csX22" fmla="*/ 150505 w 224131"/>
              <a:gd name="csY22" fmla="*/ 205720 h 222055"/>
              <a:gd name="csX23" fmla="*/ 156594 w 224131"/>
              <a:gd name="csY23" fmla="*/ 204697 h 222055"/>
              <a:gd name="csX24" fmla="*/ 211637 w 224131"/>
              <a:gd name="csY24" fmla="*/ 157291 h 222055"/>
              <a:gd name="csX25" fmla="*/ 221348 w 224131"/>
              <a:gd name="csY25" fmla="*/ 74919 h 222055"/>
              <a:gd name="csX26" fmla="*/ 221125 w 224131"/>
              <a:gd name="csY26" fmla="*/ 15540 h 222055"/>
              <a:gd name="csX27" fmla="*/ 219869 w 224131"/>
              <a:gd name="csY27" fmla="*/ 0 h 22205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</a:cxnLst>
            <a:rect l="l" t="t" r="r" b="b"/>
            <a:pathLst>
              <a:path w="224131" h="222055">
                <a:moveTo>
                  <a:pt x="219870" y="1"/>
                </a:moveTo>
                <a:cubicBezTo>
                  <a:pt x="219390" y="1"/>
                  <a:pt x="218851" y="257"/>
                  <a:pt x="218264" y="814"/>
                </a:cubicBezTo>
                <a:cubicBezTo>
                  <a:pt x="216269" y="2582"/>
                  <a:pt x="193876" y="34148"/>
                  <a:pt x="178244" y="57670"/>
                </a:cubicBezTo>
                <a:cubicBezTo>
                  <a:pt x="171269" y="67976"/>
                  <a:pt x="161434" y="82343"/>
                  <a:pt x="156589" y="89652"/>
                </a:cubicBezTo>
                <a:cubicBezTo>
                  <a:pt x="151545" y="96906"/>
                  <a:pt x="142106" y="111383"/>
                  <a:pt x="135525" y="121797"/>
                </a:cubicBezTo>
                <a:cubicBezTo>
                  <a:pt x="128945" y="132213"/>
                  <a:pt x="122278" y="142183"/>
                  <a:pt x="120678" y="144061"/>
                </a:cubicBezTo>
                <a:cubicBezTo>
                  <a:pt x="119079" y="145938"/>
                  <a:pt x="113252" y="154452"/>
                  <a:pt x="107621" y="163020"/>
                </a:cubicBezTo>
                <a:cubicBezTo>
                  <a:pt x="101089" y="173213"/>
                  <a:pt x="96865" y="177977"/>
                  <a:pt x="94758" y="177977"/>
                </a:cubicBezTo>
                <a:cubicBezTo>
                  <a:pt x="94643" y="177977"/>
                  <a:pt x="94534" y="177962"/>
                  <a:pt x="94431" y="177934"/>
                </a:cubicBezTo>
                <a:cubicBezTo>
                  <a:pt x="92651" y="177439"/>
                  <a:pt x="86199" y="173114"/>
                  <a:pt x="79858" y="168397"/>
                </a:cubicBezTo>
                <a:cubicBezTo>
                  <a:pt x="68041" y="159378"/>
                  <a:pt x="54229" y="154744"/>
                  <a:pt x="41098" y="154744"/>
                </a:cubicBezTo>
                <a:cubicBezTo>
                  <a:pt x="31042" y="154744"/>
                  <a:pt x="21386" y="157462"/>
                  <a:pt x="13336" y="163008"/>
                </a:cubicBezTo>
                <a:cubicBezTo>
                  <a:pt x="6166" y="167983"/>
                  <a:pt x="4455" y="170252"/>
                  <a:pt x="1791" y="179644"/>
                </a:cubicBezTo>
                <a:cubicBezTo>
                  <a:pt x="-818" y="188840"/>
                  <a:pt x="-605" y="191854"/>
                  <a:pt x="2617" y="199293"/>
                </a:cubicBezTo>
                <a:cubicBezTo>
                  <a:pt x="9167" y="213962"/>
                  <a:pt x="25563" y="222055"/>
                  <a:pt x="43905" y="222055"/>
                </a:cubicBezTo>
                <a:cubicBezTo>
                  <a:pt x="54789" y="222055"/>
                  <a:pt x="66360" y="219205"/>
                  <a:pt x="76964" y="213188"/>
                </a:cubicBezTo>
                <a:cubicBezTo>
                  <a:pt x="86390" y="207784"/>
                  <a:pt x="89588" y="204029"/>
                  <a:pt x="103033" y="183699"/>
                </a:cubicBezTo>
                <a:cubicBezTo>
                  <a:pt x="167329" y="86540"/>
                  <a:pt x="177926" y="71188"/>
                  <a:pt x="181184" y="71188"/>
                </a:cubicBezTo>
                <a:cubicBezTo>
                  <a:pt x="181274" y="71188"/>
                  <a:pt x="181358" y="71200"/>
                  <a:pt x="181439" y="71223"/>
                </a:cubicBezTo>
                <a:cubicBezTo>
                  <a:pt x="185789" y="72431"/>
                  <a:pt x="195671" y="85729"/>
                  <a:pt x="199043" y="94898"/>
                </a:cubicBezTo>
                <a:cubicBezTo>
                  <a:pt x="203844" y="108053"/>
                  <a:pt x="203859" y="123044"/>
                  <a:pt x="198919" y="140459"/>
                </a:cubicBezTo>
                <a:cubicBezTo>
                  <a:pt x="192123" y="165170"/>
                  <a:pt x="178560" y="184411"/>
                  <a:pt x="158228" y="198184"/>
                </a:cubicBezTo>
                <a:cubicBezTo>
                  <a:pt x="150409" y="203682"/>
                  <a:pt x="147945" y="205720"/>
                  <a:pt x="150505" y="205720"/>
                </a:cubicBezTo>
                <a:cubicBezTo>
                  <a:pt x="151609" y="205720"/>
                  <a:pt x="153648" y="205341"/>
                  <a:pt x="156594" y="204697"/>
                </a:cubicBezTo>
                <a:cubicBezTo>
                  <a:pt x="171730" y="201723"/>
                  <a:pt x="198311" y="178708"/>
                  <a:pt x="211637" y="157291"/>
                </a:cubicBezTo>
                <a:cubicBezTo>
                  <a:pt x="224545" y="136601"/>
                  <a:pt x="226821" y="116546"/>
                  <a:pt x="221348" y="74919"/>
                </a:cubicBezTo>
                <a:cubicBezTo>
                  <a:pt x="217576" y="46851"/>
                  <a:pt x="217573" y="28063"/>
                  <a:pt x="221125" y="15540"/>
                </a:cubicBezTo>
                <a:cubicBezTo>
                  <a:pt x="223376" y="7604"/>
                  <a:pt x="222486" y="0"/>
                  <a:pt x="219869" y="0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 w="7382" cap="flat">
            <a:noFill/>
            <a:prstDash val="solid"/>
            <a:miter/>
          </a:ln>
        </p:spPr>
        <p:txBody>
          <a:bodyPr/>
          <a:lstStyle/>
          <a:p>
            <a:endParaRPr lang="en-AU"/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88BDB2A3-8982-A083-FC5A-1F3B93D06371}"/>
              </a:ext>
            </a:extLst>
          </p:cNvPr>
          <p:cNvSpPr/>
          <p:nvPr/>
        </p:nvSpPr>
        <p:spPr>
          <a:xfrm flipH="1">
            <a:off x="4235827" y="1872923"/>
            <a:ext cx="139717" cy="68368"/>
          </a:xfrm>
          <a:custGeom>
            <a:avLst/>
            <a:gdLst>
              <a:gd name="csX0" fmla="*/ 133137 w 139717"/>
              <a:gd name="csY0" fmla="*/ 0 h 68368"/>
              <a:gd name="csX1" fmla="*/ 126616 w 139717"/>
              <a:gd name="csY1" fmla="*/ 863 h 68368"/>
              <a:gd name="csX2" fmla="*/ 86306 w 139717"/>
              <a:gd name="csY2" fmla="*/ 7609 h 68368"/>
              <a:gd name="csX3" fmla="*/ 3 w 139717"/>
              <a:gd name="csY3" fmla="*/ 24591 h 68368"/>
              <a:gd name="csX4" fmla="*/ 1583 w 139717"/>
              <a:gd name="csY4" fmla="*/ 66404 h 68368"/>
              <a:gd name="csX5" fmla="*/ 2745 w 139717"/>
              <a:gd name="csY5" fmla="*/ 68369 h 68368"/>
              <a:gd name="csX6" fmla="*/ 6042 w 139717"/>
              <a:gd name="csY6" fmla="*/ 67220 h 68368"/>
              <a:gd name="csX7" fmla="*/ 37129 w 139717"/>
              <a:gd name="csY7" fmla="*/ 60656 h 68368"/>
              <a:gd name="csX8" fmla="*/ 60828 w 139717"/>
              <a:gd name="csY8" fmla="*/ 57559 h 68368"/>
              <a:gd name="csX9" fmla="*/ 66915 w 139717"/>
              <a:gd name="csY9" fmla="*/ 59430 h 68368"/>
              <a:gd name="csX10" fmla="*/ 70185 w 139717"/>
              <a:gd name="csY10" fmla="*/ 62034 h 68368"/>
              <a:gd name="csX11" fmla="*/ 74977 w 139717"/>
              <a:gd name="csY11" fmla="*/ 58080 h 68368"/>
              <a:gd name="csX12" fmla="*/ 105630 w 139717"/>
              <a:gd name="csY12" fmla="*/ 49284 h 68368"/>
              <a:gd name="csX13" fmla="*/ 133655 w 139717"/>
              <a:gd name="csY13" fmla="*/ 45001 h 68368"/>
              <a:gd name="csX14" fmla="*/ 137813 w 139717"/>
              <a:gd name="csY14" fmla="*/ 47879 h 68368"/>
              <a:gd name="csX15" fmla="*/ 138196 w 139717"/>
              <a:gd name="csY15" fmla="*/ 49409 h 68368"/>
              <a:gd name="csX16" fmla="*/ 138723 w 139717"/>
              <a:gd name="csY16" fmla="*/ 49187 h 68368"/>
              <a:gd name="csX17" fmla="*/ 137256 w 139717"/>
              <a:gd name="csY17" fmla="*/ 1708 h 68368"/>
              <a:gd name="csX18" fmla="*/ 133138 w 139717"/>
              <a:gd name="csY18" fmla="*/ 1 h 6836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139717" h="68368">
                <a:moveTo>
                  <a:pt x="133137" y="0"/>
                </a:moveTo>
                <a:cubicBezTo>
                  <a:pt x="131520" y="0"/>
                  <a:pt x="129393" y="295"/>
                  <a:pt x="126616" y="863"/>
                </a:cubicBezTo>
                <a:cubicBezTo>
                  <a:pt x="121599" y="2003"/>
                  <a:pt x="103474" y="4990"/>
                  <a:pt x="86306" y="7609"/>
                </a:cubicBezTo>
                <a:cubicBezTo>
                  <a:pt x="28148" y="16365"/>
                  <a:pt x="-320" y="21968"/>
                  <a:pt x="3" y="24591"/>
                </a:cubicBezTo>
                <a:cubicBezTo>
                  <a:pt x="41" y="26713"/>
                  <a:pt x="946" y="45330"/>
                  <a:pt x="1583" y="66404"/>
                </a:cubicBezTo>
                <a:cubicBezTo>
                  <a:pt x="1683" y="67733"/>
                  <a:pt x="1914" y="68369"/>
                  <a:pt x="2745" y="68369"/>
                </a:cubicBezTo>
                <a:cubicBezTo>
                  <a:pt x="3398" y="68369"/>
                  <a:pt x="4421" y="67977"/>
                  <a:pt x="6042" y="67220"/>
                </a:cubicBezTo>
                <a:cubicBezTo>
                  <a:pt x="8267" y="66149"/>
                  <a:pt x="22358" y="63097"/>
                  <a:pt x="37129" y="60656"/>
                </a:cubicBezTo>
                <a:cubicBezTo>
                  <a:pt x="49476" y="58564"/>
                  <a:pt x="56559" y="57559"/>
                  <a:pt x="60828" y="57559"/>
                </a:cubicBezTo>
                <a:cubicBezTo>
                  <a:pt x="64230" y="57559"/>
                  <a:pt x="65845" y="58197"/>
                  <a:pt x="66915" y="59430"/>
                </a:cubicBezTo>
                <a:cubicBezTo>
                  <a:pt x="68491" y="61128"/>
                  <a:pt x="69301" y="62034"/>
                  <a:pt x="70185" y="62034"/>
                </a:cubicBezTo>
                <a:cubicBezTo>
                  <a:pt x="71225" y="62034"/>
                  <a:pt x="72366" y="60779"/>
                  <a:pt x="74977" y="58080"/>
                </a:cubicBezTo>
                <a:cubicBezTo>
                  <a:pt x="76884" y="55866"/>
                  <a:pt x="89197" y="52319"/>
                  <a:pt x="105630" y="49284"/>
                </a:cubicBezTo>
                <a:cubicBezTo>
                  <a:pt x="120646" y="46377"/>
                  <a:pt x="129173" y="45001"/>
                  <a:pt x="133655" y="45001"/>
                </a:cubicBezTo>
                <a:cubicBezTo>
                  <a:pt x="137460" y="45001"/>
                  <a:pt x="138348" y="45993"/>
                  <a:pt x="137813" y="47879"/>
                </a:cubicBezTo>
                <a:cubicBezTo>
                  <a:pt x="137562" y="48764"/>
                  <a:pt x="137743" y="49409"/>
                  <a:pt x="138196" y="49409"/>
                </a:cubicBezTo>
                <a:cubicBezTo>
                  <a:pt x="138344" y="49409"/>
                  <a:pt x="138522" y="49340"/>
                  <a:pt x="138723" y="49187"/>
                </a:cubicBezTo>
                <a:cubicBezTo>
                  <a:pt x="140748" y="48062"/>
                  <a:pt x="139390" y="5466"/>
                  <a:pt x="137256" y="1708"/>
                </a:cubicBezTo>
                <a:cubicBezTo>
                  <a:pt x="136600" y="551"/>
                  <a:pt x="135345" y="1"/>
                  <a:pt x="133138" y="1"/>
                </a:cubicBezTo>
                <a:close/>
              </a:path>
            </a:pathLst>
          </a:custGeom>
          <a:solidFill>
            <a:schemeClr val="accent6">
              <a:lumMod val="75000"/>
            </a:schemeClr>
          </a:solidFill>
          <a:ln w="7382" cap="flat">
            <a:noFill/>
            <a:prstDash val="solid"/>
            <a:miter/>
          </a:ln>
        </p:spPr>
        <p:txBody>
          <a:bodyPr/>
          <a:lstStyle/>
          <a:p>
            <a:endParaRPr lang="en-AU"/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7D42C007-BDA2-559C-4260-D900E64E1CE0}"/>
              </a:ext>
            </a:extLst>
          </p:cNvPr>
          <p:cNvSpPr/>
          <p:nvPr/>
        </p:nvSpPr>
        <p:spPr>
          <a:xfrm flipH="1">
            <a:off x="3078667" y="2406054"/>
            <a:ext cx="123433" cy="195262"/>
          </a:xfrm>
          <a:custGeom>
            <a:avLst/>
            <a:gdLst>
              <a:gd name="csX0" fmla="*/ 84063 w 123433"/>
              <a:gd name="csY0" fmla="*/ 0 h 195262"/>
              <a:gd name="csX1" fmla="*/ 80889 w 123433"/>
              <a:gd name="csY1" fmla="*/ 14950 h 195262"/>
              <a:gd name="csX2" fmla="*/ 62416 w 123433"/>
              <a:gd name="csY2" fmla="*/ 129719 h 195262"/>
              <a:gd name="csX3" fmla="*/ 58219 w 123433"/>
              <a:gd name="csY3" fmla="*/ 149029 h 195262"/>
              <a:gd name="csX4" fmla="*/ 54624 w 123433"/>
              <a:gd name="csY4" fmla="*/ 150377 h 195262"/>
              <a:gd name="csX5" fmla="*/ 45324 w 123433"/>
              <a:gd name="csY5" fmla="*/ 148614 h 195262"/>
              <a:gd name="csX6" fmla="*/ 32736 w 123433"/>
              <a:gd name="csY6" fmla="*/ 146850 h 195262"/>
              <a:gd name="csX7" fmla="*/ 244 w 123433"/>
              <a:gd name="csY7" fmla="*/ 178945 h 195262"/>
              <a:gd name="csX8" fmla="*/ 8653 w 123433"/>
              <a:gd name="csY8" fmla="*/ 191413 h 195262"/>
              <a:gd name="csX9" fmla="*/ 22420 w 123433"/>
              <a:gd name="csY9" fmla="*/ 195263 h 195262"/>
              <a:gd name="csX10" fmla="*/ 47167 w 123433"/>
              <a:gd name="csY10" fmla="*/ 186489 h 195262"/>
              <a:gd name="csX11" fmla="*/ 61817 w 123433"/>
              <a:gd name="csY11" fmla="*/ 164171 h 195262"/>
              <a:gd name="csX12" fmla="*/ 67724 w 123433"/>
              <a:gd name="csY12" fmla="*/ 130559 h 195262"/>
              <a:gd name="csX13" fmla="*/ 72767 w 123433"/>
              <a:gd name="csY13" fmla="*/ 99241 h 195262"/>
              <a:gd name="csX14" fmla="*/ 75782 w 123433"/>
              <a:gd name="csY14" fmla="*/ 86358 h 195262"/>
              <a:gd name="csX15" fmla="*/ 82869 w 123433"/>
              <a:gd name="csY15" fmla="*/ 87693 h 195262"/>
              <a:gd name="csX16" fmla="*/ 110144 w 123433"/>
              <a:gd name="csY16" fmla="*/ 116377 h 195262"/>
              <a:gd name="csX17" fmla="*/ 111362 w 123433"/>
              <a:gd name="csY17" fmla="*/ 141413 h 195262"/>
              <a:gd name="csX18" fmla="*/ 106256 w 123433"/>
              <a:gd name="csY18" fmla="*/ 159416 h 195262"/>
              <a:gd name="csX19" fmla="*/ 104632 w 123433"/>
              <a:gd name="csY19" fmla="*/ 162583 h 195262"/>
              <a:gd name="csX20" fmla="*/ 107956 w 123433"/>
              <a:gd name="csY20" fmla="*/ 160944 h 195262"/>
              <a:gd name="csX21" fmla="*/ 121574 w 123433"/>
              <a:gd name="csY21" fmla="*/ 117443 h 195262"/>
              <a:gd name="csX22" fmla="*/ 121862 w 123433"/>
              <a:gd name="csY22" fmla="*/ 100635 h 195262"/>
              <a:gd name="csX23" fmla="*/ 119318 w 123433"/>
              <a:gd name="csY23" fmla="*/ 57711 h 195262"/>
              <a:gd name="csX24" fmla="*/ 104452 w 123433"/>
              <a:gd name="csY24" fmla="*/ 34161 h 195262"/>
              <a:gd name="csX25" fmla="*/ 88653 w 123433"/>
              <a:gd name="csY25" fmla="*/ 10142 h 195262"/>
              <a:gd name="csX26" fmla="*/ 84063 w 123433"/>
              <a:gd name="csY26" fmla="*/ 1 h 19526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</a:cxnLst>
            <a:rect l="l" t="t" r="r" b="b"/>
            <a:pathLst>
              <a:path w="123433" h="195262">
                <a:moveTo>
                  <a:pt x="84063" y="0"/>
                </a:moveTo>
                <a:lnTo>
                  <a:pt x="80889" y="14950"/>
                </a:lnTo>
                <a:cubicBezTo>
                  <a:pt x="75835" y="38033"/>
                  <a:pt x="69013" y="80890"/>
                  <a:pt x="62416" y="129719"/>
                </a:cubicBezTo>
                <a:cubicBezTo>
                  <a:pt x="61303" y="138909"/>
                  <a:pt x="59257" y="147629"/>
                  <a:pt x="58219" y="149029"/>
                </a:cubicBezTo>
                <a:cubicBezTo>
                  <a:pt x="57566" y="149929"/>
                  <a:pt x="56440" y="150377"/>
                  <a:pt x="54624" y="150377"/>
                </a:cubicBezTo>
                <a:cubicBezTo>
                  <a:pt x="52541" y="150377"/>
                  <a:pt x="49550" y="149787"/>
                  <a:pt x="45324" y="148614"/>
                </a:cubicBezTo>
                <a:cubicBezTo>
                  <a:pt x="41004" y="147414"/>
                  <a:pt x="36772" y="146850"/>
                  <a:pt x="32736" y="146850"/>
                </a:cubicBezTo>
                <a:cubicBezTo>
                  <a:pt x="12947" y="146850"/>
                  <a:pt x="-2117" y="160404"/>
                  <a:pt x="244" y="178945"/>
                </a:cubicBezTo>
                <a:cubicBezTo>
                  <a:pt x="865" y="185028"/>
                  <a:pt x="2683" y="187643"/>
                  <a:pt x="8653" y="191413"/>
                </a:cubicBezTo>
                <a:cubicBezTo>
                  <a:pt x="12762" y="193982"/>
                  <a:pt x="17405" y="195263"/>
                  <a:pt x="22420" y="195263"/>
                </a:cubicBezTo>
                <a:cubicBezTo>
                  <a:pt x="30008" y="195263"/>
                  <a:pt x="38446" y="192329"/>
                  <a:pt x="47167" y="186489"/>
                </a:cubicBezTo>
                <a:cubicBezTo>
                  <a:pt x="57741" y="179293"/>
                  <a:pt x="57995" y="179153"/>
                  <a:pt x="61817" y="164171"/>
                </a:cubicBezTo>
                <a:cubicBezTo>
                  <a:pt x="63951" y="155898"/>
                  <a:pt x="66785" y="140643"/>
                  <a:pt x="67724" y="130559"/>
                </a:cubicBezTo>
                <a:cubicBezTo>
                  <a:pt x="68918" y="120336"/>
                  <a:pt x="71165" y="106396"/>
                  <a:pt x="72767" y="99241"/>
                </a:cubicBezTo>
                <a:lnTo>
                  <a:pt x="75782" y="86358"/>
                </a:lnTo>
                <a:lnTo>
                  <a:pt x="82869" y="87693"/>
                </a:lnTo>
                <a:cubicBezTo>
                  <a:pt x="93318" y="89962"/>
                  <a:pt x="105848" y="102942"/>
                  <a:pt x="110144" y="116377"/>
                </a:cubicBezTo>
                <a:cubicBezTo>
                  <a:pt x="113034" y="124990"/>
                  <a:pt x="113172" y="130517"/>
                  <a:pt x="111362" y="141413"/>
                </a:cubicBezTo>
                <a:cubicBezTo>
                  <a:pt x="110044" y="149070"/>
                  <a:pt x="107713" y="157288"/>
                  <a:pt x="106256" y="159416"/>
                </a:cubicBezTo>
                <a:cubicBezTo>
                  <a:pt x="104793" y="161617"/>
                  <a:pt x="104152" y="162583"/>
                  <a:pt x="104632" y="162583"/>
                </a:cubicBezTo>
                <a:cubicBezTo>
                  <a:pt x="105008" y="162583"/>
                  <a:pt x="106068" y="161994"/>
                  <a:pt x="107956" y="160944"/>
                </a:cubicBezTo>
                <a:cubicBezTo>
                  <a:pt x="115498" y="156917"/>
                  <a:pt x="123194" y="132036"/>
                  <a:pt x="121574" y="117443"/>
                </a:cubicBezTo>
                <a:cubicBezTo>
                  <a:pt x="120811" y="111109"/>
                  <a:pt x="121029" y="103571"/>
                  <a:pt x="121862" y="100635"/>
                </a:cubicBezTo>
                <a:cubicBezTo>
                  <a:pt x="124803" y="90264"/>
                  <a:pt x="123425" y="67295"/>
                  <a:pt x="119318" y="57711"/>
                </a:cubicBezTo>
                <a:cubicBezTo>
                  <a:pt x="117177" y="52472"/>
                  <a:pt x="110413" y="41726"/>
                  <a:pt x="104452" y="34161"/>
                </a:cubicBezTo>
                <a:cubicBezTo>
                  <a:pt x="98492" y="26595"/>
                  <a:pt x="91332" y="15740"/>
                  <a:pt x="88653" y="10142"/>
                </a:cubicBezTo>
                <a:lnTo>
                  <a:pt x="84063" y="1"/>
                </a:lnTo>
                <a:close/>
              </a:path>
            </a:pathLst>
          </a:custGeom>
          <a:solidFill>
            <a:srgbClr val="000000"/>
          </a:solidFill>
          <a:ln w="7382" cap="flat">
            <a:noFill/>
            <a:prstDash val="solid"/>
            <a:miter/>
          </a:ln>
        </p:spPr>
        <p:txBody>
          <a:bodyPr/>
          <a:lstStyle/>
          <a:p>
            <a:endParaRPr lang="en-AU"/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0B2F2106-8B06-9A72-625C-A07B0B3DB47C}"/>
              </a:ext>
            </a:extLst>
          </p:cNvPr>
          <p:cNvSpPr/>
          <p:nvPr/>
        </p:nvSpPr>
        <p:spPr>
          <a:xfrm flipH="1">
            <a:off x="3430878" y="2283220"/>
            <a:ext cx="182809" cy="320627"/>
          </a:xfrm>
          <a:custGeom>
            <a:avLst/>
            <a:gdLst>
              <a:gd name="csX0" fmla="*/ 94688 w 182809"/>
              <a:gd name="csY0" fmla="*/ 2 h 320627"/>
              <a:gd name="csX1" fmla="*/ 92048 w 182809"/>
              <a:gd name="csY1" fmla="*/ 1224 h 320627"/>
              <a:gd name="csX2" fmla="*/ 90453 w 182809"/>
              <a:gd name="csY2" fmla="*/ 9858 h 320627"/>
              <a:gd name="csX3" fmla="*/ 89587 w 182809"/>
              <a:gd name="csY3" fmla="*/ 77588 h 320627"/>
              <a:gd name="csX4" fmla="*/ 88987 w 182809"/>
              <a:gd name="csY4" fmla="*/ 189510 h 320627"/>
              <a:gd name="csX5" fmla="*/ 88589 w 182809"/>
              <a:gd name="csY5" fmla="*/ 242806 h 320627"/>
              <a:gd name="csX6" fmla="*/ 86293 w 182809"/>
              <a:gd name="csY6" fmla="*/ 243622 h 320627"/>
              <a:gd name="csX7" fmla="*/ 76708 w 182809"/>
              <a:gd name="csY7" fmla="*/ 241827 h 320627"/>
              <a:gd name="csX8" fmla="*/ 59245 w 182809"/>
              <a:gd name="csY8" fmla="*/ 239202 h 320627"/>
              <a:gd name="csX9" fmla="*/ 28328 w 182809"/>
              <a:gd name="csY9" fmla="*/ 248443 h 320627"/>
              <a:gd name="csX10" fmla="*/ 1197 w 182809"/>
              <a:gd name="csY10" fmla="*/ 280171 h 320627"/>
              <a:gd name="csX11" fmla="*/ 26606 w 182809"/>
              <a:gd name="csY11" fmla="*/ 319947 h 320627"/>
              <a:gd name="csX12" fmla="*/ 34940 w 182809"/>
              <a:gd name="csY12" fmla="*/ 320628 h 320627"/>
              <a:gd name="csX13" fmla="*/ 82226 w 182809"/>
              <a:gd name="csY13" fmla="*/ 299086 h 320627"/>
              <a:gd name="csX14" fmla="*/ 97672 w 182809"/>
              <a:gd name="csY14" fmla="*/ 242372 h 320627"/>
              <a:gd name="csX15" fmla="*/ 97745 w 182809"/>
              <a:gd name="csY15" fmla="*/ 126292 h 320627"/>
              <a:gd name="csX16" fmla="*/ 100703 w 182809"/>
              <a:gd name="csY16" fmla="*/ 89540 h 320627"/>
              <a:gd name="csX17" fmla="*/ 102277 w 182809"/>
              <a:gd name="csY17" fmla="*/ 89330 h 320627"/>
              <a:gd name="csX18" fmla="*/ 135676 w 182809"/>
              <a:gd name="csY18" fmla="*/ 105375 h 320627"/>
              <a:gd name="csX19" fmla="*/ 165634 w 182809"/>
              <a:gd name="csY19" fmla="*/ 170478 h 320627"/>
              <a:gd name="csX20" fmla="*/ 160071 w 182809"/>
              <a:gd name="csY20" fmla="*/ 211151 h 320627"/>
              <a:gd name="csX21" fmla="*/ 152856 w 182809"/>
              <a:gd name="csY21" fmla="*/ 236589 h 320627"/>
              <a:gd name="csX22" fmla="*/ 159308 w 182809"/>
              <a:gd name="csY22" fmla="*/ 228882 h 320627"/>
              <a:gd name="csX23" fmla="*/ 181830 w 182809"/>
              <a:gd name="csY23" fmla="*/ 141202 h 320627"/>
              <a:gd name="csX24" fmla="*/ 146905 w 182809"/>
              <a:gd name="csY24" fmla="*/ 75563 h 320627"/>
              <a:gd name="csX25" fmla="*/ 126857 w 182809"/>
              <a:gd name="csY25" fmla="*/ 53741 h 320627"/>
              <a:gd name="csX26" fmla="*/ 102398 w 182809"/>
              <a:gd name="csY26" fmla="*/ 12118 h 320627"/>
              <a:gd name="csX27" fmla="*/ 94690 w 182809"/>
              <a:gd name="csY27" fmla="*/ 0 h 32062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</a:cxnLst>
            <a:rect l="l" t="t" r="r" b="b"/>
            <a:pathLst>
              <a:path w="182809" h="320627">
                <a:moveTo>
                  <a:pt x="94688" y="2"/>
                </a:moveTo>
                <a:cubicBezTo>
                  <a:pt x="93825" y="2"/>
                  <a:pt x="92946" y="409"/>
                  <a:pt x="92048" y="1224"/>
                </a:cubicBezTo>
                <a:cubicBezTo>
                  <a:pt x="90925" y="2179"/>
                  <a:pt x="90265" y="6006"/>
                  <a:pt x="90453" y="9858"/>
                </a:cubicBezTo>
                <a:cubicBezTo>
                  <a:pt x="90695" y="13514"/>
                  <a:pt x="90360" y="44028"/>
                  <a:pt x="89587" y="77588"/>
                </a:cubicBezTo>
                <a:cubicBezTo>
                  <a:pt x="89068" y="111007"/>
                  <a:pt x="88799" y="161594"/>
                  <a:pt x="88987" y="189510"/>
                </a:cubicBezTo>
                <a:cubicBezTo>
                  <a:pt x="89120" y="217622"/>
                  <a:pt x="88978" y="241436"/>
                  <a:pt x="88589" y="242806"/>
                </a:cubicBezTo>
                <a:cubicBezTo>
                  <a:pt x="88434" y="243353"/>
                  <a:pt x="87642" y="243622"/>
                  <a:pt x="86293" y="243622"/>
                </a:cubicBezTo>
                <a:cubicBezTo>
                  <a:pt x="84266" y="243622"/>
                  <a:pt x="80982" y="243014"/>
                  <a:pt x="76708" y="241827"/>
                </a:cubicBezTo>
                <a:cubicBezTo>
                  <a:pt x="70474" y="240096"/>
                  <a:pt x="64778" y="239202"/>
                  <a:pt x="59245" y="239202"/>
                </a:cubicBezTo>
                <a:cubicBezTo>
                  <a:pt x="49159" y="239202"/>
                  <a:pt x="39612" y="242172"/>
                  <a:pt x="28328" y="248443"/>
                </a:cubicBezTo>
                <a:cubicBezTo>
                  <a:pt x="11868" y="257593"/>
                  <a:pt x="5471" y="265104"/>
                  <a:pt x="1197" y="280171"/>
                </a:cubicBezTo>
                <a:cubicBezTo>
                  <a:pt x="-3790" y="299261"/>
                  <a:pt x="7211" y="316882"/>
                  <a:pt x="26606" y="319947"/>
                </a:cubicBezTo>
                <a:cubicBezTo>
                  <a:pt x="29340" y="320405"/>
                  <a:pt x="32127" y="320628"/>
                  <a:pt x="34940" y="320628"/>
                </a:cubicBezTo>
                <a:cubicBezTo>
                  <a:pt x="51823" y="320628"/>
                  <a:pt x="69618" y="312594"/>
                  <a:pt x="82226" y="299086"/>
                </a:cubicBezTo>
                <a:cubicBezTo>
                  <a:pt x="94266" y="285965"/>
                  <a:pt x="97541" y="274420"/>
                  <a:pt x="97672" y="242372"/>
                </a:cubicBezTo>
                <a:cubicBezTo>
                  <a:pt x="98032" y="198988"/>
                  <a:pt x="98104" y="148345"/>
                  <a:pt x="97745" y="126292"/>
                </a:cubicBezTo>
                <a:cubicBezTo>
                  <a:pt x="97283" y="94078"/>
                  <a:pt x="97379" y="90728"/>
                  <a:pt x="100703" y="89540"/>
                </a:cubicBezTo>
                <a:cubicBezTo>
                  <a:pt x="101130" y="89398"/>
                  <a:pt x="101659" y="89330"/>
                  <a:pt x="102277" y="89330"/>
                </a:cubicBezTo>
                <a:cubicBezTo>
                  <a:pt x="109171" y="89330"/>
                  <a:pt x="127069" y="97754"/>
                  <a:pt x="135676" y="105375"/>
                </a:cubicBezTo>
                <a:cubicBezTo>
                  <a:pt x="152248" y="119898"/>
                  <a:pt x="162510" y="142380"/>
                  <a:pt x="165634" y="170478"/>
                </a:cubicBezTo>
                <a:cubicBezTo>
                  <a:pt x="167168" y="184625"/>
                  <a:pt x="166929" y="187726"/>
                  <a:pt x="160071" y="211151"/>
                </a:cubicBezTo>
                <a:lnTo>
                  <a:pt x="152856" y="236589"/>
                </a:lnTo>
                <a:lnTo>
                  <a:pt x="159308" y="228882"/>
                </a:lnTo>
                <a:cubicBezTo>
                  <a:pt x="175522" y="209321"/>
                  <a:pt x="186188" y="167954"/>
                  <a:pt x="181830" y="141202"/>
                </a:cubicBezTo>
                <a:cubicBezTo>
                  <a:pt x="178811" y="123265"/>
                  <a:pt x="162502" y="92771"/>
                  <a:pt x="146905" y="75563"/>
                </a:cubicBezTo>
                <a:cubicBezTo>
                  <a:pt x="140383" y="68474"/>
                  <a:pt x="131450" y="58605"/>
                  <a:pt x="126857" y="53741"/>
                </a:cubicBezTo>
                <a:cubicBezTo>
                  <a:pt x="115599" y="41537"/>
                  <a:pt x="106101" y="25389"/>
                  <a:pt x="102398" y="12118"/>
                </a:cubicBezTo>
                <a:cubicBezTo>
                  <a:pt x="99981" y="4068"/>
                  <a:pt x="97420" y="0"/>
                  <a:pt x="94690" y="0"/>
                </a:cubicBezTo>
                <a:close/>
              </a:path>
            </a:pathLst>
          </a:custGeom>
          <a:solidFill>
            <a:schemeClr val="accent5">
              <a:lumMod val="50000"/>
            </a:schemeClr>
          </a:solidFill>
          <a:ln w="7382" cap="flat">
            <a:noFill/>
            <a:prstDash val="solid"/>
            <a:miter/>
          </a:ln>
        </p:spPr>
        <p:txBody>
          <a:bodyPr/>
          <a:lstStyle/>
          <a:p>
            <a:endParaRPr lang="en-AU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ACAAC615-970E-27DC-5C09-4D858E6798C9}"/>
              </a:ext>
            </a:extLst>
          </p:cNvPr>
          <p:cNvSpPr/>
          <p:nvPr/>
        </p:nvSpPr>
        <p:spPr>
          <a:xfrm flipH="1">
            <a:off x="3669074" y="2419070"/>
            <a:ext cx="138170" cy="193375"/>
          </a:xfrm>
          <a:custGeom>
            <a:avLst/>
            <a:gdLst>
              <a:gd name="csX0" fmla="*/ 84596 w 138170"/>
              <a:gd name="csY0" fmla="*/ 1 h 193375"/>
              <a:gd name="csX1" fmla="*/ 76774 w 138170"/>
              <a:gd name="csY1" fmla="*/ 1530 h 193375"/>
              <a:gd name="csX2" fmla="*/ 65785 w 138170"/>
              <a:gd name="csY2" fmla="*/ 40274 h 193375"/>
              <a:gd name="csX3" fmla="*/ 86705 w 138170"/>
              <a:gd name="csY3" fmla="*/ 61282 h 193375"/>
              <a:gd name="csX4" fmla="*/ 93046 w 138170"/>
              <a:gd name="csY4" fmla="*/ 65998 h 193375"/>
              <a:gd name="csX5" fmla="*/ 55152 w 138170"/>
              <a:gd name="csY5" fmla="*/ 118377 h 193375"/>
              <a:gd name="csX6" fmla="*/ 283 w 138170"/>
              <a:gd name="csY6" fmla="*/ 190740 h 193375"/>
              <a:gd name="csX7" fmla="*/ 1138 w 138170"/>
              <a:gd name="csY7" fmla="*/ 193376 h 193375"/>
              <a:gd name="csX8" fmla="*/ 10718 w 138170"/>
              <a:gd name="csY8" fmla="*/ 190050 h 193375"/>
              <a:gd name="csX9" fmla="*/ 40705 w 138170"/>
              <a:gd name="csY9" fmla="*/ 183603 h 193375"/>
              <a:gd name="csX10" fmla="*/ 69314 w 138170"/>
              <a:gd name="csY10" fmla="*/ 178249 h 193375"/>
              <a:gd name="csX11" fmla="*/ 98085 w 138170"/>
              <a:gd name="csY11" fmla="*/ 153521 h 193375"/>
              <a:gd name="csX12" fmla="*/ 112856 w 138170"/>
              <a:gd name="csY12" fmla="*/ 139048 h 193375"/>
              <a:gd name="csX13" fmla="*/ 137219 w 138170"/>
              <a:gd name="csY13" fmla="*/ 106553 h 193375"/>
              <a:gd name="csX14" fmla="*/ 137072 w 138170"/>
              <a:gd name="csY14" fmla="*/ 98764 h 193375"/>
              <a:gd name="csX15" fmla="*/ 132609 w 138170"/>
              <a:gd name="csY15" fmla="*/ 104005 h 193375"/>
              <a:gd name="csX16" fmla="*/ 83454 w 138170"/>
              <a:gd name="csY16" fmla="*/ 134572 h 193375"/>
              <a:gd name="csX17" fmla="*/ 70878 w 138170"/>
              <a:gd name="csY17" fmla="*/ 132877 h 193375"/>
              <a:gd name="csX18" fmla="*/ 68740 w 138170"/>
              <a:gd name="csY18" fmla="*/ 110331 h 193375"/>
              <a:gd name="csX19" fmla="*/ 80631 w 138170"/>
              <a:gd name="csY19" fmla="*/ 95480 h 193375"/>
              <a:gd name="csX20" fmla="*/ 95745 w 138170"/>
              <a:gd name="csY20" fmla="*/ 76036 h 193375"/>
              <a:gd name="csX21" fmla="*/ 113818 w 138170"/>
              <a:gd name="csY21" fmla="*/ 31871 h 193375"/>
              <a:gd name="csX22" fmla="*/ 84596 w 138170"/>
              <a:gd name="csY22" fmla="*/ 0 h 19337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</a:cxnLst>
            <a:rect l="l" t="t" r="r" b="b"/>
            <a:pathLst>
              <a:path w="138170" h="193375">
                <a:moveTo>
                  <a:pt x="84596" y="1"/>
                </a:moveTo>
                <a:cubicBezTo>
                  <a:pt x="81993" y="1"/>
                  <a:pt x="79364" y="493"/>
                  <a:pt x="76774" y="1530"/>
                </a:cubicBezTo>
                <a:cubicBezTo>
                  <a:pt x="63259" y="7064"/>
                  <a:pt x="58875" y="22522"/>
                  <a:pt x="65785" y="40274"/>
                </a:cubicBezTo>
                <a:cubicBezTo>
                  <a:pt x="69126" y="48800"/>
                  <a:pt x="79585" y="59304"/>
                  <a:pt x="86705" y="61282"/>
                </a:cubicBezTo>
                <a:cubicBezTo>
                  <a:pt x="89474" y="62051"/>
                  <a:pt x="92304" y="64103"/>
                  <a:pt x="93046" y="65998"/>
                </a:cubicBezTo>
                <a:cubicBezTo>
                  <a:pt x="94927" y="69898"/>
                  <a:pt x="86209" y="81831"/>
                  <a:pt x="55152" y="118377"/>
                </a:cubicBezTo>
                <a:cubicBezTo>
                  <a:pt x="43648" y="131858"/>
                  <a:pt x="1005" y="188197"/>
                  <a:pt x="283" y="190740"/>
                </a:cubicBezTo>
                <a:cubicBezTo>
                  <a:pt x="-214" y="192494"/>
                  <a:pt x="-132" y="193376"/>
                  <a:pt x="1138" y="193376"/>
                </a:cubicBezTo>
                <a:cubicBezTo>
                  <a:pt x="2560" y="193376"/>
                  <a:pt x="5469" y="192271"/>
                  <a:pt x="10718" y="190050"/>
                </a:cubicBezTo>
                <a:cubicBezTo>
                  <a:pt x="15759" y="188072"/>
                  <a:pt x="29201" y="185052"/>
                  <a:pt x="40705" y="183603"/>
                </a:cubicBezTo>
                <a:cubicBezTo>
                  <a:pt x="52208" y="182154"/>
                  <a:pt x="65033" y="179805"/>
                  <a:pt x="69314" y="178249"/>
                </a:cubicBezTo>
                <a:cubicBezTo>
                  <a:pt x="78468" y="175304"/>
                  <a:pt x="92011" y="163657"/>
                  <a:pt x="98085" y="153521"/>
                </a:cubicBezTo>
                <a:cubicBezTo>
                  <a:pt x="100493" y="149547"/>
                  <a:pt x="107007" y="143124"/>
                  <a:pt x="112856" y="139048"/>
                </a:cubicBezTo>
                <a:cubicBezTo>
                  <a:pt x="124411" y="130647"/>
                  <a:pt x="134055" y="117706"/>
                  <a:pt x="137219" y="106553"/>
                </a:cubicBezTo>
                <a:cubicBezTo>
                  <a:pt x="138651" y="101504"/>
                  <a:pt x="138354" y="98764"/>
                  <a:pt x="137072" y="98764"/>
                </a:cubicBezTo>
                <a:cubicBezTo>
                  <a:pt x="136069" y="98764"/>
                  <a:pt x="134462" y="100442"/>
                  <a:pt x="132609" y="104005"/>
                </a:cubicBezTo>
                <a:cubicBezTo>
                  <a:pt x="122520" y="122886"/>
                  <a:pt x="102949" y="134572"/>
                  <a:pt x="83454" y="134572"/>
                </a:cubicBezTo>
                <a:cubicBezTo>
                  <a:pt x="79226" y="134572"/>
                  <a:pt x="75001" y="134023"/>
                  <a:pt x="70878" y="132877"/>
                </a:cubicBezTo>
                <a:cubicBezTo>
                  <a:pt x="55454" y="128594"/>
                  <a:pt x="55384" y="125830"/>
                  <a:pt x="68740" y="110331"/>
                </a:cubicBezTo>
                <a:cubicBezTo>
                  <a:pt x="75025" y="103210"/>
                  <a:pt x="80354" y="96457"/>
                  <a:pt x="80631" y="95480"/>
                </a:cubicBezTo>
                <a:cubicBezTo>
                  <a:pt x="81131" y="93718"/>
                  <a:pt x="82730" y="91841"/>
                  <a:pt x="95745" y="76036"/>
                </a:cubicBezTo>
                <a:cubicBezTo>
                  <a:pt x="112126" y="55888"/>
                  <a:pt x="116144" y="46238"/>
                  <a:pt x="113818" y="31871"/>
                </a:cubicBezTo>
                <a:cubicBezTo>
                  <a:pt x="110613" y="12961"/>
                  <a:pt x="97951" y="0"/>
                  <a:pt x="84596" y="0"/>
                </a:cubicBezTo>
                <a:close/>
              </a:path>
            </a:pathLst>
          </a:custGeom>
          <a:solidFill>
            <a:srgbClr val="000000"/>
          </a:solidFill>
          <a:ln w="7382" cap="flat">
            <a:noFill/>
            <a:prstDash val="solid"/>
            <a:miter/>
          </a:ln>
        </p:spPr>
        <p:txBody>
          <a:bodyPr/>
          <a:lstStyle/>
          <a:p>
            <a:endParaRPr lang="en-AU"/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9F3EC48F-ED01-9E0A-55A4-F4C4F2EA1EB7}"/>
              </a:ext>
            </a:extLst>
          </p:cNvPr>
          <p:cNvSpPr/>
          <p:nvPr/>
        </p:nvSpPr>
        <p:spPr>
          <a:xfrm flipH="1">
            <a:off x="2902118" y="2522140"/>
            <a:ext cx="140886" cy="121341"/>
          </a:xfrm>
          <a:custGeom>
            <a:avLst/>
            <a:gdLst>
              <a:gd name="csX0" fmla="*/ 73848 w 140886"/>
              <a:gd name="csY0" fmla="*/ 0 h 121341"/>
              <a:gd name="csX1" fmla="*/ 66676 w 140886"/>
              <a:gd name="csY1" fmla="*/ 4059 h 121341"/>
              <a:gd name="csX2" fmla="*/ 54552 w 140886"/>
              <a:gd name="csY2" fmla="*/ 47555 h 121341"/>
              <a:gd name="csX3" fmla="*/ 38131 w 140886"/>
              <a:gd name="csY3" fmla="*/ 87613 h 121341"/>
              <a:gd name="csX4" fmla="*/ 30107 w 140886"/>
              <a:gd name="csY4" fmla="*/ 86360 h 121341"/>
              <a:gd name="csX5" fmla="*/ 23164 w 140886"/>
              <a:gd name="csY5" fmla="*/ 85698 h 121341"/>
              <a:gd name="csX6" fmla="*/ 575 w 140886"/>
              <a:gd name="csY6" fmla="*/ 99478 h 121341"/>
              <a:gd name="csX7" fmla="*/ 17356 w 140886"/>
              <a:gd name="csY7" fmla="*/ 116411 h 121341"/>
              <a:gd name="csX8" fmla="*/ 37316 w 140886"/>
              <a:gd name="csY8" fmla="*/ 107572 h 121341"/>
              <a:gd name="csX9" fmla="*/ 49501 w 140886"/>
              <a:gd name="csY9" fmla="*/ 77393 h 121341"/>
              <a:gd name="csX10" fmla="*/ 58576 w 140886"/>
              <a:gd name="csY10" fmla="*/ 51416 h 121341"/>
              <a:gd name="csX11" fmla="*/ 66258 w 140886"/>
              <a:gd name="csY11" fmla="*/ 50787 h 121341"/>
              <a:gd name="csX12" fmla="*/ 88115 w 140886"/>
              <a:gd name="csY12" fmla="*/ 51809 h 121341"/>
              <a:gd name="csX13" fmla="*/ 117353 w 140886"/>
              <a:gd name="csY13" fmla="*/ 54020 h 121341"/>
              <a:gd name="csX14" fmla="*/ 122162 w 140886"/>
              <a:gd name="csY14" fmla="*/ 56622 h 121341"/>
              <a:gd name="csX15" fmla="*/ 119862 w 140886"/>
              <a:gd name="csY15" fmla="*/ 77514 h 121341"/>
              <a:gd name="csX16" fmla="*/ 114645 w 140886"/>
              <a:gd name="csY16" fmla="*/ 95908 h 121341"/>
              <a:gd name="csX17" fmla="*/ 106340 w 140886"/>
              <a:gd name="csY17" fmla="*/ 93601 h 121341"/>
              <a:gd name="csX18" fmla="*/ 95491 w 140886"/>
              <a:gd name="csY18" fmla="*/ 92153 h 121341"/>
              <a:gd name="csX19" fmla="*/ 72983 w 140886"/>
              <a:gd name="csY19" fmla="*/ 114945 h 121341"/>
              <a:gd name="csX20" fmla="*/ 85169 w 140886"/>
              <a:gd name="csY20" fmla="*/ 120862 h 121341"/>
              <a:gd name="csX21" fmla="*/ 90498 w 140886"/>
              <a:gd name="csY21" fmla="*/ 121341 h 121341"/>
              <a:gd name="csX22" fmla="*/ 109755 w 140886"/>
              <a:gd name="csY22" fmla="*/ 111647 h 121341"/>
              <a:gd name="csX23" fmla="*/ 126932 w 140886"/>
              <a:gd name="csY23" fmla="*/ 57102 h 121341"/>
              <a:gd name="csX24" fmla="*/ 140887 w 140886"/>
              <a:gd name="csY24" fmla="*/ 7150 h 121341"/>
              <a:gd name="csX25" fmla="*/ 136054 w 140886"/>
              <a:gd name="csY25" fmla="*/ 5385 h 121341"/>
              <a:gd name="csX26" fmla="*/ 107094 w 140886"/>
              <a:gd name="csY26" fmla="*/ 2196 h 121341"/>
              <a:gd name="csX27" fmla="*/ 76108 w 140886"/>
              <a:gd name="csY27" fmla="*/ 134 h 121341"/>
              <a:gd name="csX28" fmla="*/ 73848 w 140886"/>
              <a:gd name="csY28" fmla="*/ 0 h 12134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</a:cxnLst>
            <a:rect l="l" t="t" r="r" b="b"/>
            <a:pathLst>
              <a:path w="140886" h="121341">
                <a:moveTo>
                  <a:pt x="73848" y="0"/>
                </a:moveTo>
                <a:cubicBezTo>
                  <a:pt x="70352" y="0"/>
                  <a:pt x="68382" y="1184"/>
                  <a:pt x="66676" y="4059"/>
                </a:cubicBezTo>
                <a:cubicBezTo>
                  <a:pt x="65306" y="6634"/>
                  <a:pt x="59756" y="26202"/>
                  <a:pt x="54552" y="47555"/>
                </a:cubicBezTo>
                <a:cubicBezTo>
                  <a:pt x="46226" y="80963"/>
                  <a:pt x="44983" y="87613"/>
                  <a:pt x="38131" y="87613"/>
                </a:cubicBezTo>
                <a:cubicBezTo>
                  <a:pt x="36076" y="87613"/>
                  <a:pt x="33515" y="87014"/>
                  <a:pt x="30107" y="86360"/>
                </a:cubicBezTo>
                <a:cubicBezTo>
                  <a:pt x="27733" y="85913"/>
                  <a:pt x="25406" y="85698"/>
                  <a:pt x="23164" y="85698"/>
                </a:cubicBezTo>
                <a:cubicBezTo>
                  <a:pt x="12023" y="85698"/>
                  <a:pt x="2978" y="91007"/>
                  <a:pt x="575" y="99478"/>
                </a:cubicBezTo>
                <a:cubicBezTo>
                  <a:pt x="-2412" y="110009"/>
                  <a:pt x="6694" y="116411"/>
                  <a:pt x="17356" y="116411"/>
                </a:cubicBezTo>
                <a:cubicBezTo>
                  <a:pt x="24325" y="116411"/>
                  <a:pt x="31960" y="113677"/>
                  <a:pt x="37316" y="107572"/>
                </a:cubicBezTo>
                <a:cubicBezTo>
                  <a:pt x="41385" y="103002"/>
                  <a:pt x="44229" y="95982"/>
                  <a:pt x="49501" y="77393"/>
                </a:cubicBezTo>
                <a:cubicBezTo>
                  <a:pt x="53220" y="64282"/>
                  <a:pt x="57396" y="52566"/>
                  <a:pt x="58576" y="51416"/>
                </a:cubicBezTo>
                <a:cubicBezTo>
                  <a:pt x="59070" y="50996"/>
                  <a:pt x="61932" y="50787"/>
                  <a:pt x="66258" y="50787"/>
                </a:cubicBezTo>
                <a:cubicBezTo>
                  <a:pt x="71782" y="50787"/>
                  <a:pt x="79695" y="51129"/>
                  <a:pt x="88115" y="51809"/>
                </a:cubicBezTo>
                <a:cubicBezTo>
                  <a:pt x="103327" y="53079"/>
                  <a:pt x="116507" y="53996"/>
                  <a:pt x="117353" y="54020"/>
                </a:cubicBezTo>
                <a:cubicBezTo>
                  <a:pt x="118342" y="54294"/>
                  <a:pt x="120406" y="55290"/>
                  <a:pt x="122162" y="56622"/>
                </a:cubicBezTo>
                <a:cubicBezTo>
                  <a:pt x="124542" y="58760"/>
                  <a:pt x="124303" y="61860"/>
                  <a:pt x="119862" y="77514"/>
                </a:cubicBezTo>
                <a:lnTo>
                  <a:pt x="114645" y="95908"/>
                </a:lnTo>
                <a:lnTo>
                  <a:pt x="106340" y="93601"/>
                </a:lnTo>
                <a:cubicBezTo>
                  <a:pt x="102633" y="92607"/>
                  <a:pt x="98972" y="92153"/>
                  <a:pt x="95491" y="92153"/>
                </a:cubicBezTo>
                <a:cubicBezTo>
                  <a:pt x="78308" y="92153"/>
                  <a:pt x="65491" y="103209"/>
                  <a:pt x="72983" y="114945"/>
                </a:cubicBezTo>
                <a:cubicBezTo>
                  <a:pt x="75227" y="118311"/>
                  <a:pt x="78027" y="119723"/>
                  <a:pt x="85169" y="120862"/>
                </a:cubicBezTo>
                <a:cubicBezTo>
                  <a:pt x="86995" y="121183"/>
                  <a:pt x="88775" y="121341"/>
                  <a:pt x="90498" y="121341"/>
                </a:cubicBezTo>
                <a:cubicBezTo>
                  <a:pt x="98549" y="121341"/>
                  <a:pt x="105346" y="117900"/>
                  <a:pt x="109755" y="111647"/>
                </a:cubicBezTo>
                <a:cubicBezTo>
                  <a:pt x="111576" y="108987"/>
                  <a:pt x="119360" y="84552"/>
                  <a:pt x="126932" y="57102"/>
                </a:cubicBezTo>
                <a:lnTo>
                  <a:pt x="140887" y="7150"/>
                </a:lnTo>
                <a:lnTo>
                  <a:pt x="136054" y="5385"/>
                </a:lnTo>
                <a:cubicBezTo>
                  <a:pt x="133341" y="4421"/>
                  <a:pt x="120329" y="2917"/>
                  <a:pt x="107094" y="2196"/>
                </a:cubicBezTo>
                <a:cubicBezTo>
                  <a:pt x="93915" y="1281"/>
                  <a:pt x="79889" y="340"/>
                  <a:pt x="76108" y="134"/>
                </a:cubicBezTo>
                <a:cubicBezTo>
                  <a:pt x="75289" y="46"/>
                  <a:pt x="74539" y="0"/>
                  <a:pt x="73848" y="0"/>
                </a:cubicBezTo>
                <a:close/>
              </a:path>
            </a:pathLst>
          </a:custGeom>
          <a:solidFill>
            <a:srgbClr val="000000"/>
          </a:solidFill>
          <a:ln w="7382" cap="flat">
            <a:noFill/>
            <a:prstDash val="solid"/>
            <a:miter/>
          </a:ln>
        </p:spPr>
        <p:txBody>
          <a:bodyPr/>
          <a:lstStyle/>
          <a:p>
            <a:endParaRPr lang="en-AU"/>
          </a:p>
        </p:txBody>
      </p: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0840F895-97C3-79FE-70B9-B347B66AA971}"/>
              </a:ext>
            </a:extLst>
          </p:cNvPr>
          <p:cNvSpPr/>
          <p:nvPr/>
        </p:nvSpPr>
        <p:spPr>
          <a:xfrm flipH="1">
            <a:off x="2440666" y="2470783"/>
            <a:ext cx="242814" cy="177246"/>
          </a:xfrm>
          <a:custGeom>
            <a:avLst/>
            <a:gdLst>
              <a:gd name="csX0" fmla="*/ 226139 w 242814"/>
              <a:gd name="csY0" fmla="*/ 0 h 177246"/>
              <a:gd name="csX1" fmla="*/ 210658 w 242814"/>
              <a:gd name="csY1" fmla="*/ 501 h 177246"/>
              <a:gd name="csX2" fmla="*/ 167503 w 242814"/>
              <a:gd name="csY2" fmla="*/ 2235 h 177246"/>
              <a:gd name="csX3" fmla="*/ 73464 w 242814"/>
              <a:gd name="csY3" fmla="*/ 5881 h 177246"/>
              <a:gd name="csX4" fmla="*/ 49313 w 242814"/>
              <a:gd name="csY4" fmla="*/ 6915 h 177246"/>
              <a:gd name="csX5" fmla="*/ 47175 w 242814"/>
              <a:gd name="csY5" fmla="*/ 6812 h 177246"/>
              <a:gd name="csX6" fmla="*/ 46019 w 242814"/>
              <a:gd name="csY6" fmla="*/ 6632 h 177246"/>
              <a:gd name="csX7" fmla="*/ 42888 w 242814"/>
              <a:gd name="csY7" fmla="*/ 42984 h 177246"/>
              <a:gd name="csX8" fmla="*/ 45284 w 242814"/>
              <a:gd name="csY8" fmla="*/ 132308 h 177246"/>
              <a:gd name="csX9" fmla="*/ 39099 w 242814"/>
              <a:gd name="csY9" fmla="*/ 134545 h 177246"/>
              <a:gd name="csX10" fmla="*/ 38891 w 242814"/>
              <a:gd name="csY10" fmla="*/ 134543 h 177246"/>
              <a:gd name="csX11" fmla="*/ 36176 w 242814"/>
              <a:gd name="csY11" fmla="*/ 134462 h 177246"/>
              <a:gd name="csX12" fmla="*/ 6194 w 242814"/>
              <a:gd name="csY12" fmla="*/ 146782 h 177246"/>
              <a:gd name="csX13" fmla="*/ 377 w 242814"/>
              <a:gd name="csY13" fmla="*/ 163531 h 177246"/>
              <a:gd name="csX14" fmla="*/ 18469 w 242814"/>
              <a:gd name="csY14" fmla="*/ 177211 h 177246"/>
              <a:gd name="csX15" fmla="*/ 19561 w 242814"/>
              <a:gd name="csY15" fmla="*/ 177247 h 177246"/>
              <a:gd name="csX16" fmla="*/ 45953 w 242814"/>
              <a:gd name="csY16" fmla="*/ 160782 h 177246"/>
              <a:gd name="csX17" fmla="*/ 48119 w 242814"/>
              <a:gd name="csY17" fmla="*/ 87713 h 177246"/>
              <a:gd name="csX18" fmla="*/ 48793 w 242814"/>
              <a:gd name="csY18" fmla="*/ 74811 h 177246"/>
              <a:gd name="csX19" fmla="*/ 86136 w 242814"/>
              <a:gd name="csY19" fmla="*/ 67241 h 177246"/>
              <a:gd name="csX20" fmla="*/ 120209 w 242814"/>
              <a:gd name="csY20" fmla="*/ 65939 h 177246"/>
              <a:gd name="csX21" fmla="*/ 134674 w 242814"/>
              <a:gd name="csY21" fmla="*/ 65364 h 177246"/>
              <a:gd name="csX22" fmla="*/ 136766 w 242814"/>
              <a:gd name="csY22" fmla="*/ 65472 h 177246"/>
              <a:gd name="csX23" fmla="*/ 140549 w 242814"/>
              <a:gd name="csY23" fmla="*/ 89742 h 177246"/>
              <a:gd name="csX24" fmla="*/ 141329 w 242814"/>
              <a:gd name="csY24" fmla="*/ 105791 h 177246"/>
              <a:gd name="csX25" fmla="*/ 140230 w 242814"/>
              <a:gd name="csY25" fmla="*/ 129973 h 177246"/>
              <a:gd name="csX26" fmla="*/ 129542 w 242814"/>
              <a:gd name="csY26" fmla="*/ 130804 h 177246"/>
              <a:gd name="csX27" fmla="*/ 129403 w 242814"/>
              <a:gd name="csY27" fmla="*/ 130804 h 177246"/>
              <a:gd name="csX28" fmla="*/ 96797 w 242814"/>
              <a:gd name="csY28" fmla="*/ 156750 h 177246"/>
              <a:gd name="csX29" fmla="*/ 115353 w 242814"/>
              <a:gd name="csY29" fmla="*/ 174493 h 177246"/>
              <a:gd name="csX30" fmla="*/ 135943 w 242814"/>
              <a:gd name="csY30" fmla="*/ 166144 h 177246"/>
              <a:gd name="csX31" fmla="*/ 147196 w 242814"/>
              <a:gd name="csY31" fmla="*/ 135496 h 177246"/>
              <a:gd name="csX32" fmla="*/ 144284 w 242814"/>
              <a:gd name="csY32" fmla="*/ 86349 h 177246"/>
              <a:gd name="csX33" fmla="*/ 144950 w 242814"/>
              <a:gd name="csY33" fmla="*/ 71969 h 177246"/>
              <a:gd name="csX34" fmla="*/ 159248 w 242814"/>
              <a:gd name="csY34" fmla="*/ 65175 h 177246"/>
              <a:gd name="csX35" fmla="*/ 199104 w 242814"/>
              <a:gd name="csY35" fmla="*/ 63790 h 177246"/>
              <a:gd name="csX36" fmla="*/ 224599 w 242814"/>
              <a:gd name="csY36" fmla="*/ 63206 h 177246"/>
              <a:gd name="csX37" fmla="*/ 237556 w 242814"/>
              <a:gd name="csY37" fmla="*/ 69615 h 177246"/>
              <a:gd name="csX38" fmla="*/ 238289 w 242814"/>
              <a:gd name="csY38" fmla="*/ 87339 h 177246"/>
              <a:gd name="csX39" fmla="*/ 239236 w 242814"/>
              <a:gd name="csY39" fmla="*/ 102800 h 177246"/>
              <a:gd name="csX40" fmla="*/ 238460 w 242814"/>
              <a:gd name="csY40" fmla="*/ 117573 h 177246"/>
              <a:gd name="csX41" fmla="*/ 236649 w 242814"/>
              <a:gd name="csY41" fmla="*/ 128469 h 177246"/>
              <a:gd name="csX42" fmla="*/ 229339 w 242814"/>
              <a:gd name="csY42" fmla="*/ 127917 h 177246"/>
              <a:gd name="csX43" fmla="*/ 226810 w 242814"/>
              <a:gd name="csY43" fmla="*/ 127810 h 177246"/>
              <a:gd name="csX44" fmla="*/ 192522 w 242814"/>
              <a:gd name="csY44" fmla="*/ 151676 h 177246"/>
              <a:gd name="csX45" fmla="*/ 205920 w 242814"/>
              <a:gd name="csY45" fmla="*/ 169118 h 177246"/>
              <a:gd name="csX46" fmla="*/ 211918 w 242814"/>
              <a:gd name="csY46" fmla="*/ 169910 h 177246"/>
              <a:gd name="csX47" fmla="*/ 241201 w 242814"/>
              <a:gd name="csY47" fmla="*/ 148521 h 177246"/>
              <a:gd name="csX48" fmla="*/ 241809 w 242814"/>
              <a:gd name="csY48" fmla="*/ 86207 h 177246"/>
              <a:gd name="csX49" fmla="*/ 241000 w 242814"/>
              <a:gd name="csY49" fmla="*/ 52207 h 177246"/>
              <a:gd name="csX50" fmla="*/ 234126 w 242814"/>
              <a:gd name="csY50" fmla="*/ 480 h 177246"/>
              <a:gd name="csX51" fmla="*/ 226135 w 242814"/>
              <a:gd name="csY51" fmla="*/ 5 h 17724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</a:cxnLst>
            <a:rect l="l" t="t" r="r" b="b"/>
            <a:pathLst>
              <a:path w="242814" h="177246">
                <a:moveTo>
                  <a:pt x="226139" y="0"/>
                </a:moveTo>
                <a:cubicBezTo>
                  <a:pt x="221860" y="0"/>
                  <a:pt x="216337" y="165"/>
                  <a:pt x="210658" y="501"/>
                </a:cubicBezTo>
                <a:cubicBezTo>
                  <a:pt x="199376" y="1167"/>
                  <a:pt x="179971" y="1898"/>
                  <a:pt x="167503" y="2235"/>
                </a:cubicBezTo>
                <a:cubicBezTo>
                  <a:pt x="123922" y="3218"/>
                  <a:pt x="97436" y="4094"/>
                  <a:pt x="73464" y="5881"/>
                </a:cubicBezTo>
                <a:cubicBezTo>
                  <a:pt x="63066" y="6477"/>
                  <a:pt x="53506" y="6915"/>
                  <a:pt x="49313" y="6915"/>
                </a:cubicBezTo>
                <a:cubicBezTo>
                  <a:pt x="48172" y="6915"/>
                  <a:pt x="47429" y="6882"/>
                  <a:pt x="47175" y="6812"/>
                </a:cubicBezTo>
                <a:cubicBezTo>
                  <a:pt x="46759" y="6696"/>
                  <a:pt x="46374" y="6632"/>
                  <a:pt x="46019" y="6632"/>
                </a:cubicBezTo>
                <a:cubicBezTo>
                  <a:pt x="42328" y="6632"/>
                  <a:pt x="41874" y="13624"/>
                  <a:pt x="42888" y="42984"/>
                </a:cubicBezTo>
                <a:cubicBezTo>
                  <a:pt x="45644" y="112988"/>
                  <a:pt x="45950" y="129961"/>
                  <a:pt x="45284" y="132308"/>
                </a:cubicBezTo>
                <a:cubicBezTo>
                  <a:pt x="44904" y="133648"/>
                  <a:pt x="42200" y="134545"/>
                  <a:pt x="39099" y="134545"/>
                </a:cubicBezTo>
                <a:cubicBezTo>
                  <a:pt x="39030" y="134545"/>
                  <a:pt x="38960" y="134544"/>
                  <a:pt x="38891" y="134543"/>
                </a:cubicBezTo>
                <a:cubicBezTo>
                  <a:pt x="37982" y="134489"/>
                  <a:pt x="37077" y="134462"/>
                  <a:pt x="36176" y="134462"/>
                </a:cubicBezTo>
                <a:cubicBezTo>
                  <a:pt x="24600" y="134462"/>
                  <a:pt x="13775" y="138900"/>
                  <a:pt x="6194" y="146782"/>
                </a:cubicBezTo>
                <a:cubicBezTo>
                  <a:pt x="328" y="153174"/>
                  <a:pt x="-702" y="156054"/>
                  <a:pt x="377" y="163531"/>
                </a:cubicBezTo>
                <a:cubicBezTo>
                  <a:pt x="1567" y="170616"/>
                  <a:pt x="8929" y="176249"/>
                  <a:pt x="18469" y="177211"/>
                </a:cubicBezTo>
                <a:cubicBezTo>
                  <a:pt x="18828" y="177235"/>
                  <a:pt x="19193" y="177247"/>
                  <a:pt x="19561" y="177247"/>
                </a:cubicBezTo>
                <a:cubicBezTo>
                  <a:pt x="28422" y="177247"/>
                  <a:pt x="39742" y="170404"/>
                  <a:pt x="45953" y="160782"/>
                </a:cubicBezTo>
                <a:cubicBezTo>
                  <a:pt x="50546" y="153614"/>
                  <a:pt x="50678" y="145627"/>
                  <a:pt x="48119" y="87713"/>
                </a:cubicBezTo>
                <a:cubicBezTo>
                  <a:pt x="47815" y="82773"/>
                  <a:pt x="48182" y="76965"/>
                  <a:pt x="48793" y="74811"/>
                </a:cubicBezTo>
                <a:cubicBezTo>
                  <a:pt x="50180" y="69919"/>
                  <a:pt x="60552" y="67945"/>
                  <a:pt x="86136" y="67241"/>
                </a:cubicBezTo>
                <a:cubicBezTo>
                  <a:pt x="96856" y="67051"/>
                  <a:pt x="112172" y="66451"/>
                  <a:pt x="120209" y="65939"/>
                </a:cubicBezTo>
                <a:cubicBezTo>
                  <a:pt x="126213" y="65606"/>
                  <a:pt x="131738" y="65364"/>
                  <a:pt x="134674" y="65364"/>
                </a:cubicBezTo>
                <a:cubicBezTo>
                  <a:pt x="135765" y="65364"/>
                  <a:pt x="136499" y="65397"/>
                  <a:pt x="136766" y="65472"/>
                </a:cubicBezTo>
                <a:cubicBezTo>
                  <a:pt x="139139" y="66130"/>
                  <a:pt x="140943" y="77819"/>
                  <a:pt x="140549" y="89742"/>
                </a:cubicBezTo>
                <a:cubicBezTo>
                  <a:pt x="140545" y="95018"/>
                  <a:pt x="140889" y="102080"/>
                  <a:pt x="141329" y="105791"/>
                </a:cubicBezTo>
                <a:cubicBezTo>
                  <a:pt x="142929" y="115945"/>
                  <a:pt x="142201" y="129041"/>
                  <a:pt x="140230" y="129973"/>
                </a:cubicBezTo>
                <a:cubicBezTo>
                  <a:pt x="139274" y="130340"/>
                  <a:pt x="134479" y="130697"/>
                  <a:pt x="129542" y="130804"/>
                </a:cubicBezTo>
                <a:cubicBezTo>
                  <a:pt x="129496" y="130804"/>
                  <a:pt x="129449" y="130804"/>
                  <a:pt x="129403" y="130804"/>
                </a:cubicBezTo>
                <a:cubicBezTo>
                  <a:pt x="111782" y="130804"/>
                  <a:pt x="98274" y="141791"/>
                  <a:pt x="96797" y="156750"/>
                </a:cubicBezTo>
                <a:cubicBezTo>
                  <a:pt x="95832" y="167973"/>
                  <a:pt x="104661" y="174493"/>
                  <a:pt x="115353" y="174493"/>
                </a:cubicBezTo>
                <a:cubicBezTo>
                  <a:pt x="122142" y="174493"/>
                  <a:pt x="129682" y="171865"/>
                  <a:pt x="135943" y="166144"/>
                </a:cubicBezTo>
                <a:cubicBezTo>
                  <a:pt x="145156" y="157726"/>
                  <a:pt x="147717" y="150205"/>
                  <a:pt x="147196" y="135496"/>
                </a:cubicBezTo>
                <a:cubicBezTo>
                  <a:pt x="146387" y="113529"/>
                  <a:pt x="145141" y="94608"/>
                  <a:pt x="144284" y="86349"/>
                </a:cubicBezTo>
                <a:cubicBezTo>
                  <a:pt x="143812" y="81996"/>
                  <a:pt x="144149" y="75545"/>
                  <a:pt x="144950" y="71969"/>
                </a:cubicBezTo>
                <a:cubicBezTo>
                  <a:pt x="146275" y="65792"/>
                  <a:pt x="146781" y="65511"/>
                  <a:pt x="159248" y="65175"/>
                </a:cubicBezTo>
                <a:cubicBezTo>
                  <a:pt x="166385" y="64834"/>
                  <a:pt x="184240" y="64305"/>
                  <a:pt x="199104" y="63790"/>
                </a:cubicBezTo>
                <a:cubicBezTo>
                  <a:pt x="210892" y="63459"/>
                  <a:pt x="219002" y="63206"/>
                  <a:pt x="224599" y="63206"/>
                </a:cubicBezTo>
                <a:cubicBezTo>
                  <a:pt x="237688" y="63206"/>
                  <a:pt x="237038" y="64591"/>
                  <a:pt x="237556" y="69615"/>
                </a:cubicBezTo>
                <a:cubicBezTo>
                  <a:pt x="237910" y="72879"/>
                  <a:pt x="238174" y="80973"/>
                  <a:pt x="238289" y="87339"/>
                </a:cubicBezTo>
                <a:cubicBezTo>
                  <a:pt x="238404" y="93704"/>
                  <a:pt x="238747" y="100765"/>
                  <a:pt x="239236" y="102800"/>
                </a:cubicBezTo>
                <a:cubicBezTo>
                  <a:pt x="239868" y="105087"/>
                  <a:pt x="239476" y="111733"/>
                  <a:pt x="238460" y="117573"/>
                </a:cubicBezTo>
                <a:lnTo>
                  <a:pt x="236649" y="128469"/>
                </a:lnTo>
                <a:lnTo>
                  <a:pt x="229339" y="127917"/>
                </a:lnTo>
                <a:cubicBezTo>
                  <a:pt x="228505" y="127845"/>
                  <a:pt x="227661" y="127810"/>
                  <a:pt x="226810" y="127810"/>
                </a:cubicBezTo>
                <a:cubicBezTo>
                  <a:pt x="210902" y="127810"/>
                  <a:pt x="192815" y="139935"/>
                  <a:pt x="192522" y="151676"/>
                </a:cubicBezTo>
                <a:cubicBezTo>
                  <a:pt x="192218" y="158769"/>
                  <a:pt x="198802" y="167141"/>
                  <a:pt x="205920" y="169118"/>
                </a:cubicBezTo>
                <a:cubicBezTo>
                  <a:pt x="207856" y="169656"/>
                  <a:pt x="209872" y="169910"/>
                  <a:pt x="211918" y="169910"/>
                </a:cubicBezTo>
                <a:cubicBezTo>
                  <a:pt x="224295" y="169910"/>
                  <a:pt x="237772" y="160611"/>
                  <a:pt x="241201" y="148521"/>
                </a:cubicBezTo>
                <a:cubicBezTo>
                  <a:pt x="243143" y="141672"/>
                  <a:pt x="243316" y="118501"/>
                  <a:pt x="241809" y="86207"/>
                </a:cubicBezTo>
                <a:cubicBezTo>
                  <a:pt x="241497" y="79788"/>
                  <a:pt x="241143" y="64491"/>
                  <a:pt x="241000" y="52207"/>
                </a:cubicBezTo>
                <a:cubicBezTo>
                  <a:pt x="240208" y="15891"/>
                  <a:pt x="238366" y="2080"/>
                  <a:pt x="234126" y="480"/>
                </a:cubicBezTo>
                <a:cubicBezTo>
                  <a:pt x="233368" y="165"/>
                  <a:pt x="230357" y="5"/>
                  <a:pt x="226135" y="5"/>
                </a:cubicBezTo>
                <a:close/>
              </a:path>
            </a:pathLst>
          </a:custGeom>
          <a:solidFill>
            <a:srgbClr val="000000"/>
          </a:solidFill>
          <a:ln w="7382" cap="flat">
            <a:noFill/>
            <a:prstDash val="solid"/>
            <a:miter/>
          </a:ln>
        </p:spPr>
        <p:txBody>
          <a:bodyPr/>
          <a:lstStyle/>
          <a:p>
            <a:endParaRPr lang="en-AU"/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F3CBFE3D-52EF-3721-A4F7-9588091ADA02}"/>
              </a:ext>
            </a:extLst>
          </p:cNvPr>
          <p:cNvSpPr/>
          <p:nvPr/>
        </p:nvSpPr>
        <p:spPr>
          <a:xfrm flipH="1">
            <a:off x="1886582" y="2191270"/>
            <a:ext cx="296820" cy="457503"/>
          </a:xfrm>
          <a:custGeom>
            <a:avLst/>
            <a:gdLst>
              <a:gd name="csX0" fmla="*/ 202241 w 296820"/>
              <a:gd name="csY0" fmla="*/ 6 h 457503"/>
              <a:gd name="csX1" fmla="*/ 197855 w 296820"/>
              <a:gd name="csY1" fmla="*/ 1540 h 457503"/>
              <a:gd name="csX2" fmla="*/ 195691 w 296820"/>
              <a:gd name="csY2" fmla="*/ 9171 h 457503"/>
              <a:gd name="csX3" fmla="*/ 176773 w 296820"/>
              <a:gd name="csY3" fmla="*/ 125505 h 457503"/>
              <a:gd name="csX4" fmla="*/ 171372 w 296820"/>
              <a:gd name="csY4" fmla="*/ 158835 h 457503"/>
              <a:gd name="csX5" fmla="*/ 166367 w 296820"/>
              <a:gd name="csY5" fmla="*/ 192274 h 457503"/>
              <a:gd name="csX6" fmla="*/ 152823 w 296820"/>
              <a:gd name="csY6" fmla="*/ 281392 h 457503"/>
              <a:gd name="csX7" fmla="*/ 141873 w 296820"/>
              <a:gd name="csY7" fmla="*/ 346322 h 457503"/>
              <a:gd name="csX8" fmla="*/ 139819 w 296820"/>
              <a:gd name="csY8" fmla="*/ 353562 h 457503"/>
              <a:gd name="csX9" fmla="*/ 120576 w 296820"/>
              <a:gd name="csY9" fmla="*/ 346951 h 457503"/>
              <a:gd name="csX10" fmla="*/ 88225 w 296820"/>
              <a:gd name="csY10" fmla="*/ 340223 h 457503"/>
              <a:gd name="csX11" fmla="*/ 66136 w 296820"/>
              <a:gd name="csY11" fmla="*/ 342597 h 457503"/>
              <a:gd name="csX12" fmla="*/ 6185 w 296820"/>
              <a:gd name="csY12" fmla="*/ 432123 h 457503"/>
              <a:gd name="csX13" fmla="*/ 55143 w 296820"/>
              <a:gd name="csY13" fmla="*/ 457503 h 457503"/>
              <a:gd name="csX14" fmla="*/ 74174 w 296820"/>
              <a:gd name="csY14" fmla="*/ 455649 h 457503"/>
              <a:gd name="csX15" fmla="*/ 130424 w 296820"/>
              <a:gd name="csY15" fmla="*/ 425044 h 457503"/>
              <a:gd name="csX16" fmla="*/ 147216 w 296820"/>
              <a:gd name="csY16" fmla="*/ 390656 h 457503"/>
              <a:gd name="csX17" fmla="*/ 169526 w 296820"/>
              <a:gd name="csY17" fmla="*/ 263861 h 457503"/>
              <a:gd name="csX18" fmla="*/ 175919 w 296820"/>
              <a:gd name="csY18" fmla="*/ 225530 h 457503"/>
              <a:gd name="csX19" fmla="*/ 179390 w 296820"/>
              <a:gd name="csY19" fmla="*/ 202008 h 457503"/>
              <a:gd name="csX20" fmla="*/ 184328 w 296820"/>
              <a:gd name="csY20" fmla="*/ 198684 h 457503"/>
              <a:gd name="csX21" fmla="*/ 195157 w 296820"/>
              <a:gd name="csY21" fmla="*/ 201321 h 457503"/>
              <a:gd name="csX22" fmla="*/ 257665 w 296820"/>
              <a:gd name="csY22" fmla="*/ 259211 h 457503"/>
              <a:gd name="csX23" fmla="*/ 251729 w 296820"/>
              <a:gd name="csY23" fmla="*/ 376407 h 457503"/>
              <a:gd name="csX24" fmla="*/ 245978 w 296820"/>
              <a:gd name="csY24" fmla="*/ 389163 h 457503"/>
              <a:gd name="csX25" fmla="*/ 246077 w 296820"/>
              <a:gd name="csY25" fmla="*/ 389218 h 457503"/>
              <a:gd name="csX26" fmla="*/ 254446 w 296820"/>
              <a:gd name="csY26" fmla="*/ 384126 h 457503"/>
              <a:gd name="csX27" fmla="*/ 289712 w 296820"/>
              <a:gd name="csY27" fmla="*/ 259034 h 457503"/>
              <a:gd name="csX28" fmla="*/ 291737 w 296820"/>
              <a:gd name="csY28" fmla="*/ 221812 h 457503"/>
              <a:gd name="csX29" fmla="*/ 289650 w 296820"/>
              <a:gd name="csY29" fmla="*/ 144184 h 457503"/>
              <a:gd name="csX30" fmla="*/ 250183 w 296820"/>
              <a:gd name="csY30" fmla="*/ 78762 h 457503"/>
              <a:gd name="csX31" fmla="*/ 212231 w 296820"/>
              <a:gd name="csY31" fmla="*/ 11015 h 457503"/>
              <a:gd name="csX32" fmla="*/ 205213 w 296820"/>
              <a:gd name="csY32" fmla="*/ 412 h 457503"/>
              <a:gd name="csX33" fmla="*/ 202241 w 296820"/>
              <a:gd name="csY33" fmla="*/ 0 h 4575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</a:cxnLst>
            <a:rect l="l" t="t" r="r" b="b"/>
            <a:pathLst>
              <a:path w="296820" h="457503">
                <a:moveTo>
                  <a:pt x="202241" y="6"/>
                </a:moveTo>
                <a:cubicBezTo>
                  <a:pt x="200243" y="6"/>
                  <a:pt x="198559" y="588"/>
                  <a:pt x="197855" y="1540"/>
                </a:cubicBezTo>
                <a:cubicBezTo>
                  <a:pt x="196619" y="2886"/>
                  <a:pt x="195818" y="6463"/>
                  <a:pt x="195691" y="9171"/>
                </a:cubicBezTo>
                <a:cubicBezTo>
                  <a:pt x="195599" y="14000"/>
                  <a:pt x="184084" y="84684"/>
                  <a:pt x="176773" y="125505"/>
                </a:cubicBezTo>
                <a:cubicBezTo>
                  <a:pt x="174875" y="135955"/>
                  <a:pt x="172548" y="150929"/>
                  <a:pt x="171372" y="158835"/>
                </a:cubicBezTo>
                <a:cubicBezTo>
                  <a:pt x="170450" y="166601"/>
                  <a:pt x="168067" y="181771"/>
                  <a:pt x="166367" y="192274"/>
                </a:cubicBezTo>
                <a:cubicBezTo>
                  <a:pt x="162610" y="215295"/>
                  <a:pt x="157002" y="252367"/>
                  <a:pt x="152823" y="281392"/>
                </a:cubicBezTo>
                <a:cubicBezTo>
                  <a:pt x="148515" y="313126"/>
                  <a:pt x="144204" y="338104"/>
                  <a:pt x="141873" y="346322"/>
                </a:cubicBezTo>
                <a:lnTo>
                  <a:pt x="139819" y="353562"/>
                </a:lnTo>
                <a:lnTo>
                  <a:pt x="120576" y="346951"/>
                </a:lnTo>
                <a:cubicBezTo>
                  <a:pt x="107117" y="342307"/>
                  <a:pt x="98304" y="340223"/>
                  <a:pt x="88225" y="340223"/>
                </a:cubicBezTo>
                <a:cubicBezTo>
                  <a:pt x="81862" y="340223"/>
                  <a:pt x="74995" y="341054"/>
                  <a:pt x="66136" y="342597"/>
                </a:cubicBezTo>
                <a:cubicBezTo>
                  <a:pt x="17652" y="351083"/>
                  <a:pt x="-14006" y="398019"/>
                  <a:pt x="6185" y="432123"/>
                </a:cubicBezTo>
                <a:cubicBezTo>
                  <a:pt x="15935" y="448835"/>
                  <a:pt x="32755" y="457503"/>
                  <a:pt x="55143" y="457503"/>
                </a:cubicBezTo>
                <a:cubicBezTo>
                  <a:pt x="61101" y="457503"/>
                  <a:pt x="67455" y="456890"/>
                  <a:pt x="74174" y="455649"/>
                </a:cubicBezTo>
                <a:cubicBezTo>
                  <a:pt x="93060" y="452240"/>
                  <a:pt x="117061" y="439064"/>
                  <a:pt x="130424" y="425044"/>
                </a:cubicBezTo>
                <a:cubicBezTo>
                  <a:pt x="140501" y="414333"/>
                  <a:pt x="140865" y="413800"/>
                  <a:pt x="147216" y="390656"/>
                </a:cubicBezTo>
                <a:cubicBezTo>
                  <a:pt x="152734" y="370446"/>
                  <a:pt x="157514" y="343066"/>
                  <a:pt x="169526" y="263861"/>
                </a:cubicBezTo>
                <a:cubicBezTo>
                  <a:pt x="170980" y="254976"/>
                  <a:pt x="173775" y="237599"/>
                  <a:pt x="175919" y="225530"/>
                </a:cubicBezTo>
                <a:cubicBezTo>
                  <a:pt x="178118" y="213263"/>
                  <a:pt x="179619" y="202704"/>
                  <a:pt x="179390" y="202008"/>
                </a:cubicBezTo>
                <a:cubicBezTo>
                  <a:pt x="178764" y="199810"/>
                  <a:pt x="180920" y="198684"/>
                  <a:pt x="184328" y="198684"/>
                </a:cubicBezTo>
                <a:cubicBezTo>
                  <a:pt x="187318" y="198684"/>
                  <a:pt x="191273" y="199551"/>
                  <a:pt x="195157" y="201321"/>
                </a:cubicBezTo>
                <a:cubicBezTo>
                  <a:pt x="221336" y="212813"/>
                  <a:pt x="247687" y="237230"/>
                  <a:pt x="257665" y="259211"/>
                </a:cubicBezTo>
                <a:cubicBezTo>
                  <a:pt x="272573" y="291637"/>
                  <a:pt x="269962" y="342208"/>
                  <a:pt x="251729" y="376407"/>
                </a:cubicBezTo>
                <a:cubicBezTo>
                  <a:pt x="248348" y="383066"/>
                  <a:pt x="245694" y="388661"/>
                  <a:pt x="245978" y="389163"/>
                </a:cubicBezTo>
                <a:cubicBezTo>
                  <a:pt x="245986" y="389200"/>
                  <a:pt x="246019" y="389218"/>
                  <a:pt x="246077" y="389218"/>
                </a:cubicBezTo>
                <a:cubicBezTo>
                  <a:pt x="246712" y="389218"/>
                  <a:pt x="250296" y="387037"/>
                  <a:pt x="254446" y="384126"/>
                </a:cubicBezTo>
                <a:cubicBezTo>
                  <a:pt x="282590" y="363868"/>
                  <a:pt x="300374" y="300414"/>
                  <a:pt x="289712" y="259034"/>
                </a:cubicBezTo>
                <a:cubicBezTo>
                  <a:pt x="286295" y="246263"/>
                  <a:pt x="286399" y="244393"/>
                  <a:pt x="291737" y="221812"/>
                </a:cubicBezTo>
                <a:cubicBezTo>
                  <a:pt x="299011" y="190902"/>
                  <a:pt x="298618" y="173484"/>
                  <a:pt x="289650" y="144184"/>
                </a:cubicBezTo>
                <a:cubicBezTo>
                  <a:pt x="284519" y="126927"/>
                  <a:pt x="278236" y="116739"/>
                  <a:pt x="250183" y="78762"/>
                </a:cubicBezTo>
                <a:cubicBezTo>
                  <a:pt x="227555" y="47991"/>
                  <a:pt x="214381" y="24489"/>
                  <a:pt x="212231" y="11015"/>
                </a:cubicBezTo>
                <a:cubicBezTo>
                  <a:pt x="210898" y="3679"/>
                  <a:pt x="209761" y="1675"/>
                  <a:pt x="205213" y="412"/>
                </a:cubicBezTo>
                <a:cubicBezTo>
                  <a:pt x="204198" y="130"/>
                  <a:pt x="203185" y="0"/>
                  <a:pt x="202241" y="0"/>
                </a:cubicBezTo>
                <a:close/>
              </a:path>
            </a:pathLst>
          </a:custGeom>
          <a:solidFill>
            <a:srgbClr val="000000"/>
          </a:solidFill>
          <a:ln w="7382" cap="flat">
            <a:noFill/>
            <a:prstDash val="solid"/>
            <a:miter/>
          </a:ln>
        </p:spPr>
        <p:txBody>
          <a:bodyPr/>
          <a:lstStyle/>
          <a:p>
            <a:endParaRPr lang="en-AU"/>
          </a:p>
        </p:txBody>
      </p:sp>
      <p:sp>
        <p:nvSpPr>
          <p:cNvPr id="38" name="Freeform: Shape 37">
            <a:extLst>
              <a:ext uri="{FF2B5EF4-FFF2-40B4-BE49-F238E27FC236}">
                <a16:creationId xmlns:a16="http://schemas.microsoft.com/office/drawing/2014/main" id="{12E36BE8-C1E6-F5C0-DFE2-D625E29A3F67}"/>
              </a:ext>
            </a:extLst>
          </p:cNvPr>
          <p:cNvSpPr/>
          <p:nvPr/>
        </p:nvSpPr>
        <p:spPr>
          <a:xfrm flipH="1">
            <a:off x="1573066" y="2492675"/>
            <a:ext cx="104992" cy="300274"/>
          </a:xfrm>
          <a:custGeom>
            <a:avLst/>
            <a:gdLst>
              <a:gd name="csX0" fmla="*/ 68561 w 104992"/>
              <a:gd name="csY0" fmla="*/ 0 h 300274"/>
              <a:gd name="csX1" fmla="*/ 63052 w 104992"/>
              <a:gd name="csY1" fmla="*/ 1824 h 300274"/>
              <a:gd name="csX2" fmla="*/ 48428 w 104992"/>
              <a:gd name="csY2" fmla="*/ 23305 h 300274"/>
              <a:gd name="csX3" fmla="*/ 44641 w 104992"/>
              <a:gd name="csY3" fmla="*/ 69747 h 300274"/>
              <a:gd name="csX4" fmla="*/ 45585 w 104992"/>
              <a:gd name="csY4" fmla="*/ 90486 h 300274"/>
              <a:gd name="csX5" fmla="*/ 38928 w 104992"/>
              <a:gd name="csY5" fmla="*/ 96659 h 300274"/>
              <a:gd name="csX6" fmla="*/ 2765 w 104992"/>
              <a:gd name="csY6" fmla="*/ 187304 h 300274"/>
              <a:gd name="csX7" fmla="*/ 57946 w 104992"/>
              <a:gd name="csY7" fmla="*/ 228894 h 300274"/>
              <a:gd name="csX8" fmla="*/ 60963 w 104992"/>
              <a:gd name="csY8" fmla="*/ 228800 h 300274"/>
              <a:gd name="csX9" fmla="*/ 63953 w 104992"/>
              <a:gd name="csY9" fmla="*/ 228709 h 300274"/>
              <a:gd name="csX10" fmla="*/ 71548 w 104992"/>
              <a:gd name="csY10" fmla="*/ 229840 h 300274"/>
              <a:gd name="csX11" fmla="*/ 75362 w 104992"/>
              <a:gd name="csY11" fmla="*/ 278816 h 300274"/>
              <a:gd name="csX12" fmla="*/ 63636 w 104992"/>
              <a:gd name="csY12" fmla="*/ 293080 h 300274"/>
              <a:gd name="csX13" fmla="*/ 51809 w 104992"/>
              <a:gd name="csY13" fmla="*/ 296464 h 300274"/>
              <a:gd name="csX14" fmla="*/ 48303 w 104992"/>
              <a:gd name="csY14" fmla="*/ 295999 h 300274"/>
              <a:gd name="csX15" fmla="*/ 48934 w 104992"/>
              <a:gd name="csY15" fmla="*/ 286253 h 300274"/>
              <a:gd name="csX16" fmla="*/ 54744 w 104992"/>
              <a:gd name="csY16" fmla="*/ 268024 h 300274"/>
              <a:gd name="csX17" fmla="*/ 40715 w 104992"/>
              <a:gd name="csY17" fmla="*/ 256482 h 300274"/>
              <a:gd name="csX18" fmla="*/ 28365 w 104992"/>
              <a:gd name="csY18" fmla="*/ 261753 h 300274"/>
              <a:gd name="csX19" fmla="*/ 25292 w 104992"/>
              <a:gd name="csY19" fmla="*/ 280109 h 300274"/>
              <a:gd name="csX20" fmla="*/ 46205 w 104992"/>
              <a:gd name="csY20" fmla="*/ 299638 h 300274"/>
              <a:gd name="csX21" fmla="*/ 51510 w 104992"/>
              <a:gd name="csY21" fmla="*/ 300274 h 300274"/>
              <a:gd name="csX22" fmla="*/ 74943 w 104992"/>
              <a:gd name="csY22" fmla="*/ 291576 h 300274"/>
              <a:gd name="csX23" fmla="*/ 79315 w 104992"/>
              <a:gd name="csY23" fmla="*/ 243817 h 300274"/>
              <a:gd name="csX24" fmla="*/ 77837 w 104992"/>
              <a:gd name="csY24" fmla="*/ 229475 h 300274"/>
              <a:gd name="csX25" fmla="*/ 88112 w 104992"/>
              <a:gd name="csY25" fmla="*/ 218819 h 300274"/>
              <a:gd name="csX26" fmla="*/ 98116 w 104992"/>
              <a:gd name="csY26" fmla="*/ 162493 h 300274"/>
              <a:gd name="csX27" fmla="*/ 70383 w 104992"/>
              <a:gd name="csY27" fmla="*/ 144447 h 300274"/>
              <a:gd name="csX28" fmla="*/ 58137 w 104992"/>
              <a:gd name="csY28" fmla="*/ 131968 h 300274"/>
              <a:gd name="csX29" fmla="*/ 63281 w 104992"/>
              <a:gd name="csY29" fmla="*/ 104055 h 300274"/>
              <a:gd name="csX30" fmla="*/ 87177 w 104992"/>
              <a:gd name="csY30" fmla="*/ 44622 h 300274"/>
              <a:gd name="csX31" fmla="*/ 68559 w 104992"/>
              <a:gd name="csY31" fmla="*/ 0 h 30027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</a:cxnLst>
            <a:rect l="l" t="t" r="r" b="b"/>
            <a:pathLst>
              <a:path w="104992" h="300274">
                <a:moveTo>
                  <a:pt x="68561" y="0"/>
                </a:moveTo>
                <a:cubicBezTo>
                  <a:pt x="66786" y="0"/>
                  <a:pt x="64941" y="594"/>
                  <a:pt x="63052" y="1824"/>
                </a:cubicBezTo>
                <a:cubicBezTo>
                  <a:pt x="55431" y="6885"/>
                  <a:pt x="51789" y="12206"/>
                  <a:pt x="48428" y="23305"/>
                </a:cubicBezTo>
                <a:cubicBezTo>
                  <a:pt x="44234" y="37338"/>
                  <a:pt x="43700" y="43734"/>
                  <a:pt x="44641" y="69747"/>
                </a:cubicBezTo>
                <a:lnTo>
                  <a:pt x="45585" y="90486"/>
                </a:lnTo>
                <a:lnTo>
                  <a:pt x="38928" y="96659"/>
                </a:lnTo>
                <a:cubicBezTo>
                  <a:pt x="6823" y="126370"/>
                  <a:pt x="-6196" y="159485"/>
                  <a:pt x="2765" y="187304"/>
                </a:cubicBezTo>
                <a:cubicBezTo>
                  <a:pt x="10673" y="211372"/>
                  <a:pt x="34183" y="228894"/>
                  <a:pt x="57946" y="228894"/>
                </a:cubicBezTo>
                <a:cubicBezTo>
                  <a:pt x="58951" y="228894"/>
                  <a:pt x="59957" y="228863"/>
                  <a:pt x="60963" y="228800"/>
                </a:cubicBezTo>
                <a:cubicBezTo>
                  <a:pt x="61980" y="228738"/>
                  <a:pt x="62987" y="228709"/>
                  <a:pt x="63953" y="228709"/>
                </a:cubicBezTo>
                <a:cubicBezTo>
                  <a:pt x="67734" y="228709"/>
                  <a:pt x="70892" y="229154"/>
                  <a:pt x="71548" y="229840"/>
                </a:cubicBezTo>
                <a:cubicBezTo>
                  <a:pt x="76141" y="234704"/>
                  <a:pt x="78660" y="266434"/>
                  <a:pt x="75362" y="278816"/>
                </a:cubicBezTo>
                <a:cubicBezTo>
                  <a:pt x="73117" y="287481"/>
                  <a:pt x="71883" y="288826"/>
                  <a:pt x="63636" y="293080"/>
                </a:cubicBezTo>
                <a:cubicBezTo>
                  <a:pt x="58946" y="295326"/>
                  <a:pt x="55140" y="296464"/>
                  <a:pt x="51809" y="296464"/>
                </a:cubicBezTo>
                <a:cubicBezTo>
                  <a:pt x="50583" y="296464"/>
                  <a:pt x="49421" y="296309"/>
                  <a:pt x="48303" y="295999"/>
                </a:cubicBezTo>
                <a:cubicBezTo>
                  <a:pt x="41382" y="294077"/>
                  <a:pt x="41455" y="291564"/>
                  <a:pt x="48934" y="286253"/>
                </a:cubicBezTo>
                <a:cubicBezTo>
                  <a:pt x="55654" y="281364"/>
                  <a:pt x="56986" y="276668"/>
                  <a:pt x="54744" y="268024"/>
                </a:cubicBezTo>
                <a:cubicBezTo>
                  <a:pt x="52722" y="260542"/>
                  <a:pt x="47055" y="256482"/>
                  <a:pt x="40715" y="256482"/>
                </a:cubicBezTo>
                <a:cubicBezTo>
                  <a:pt x="36612" y="256482"/>
                  <a:pt x="32228" y="258182"/>
                  <a:pt x="28365" y="261753"/>
                </a:cubicBezTo>
                <a:cubicBezTo>
                  <a:pt x="20584" y="268880"/>
                  <a:pt x="20307" y="269859"/>
                  <a:pt x="25292" y="280109"/>
                </a:cubicBezTo>
                <a:cubicBezTo>
                  <a:pt x="30705" y="291112"/>
                  <a:pt x="37108" y="297111"/>
                  <a:pt x="46205" y="299638"/>
                </a:cubicBezTo>
                <a:cubicBezTo>
                  <a:pt x="47769" y="300073"/>
                  <a:pt x="49575" y="300274"/>
                  <a:pt x="51510" y="300274"/>
                </a:cubicBezTo>
                <a:cubicBezTo>
                  <a:pt x="59845" y="300274"/>
                  <a:pt x="70592" y="296535"/>
                  <a:pt x="74943" y="291576"/>
                </a:cubicBezTo>
                <a:cubicBezTo>
                  <a:pt x="82265" y="283056"/>
                  <a:pt x="83850" y="266186"/>
                  <a:pt x="79315" y="243817"/>
                </a:cubicBezTo>
                <a:cubicBezTo>
                  <a:pt x="78101" y="237570"/>
                  <a:pt x="77392" y="231041"/>
                  <a:pt x="77837" y="229475"/>
                </a:cubicBezTo>
                <a:cubicBezTo>
                  <a:pt x="78280" y="227910"/>
                  <a:pt x="82857" y="223059"/>
                  <a:pt x="88112" y="218819"/>
                </a:cubicBezTo>
                <a:cubicBezTo>
                  <a:pt x="106096" y="203549"/>
                  <a:pt x="110169" y="181671"/>
                  <a:pt x="98116" y="162493"/>
                </a:cubicBezTo>
                <a:cubicBezTo>
                  <a:pt x="91066" y="151246"/>
                  <a:pt x="82946" y="146036"/>
                  <a:pt x="70383" y="144447"/>
                </a:cubicBezTo>
                <a:cubicBezTo>
                  <a:pt x="61293" y="143399"/>
                  <a:pt x="59934" y="142177"/>
                  <a:pt x="58137" y="131968"/>
                </a:cubicBezTo>
                <a:cubicBezTo>
                  <a:pt x="54983" y="115262"/>
                  <a:pt x="55284" y="113445"/>
                  <a:pt x="63281" y="104055"/>
                </a:cubicBezTo>
                <a:cubicBezTo>
                  <a:pt x="81996" y="82445"/>
                  <a:pt x="88493" y="66307"/>
                  <a:pt x="87177" y="44622"/>
                </a:cubicBezTo>
                <a:cubicBezTo>
                  <a:pt x="85621" y="17137"/>
                  <a:pt x="78097" y="0"/>
                  <a:pt x="68559" y="0"/>
                </a:cubicBezTo>
                <a:close/>
              </a:path>
            </a:pathLst>
          </a:custGeom>
          <a:solidFill>
            <a:srgbClr val="000000"/>
          </a:solidFill>
          <a:ln w="7382" cap="flat">
            <a:noFill/>
            <a:prstDash val="solid"/>
            <a:miter/>
          </a:ln>
        </p:spPr>
        <p:txBody>
          <a:bodyPr/>
          <a:lstStyle/>
          <a:p>
            <a:endParaRPr lang="en-AU"/>
          </a:p>
        </p:txBody>
      </p:sp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3A218EB6-D122-D6FE-67F5-454569EAD2CF}"/>
              </a:ext>
            </a:extLst>
          </p:cNvPr>
          <p:cNvSpPr/>
          <p:nvPr/>
        </p:nvSpPr>
        <p:spPr>
          <a:xfrm flipH="1">
            <a:off x="1744272" y="2650296"/>
            <a:ext cx="282882" cy="201644"/>
          </a:xfrm>
          <a:custGeom>
            <a:avLst/>
            <a:gdLst>
              <a:gd name="csX0" fmla="*/ 134365 w 282882"/>
              <a:gd name="csY0" fmla="*/ 1 h 201644"/>
              <a:gd name="csX1" fmla="*/ 114730 w 282882"/>
              <a:gd name="csY1" fmla="*/ 17081 h 201644"/>
              <a:gd name="csX2" fmla="*/ 50545 w 282882"/>
              <a:gd name="csY2" fmla="*/ 80074 h 201644"/>
              <a:gd name="csX3" fmla="*/ 50367 w 282882"/>
              <a:gd name="csY3" fmla="*/ 80052 h 201644"/>
              <a:gd name="csX4" fmla="*/ 42579 w 282882"/>
              <a:gd name="csY4" fmla="*/ 73667 h 201644"/>
              <a:gd name="csX5" fmla="*/ 27276 w 282882"/>
              <a:gd name="csY5" fmla="*/ 65195 h 201644"/>
              <a:gd name="csX6" fmla="*/ 18038 w 282882"/>
              <a:gd name="csY6" fmla="*/ 63463 h 201644"/>
              <a:gd name="csX7" fmla="*/ 9254 w 282882"/>
              <a:gd name="csY7" fmla="*/ 66311 h 201644"/>
              <a:gd name="csX8" fmla="*/ 26807 w 282882"/>
              <a:gd name="csY8" fmla="*/ 99405 h 201644"/>
              <a:gd name="csX9" fmla="*/ 28679 w 282882"/>
              <a:gd name="csY9" fmla="*/ 99360 h 201644"/>
              <a:gd name="csX10" fmla="*/ 60345 w 282882"/>
              <a:gd name="csY10" fmla="*/ 77970 h 201644"/>
              <a:gd name="csX11" fmla="*/ 76771 w 282882"/>
              <a:gd name="csY11" fmla="*/ 61422 h 201644"/>
              <a:gd name="csX12" fmla="*/ 91963 w 282882"/>
              <a:gd name="csY12" fmla="*/ 46222 h 201644"/>
              <a:gd name="csX13" fmla="*/ 107991 w 282882"/>
              <a:gd name="csY13" fmla="*/ 29565 h 201644"/>
              <a:gd name="csX14" fmla="*/ 119611 w 282882"/>
              <a:gd name="csY14" fmla="*/ 20776 h 201644"/>
              <a:gd name="csX15" fmla="*/ 134058 w 282882"/>
              <a:gd name="csY15" fmla="*/ 29416 h 201644"/>
              <a:gd name="csX16" fmla="*/ 160610 w 282882"/>
              <a:gd name="csY16" fmla="*/ 48612 h 201644"/>
              <a:gd name="csX17" fmla="*/ 185044 w 282882"/>
              <a:gd name="csY17" fmla="*/ 67008 h 201644"/>
              <a:gd name="csX18" fmla="*/ 162687 w 282882"/>
              <a:gd name="csY18" fmla="*/ 93940 h 201644"/>
              <a:gd name="csX19" fmla="*/ 151492 w 282882"/>
              <a:gd name="csY19" fmla="*/ 107085 h 201644"/>
              <a:gd name="csX20" fmla="*/ 149165 w 282882"/>
              <a:gd name="csY20" fmla="*/ 110027 h 201644"/>
              <a:gd name="csX21" fmla="*/ 149138 w 282882"/>
              <a:gd name="csY21" fmla="*/ 110026 h 201644"/>
              <a:gd name="csX22" fmla="*/ 138209 w 282882"/>
              <a:gd name="csY22" fmla="*/ 120071 h 201644"/>
              <a:gd name="csX23" fmla="*/ 126859 w 282882"/>
              <a:gd name="csY23" fmla="*/ 130006 h 201644"/>
              <a:gd name="csX24" fmla="*/ 126669 w 282882"/>
              <a:gd name="csY24" fmla="*/ 130023 h 201644"/>
              <a:gd name="csX25" fmla="*/ 117860 w 282882"/>
              <a:gd name="csY25" fmla="*/ 124130 h 201644"/>
              <a:gd name="csX26" fmla="*/ 100976 w 282882"/>
              <a:gd name="csY26" fmla="*/ 115218 h 201644"/>
              <a:gd name="csX27" fmla="*/ 92154 w 282882"/>
              <a:gd name="csY27" fmla="*/ 113625 h 201644"/>
              <a:gd name="csX28" fmla="*/ 82701 w 282882"/>
              <a:gd name="csY28" fmla="*/ 116476 h 201644"/>
              <a:gd name="csX29" fmla="*/ 74063 w 282882"/>
              <a:gd name="csY29" fmla="*/ 127375 h 201644"/>
              <a:gd name="csX30" fmla="*/ 77481 w 282882"/>
              <a:gd name="csY30" fmla="*/ 140144 h 201644"/>
              <a:gd name="csX31" fmla="*/ 92838 w 282882"/>
              <a:gd name="csY31" fmla="*/ 148421 h 201644"/>
              <a:gd name="csX32" fmla="*/ 102161 w 282882"/>
              <a:gd name="csY32" fmla="*/ 149477 h 201644"/>
              <a:gd name="csX33" fmla="*/ 131690 w 282882"/>
              <a:gd name="csY33" fmla="*/ 131771 h 201644"/>
              <a:gd name="csX34" fmla="*/ 183037 w 282882"/>
              <a:gd name="csY34" fmla="*/ 77849 h 201644"/>
              <a:gd name="csX35" fmla="*/ 190983 w 282882"/>
              <a:gd name="csY35" fmla="*/ 72420 h 201644"/>
              <a:gd name="csX36" fmla="*/ 219935 w 282882"/>
              <a:gd name="csY36" fmla="*/ 89153 h 201644"/>
              <a:gd name="csX37" fmla="*/ 251376 w 282882"/>
              <a:gd name="csY37" fmla="*/ 109917 h 201644"/>
              <a:gd name="csX38" fmla="*/ 258460 w 282882"/>
              <a:gd name="csY38" fmla="*/ 116529 h 201644"/>
              <a:gd name="csX39" fmla="*/ 251220 w 282882"/>
              <a:gd name="csY39" fmla="*/ 130771 h 201644"/>
              <a:gd name="csX40" fmla="*/ 238412 w 282882"/>
              <a:gd name="csY40" fmla="*/ 142836 h 201644"/>
              <a:gd name="csX41" fmla="*/ 233861 w 282882"/>
              <a:gd name="csY41" fmla="*/ 146849 h 201644"/>
              <a:gd name="csX42" fmla="*/ 198675 w 282882"/>
              <a:gd name="csY42" fmla="*/ 181405 h 201644"/>
              <a:gd name="csX43" fmla="*/ 198495 w 282882"/>
              <a:gd name="csY43" fmla="*/ 181426 h 201644"/>
              <a:gd name="csX44" fmla="*/ 188712 w 282882"/>
              <a:gd name="csY44" fmla="*/ 174416 h 201644"/>
              <a:gd name="csX45" fmla="*/ 169395 w 282882"/>
              <a:gd name="csY45" fmla="*/ 164846 h 201644"/>
              <a:gd name="csX46" fmla="*/ 164012 w 282882"/>
              <a:gd name="csY46" fmla="*/ 165234 h 201644"/>
              <a:gd name="csX47" fmla="*/ 148325 w 282882"/>
              <a:gd name="csY47" fmla="*/ 188951 h 201644"/>
              <a:gd name="csX48" fmla="*/ 164371 w 282882"/>
              <a:gd name="csY48" fmla="*/ 199318 h 201644"/>
              <a:gd name="csX49" fmla="*/ 177244 w 282882"/>
              <a:gd name="csY49" fmla="*/ 201644 h 201644"/>
              <a:gd name="csX50" fmla="*/ 183673 w 282882"/>
              <a:gd name="csY50" fmla="*/ 200457 h 201644"/>
              <a:gd name="csX51" fmla="*/ 210585 w 282882"/>
              <a:gd name="csY51" fmla="*/ 176268 h 201644"/>
              <a:gd name="csX52" fmla="*/ 239083 w 282882"/>
              <a:gd name="csY52" fmla="*/ 147243 h 201644"/>
              <a:gd name="csX53" fmla="*/ 265197 w 282882"/>
              <a:gd name="csY53" fmla="*/ 121355 h 201644"/>
              <a:gd name="csX54" fmla="*/ 282882 w 282882"/>
              <a:gd name="csY54" fmla="*/ 102625 h 201644"/>
              <a:gd name="csX55" fmla="*/ 273654 w 282882"/>
              <a:gd name="csY55" fmla="*/ 96051 h 201644"/>
              <a:gd name="csX56" fmla="*/ 259729 w 282882"/>
              <a:gd name="csY56" fmla="*/ 86484 h 201644"/>
              <a:gd name="csX57" fmla="*/ 200147 w 282882"/>
              <a:gd name="csY57" fmla="*/ 44605 h 201644"/>
              <a:gd name="csX58" fmla="*/ 134711 w 282882"/>
              <a:gd name="csY58" fmla="*/ 43 h 201644"/>
              <a:gd name="csX59" fmla="*/ 134368 w 282882"/>
              <a:gd name="csY59" fmla="*/ 0 h 20164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</a:cxnLst>
            <a:rect l="l" t="t" r="r" b="b"/>
            <a:pathLst>
              <a:path w="282882" h="201644">
                <a:moveTo>
                  <a:pt x="134365" y="1"/>
                </a:moveTo>
                <a:cubicBezTo>
                  <a:pt x="131880" y="1"/>
                  <a:pt x="125262" y="5735"/>
                  <a:pt x="114730" y="17081"/>
                </a:cubicBezTo>
                <a:cubicBezTo>
                  <a:pt x="80123" y="54793"/>
                  <a:pt x="54404" y="80074"/>
                  <a:pt x="50545" y="80074"/>
                </a:cubicBezTo>
                <a:cubicBezTo>
                  <a:pt x="50480" y="80074"/>
                  <a:pt x="50420" y="80067"/>
                  <a:pt x="50367" y="80052"/>
                </a:cubicBezTo>
                <a:cubicBezTo>
                  <a:pt x="48785" y="79613"/>
                  <a:pt x="45330" y="76753"/>
                  <a:pt x="42579" y="73667"/>
                </a:cubicBezTo>
                <a:cubicBezTo>
                  <a:pt x="39400" y="69830"/>
                  <a:pt x="34395" y="67173"/>
                  <a:pt x="27276" y="65195"/>
                </a:cubicBezTo>
                <a:cubicBezTo>
                  <a:pt x="23197" y="64063"/>
                  <a:pt x="20425" y="63463"/>
                  <a:pt x="18038" y="63463"/>
                </a:cubicBezTo>
                <a:cubicBezTo>
                  <a:pt x="15102" y="63463"/>
                  <a:pt x="12746" y="64371"/>
                  <a:pt x="9254" y="66311"/>
                </a:cubicBezTo>
                <a:cubicBezTo>
                  <a:pt x="-9759" y="76880"/>
                  <a:pt x="2719" y="99405"/>
                  <a:pt x="26807" y="99405"/>
                </a:cubicBezTo>
                <a:cubicBezTo>
                  <a:pt x="27424" y="99405"/>
                  <a:pt x="28048" y="99390"/>
                  <a:pt x="28679" y="99360"/>
                </a:cubicBezTo>
                <a:cubicBezTo>
                  <a:pt x="37508" y="99068"/>
                  <a:pt x="44172" y="94376"/>
                  <a:pt x="60345" y="77970"/>
                </a:cubicBezTo>
                <a:cubicBezTo>
                  <a:pt x="66353" y="71827"/>
                  <a:pt x="73793" y="64395"/>
                  <a:pt x="76771" y="61422"/>
                </a:cubicBezTo>
                <a:cubicBezTo>
                  <a:pt x="79747" y="58449"/>
                  <a:pt x="86570" y="51690"/>
                  <a:pt x="91963" y="46222"/>
                </a:cubicBezTo>
                <a:cubicBezTo>
                  <a:pt x="97550" y="40808"/>
                  <a:pt x="104596" y="33265"/>
                  <a:pt x="107991" y="29565"/>
                </a:cubicBezTo>
                <a:cubicBezTo>
                  <a:pt x="113186" y="23701"/>
                  <a:pt x="116151" y="20776"/>
                  <a:pt x="119611" y="20776"/>
                </a:cubicBezTo>
                <a:cubicBezTo>
                  <a:pt x="123048" y="20776"/>
                  <a:pt x="126974" y="23661"/>
                  <a:pt x="134058" y="29416"/>
                </a:cubicBezTo>
                <a:cubicBezTo>
                  <a:pt x="135956" y="30999"/>
                  <a:pt x="148015" y="39625"/>
                  <a:pt x="160610" y="48612"/>
                </a:cubicBezTo>
                <a:cubicBezTo>
                  <a:pt x="173460" y="57457"/>
                  <a:pt x="184334" y="65755"/>
                  <a:pt x="185044" y="67008"/>
                </a:cubicBezTo>
                <a:cubicBezTo>
                  <a:pt x="186522" y="69318"/>
                  <a:pt x="182651" y="73943"/>
                  <a:pt x="162687" y="93940"/>
                </a:cubicBezTo>
                <a:cubicBezTo>
                  <a:pt x="156987" y="99745"/>
                  <a:pt x="151881" y="105714"/>
                  <a:pt x="151492" y="107085"/>
                </a:cubicBezTo>
                <a:cubicBezTo>
                  <a:pt x="151104" y="108454"/>
                  <a:pt x="150066" y="109855"/>
                  <a:pt x="149165" y="110027"/>
                </a:cubicBezTo>
                <a:cubicBezTo>
                  <a:pt x="149156" y="110026"/>
                  <a:pt x="149147" y="110026"/>
                  <a:pt x="149138" y="110026"/>
                </a:cubicBezTo>
                <a:cubicBezTo>
                  <a:pt x="148041" y="110026"/>
                  <a:pt x="143359" y="114595"/>
                  <a:pt x="138209" y="120071"/>
                </a:cubicBezTo>
                <a:cubicBezTo>
                  <a:pt x="133270" y="125454"/>
                  <a:pt x="128156" y="129944"/>
                  <a:pt x="126859" y="130006"/>
                </a:cubicBezTo>
                <a:cubicBezTo>
                  <a:pt x="126800" y="130017"/>
                  <a:pt x="126737" y="130023"/>
                  <a:pt x="126669" y="130023"/>
                </a:cubicBezTo>
                <a:cubicBezTo>
                  <a:pt x="125168" y="130023"/>
                  <a:pt x="121438" y="127345"/>
                  <a:pt x="117860" y="124130"/>
                </a:cubicBezTo>
                <a:cubicBezTo>
                  <a:pt x="113781" y="120464"/>
                  <a:pt x="107303" y="116976"/>
                  <a:pt x="100976" y="115218"/>
                </a:cubicBezTo>
                <a:cubicBezTo>
                  <a:pt x="97197" y="114169"/>
                  <a:pt x="94522" y="113625"/>
                  <a:pt x="92154" y="113625"/>
                </a:cubicBezTo>
                <a:cubicBezTo>
                  <a:pt x="89070" y="113625"/>
                  <a:pt x="86506" y="114547"/>
                  <a:pt x="82701" y="116476"/>
                </a:cubicBezTo>
                <a:cubicBezTo>
                  <a:pt x="75721" y="120025"/>
                  <a:pt x="74431" y="121567"/>
                  <a:pt x="74063" y="127375"/>
                </a:cubicBezTo>
                <a:cubicBezTo>
                  <a:pt x="73713" y="130866"/>
                  <a:pt x="75236" y="136778"/>
                  <a:pt x="77481" y="140144"/>
                </a:cubicBezTo>
                <a:cubicBezTo>
                  <a:pt x="80919" y="145322"/>
                  <a:pt x="83124" y="146568"/>
                  <a:pt x="92838" y="148421"/>
                </a:cubicBezTo>
                <a:cubicBezTo>
                  <a:pt x="96283" y="149098"/>
                  <a:pt x="99331" y="149477"/>
                  <a:pt x="102161" y="149477"/>
                </a:cubicBezTo>
                <a:cubicBezTo>
                  <a:pt x="112112" y="149477"/>
                  <a:pt x="119364" y="144781"/>
                  <a:pt x="131690" y="131771"/>
                </a:cubicBezTo>
                <a:cubicBezTo>
                  <a:pt x="161084" y="101094"/>
                  <a:pt x="180202" y="81073"/>
                  <a:pt x="183037" y="77849"/>
                </a:cubicBezTo>
                <a:cubicBezTo>
                  <a:pt x="185930" y="74431"/>
                  <a:pt x="187933" y="72420"/>
                  <a:pt x="190983" y="72420"/>
                </a:cubicBezTo>
                <a:cubicBezTo>
                  <a:pt x="195709" y="72420"/>
                  <a:pt x="202953" y="77251"/>
                  <a:pt x="219935" y="89153"/>
                </a:cubicBezTo>
                <a:cubicBezTo>
                  <a:pt x="234540" y="99331"/>
                  <a:pt x="248520" y="108702"/>
                  <a:pt x="251376" y="109917"/>
                </a:cubicBezTo>
                <a:cubicBezTo>
                  <a:pt x="254175" y="111329"/>
                  <a:pt x="257377" y="114328"/>
                  <a:pt x="258460" y="116529"/>
                </a:cubicBezTo>
                <a:cubicBezTo>
                  <a:pt x="260340" y="120429"/>
                  <a:pt x="259754" y="121743"/>
                  <a:pt x="251220" y="130771"/>
                </a:cubicBezTo>
                <a:cubicBezTo>
                  <a:pt x="246082" y="136099"/>
                  <a:pt x="240240" y="141654"/>
                  <a:pt x="238412" y="142836"/>
                </a:cubicBezTo>
                <a:cubicBezTo>
                  <a:pt x="236584" y="144017"/>
                  <a:pt x="234534" y="145981"/>
                  <a:pt x="233861" y="146849"/>
                </a:cubicBezTo>
                <a:cubicBezTo>
                  <a:pt x="230441" y="151388"/>
                  <a:pt x="200535" y="180865"/>
                  <a:pt x="198675" y="181405"/>
                </a:cubicBezTo>
                <a:cubicBezTo>
                  <a:pt x="198622" y="181419"/>
                  <a:pt x="198562" y="181426"/>
                  <a:pt x="198495" y="181426"/>
                </a:cubicBezTo>
                <a:cubicBezTo>
                  <a:pt x="197112" y="181426"/>
                  <a:pt x="192875" y="178392"/>
                  <a:pt x="188712" y="174416"/>
                </a:cubicBezTo>
                <a:cubicBezTo>
                  <a:pt x="181350" y="167401"/>
                  <a:pt x="176520" y="164846"/>
                  <a:pt x="169395" y="164846"/>
                </a:cubicBezTo>
                <a:cubicBezTo>
                  <a:pt x="167744" y="164846"/>
                  <a:pt x="165970" y="164983"/>
                  <a:pt x="164012" y="165234"/>
                </a:cubicBezTo>
                <a:cubicBezTo>
                  <a:pt x="149660" y="166947"/>
                  <a:pt x="142738" y="177056"/>
                  <a:pt x="148325" y="188951"/>
                </a:cubicBezTo>
                <a:cubicBezTo>
                  <a:pt x="151289" y="195051"/>
                  <a:pt x="152704" y="196078"/>
                  <a:pt x="164371" y="199318"/>
                </a:cubicBezTo>
                <a:cubicBezTo>
                  <a:pt x="170059" y="200898"/>
                  <a:pt x="174006" y="201644"/>
                  <a:pt x="177244" y="201644"/>
                </a:cubicBezTo>
                <a:cubicBezTo>
                  <a:pt x="179635" y="201644"/>
                  <a:pt x="181639" y="201237"/>
                  <a:pt x="183673" y="200457"/>
                </a:cubicBezTo>
                <a:cubicBezTo>
                  <a:pt x="187249" y="199128"/>
                  <a:pt x="198964" y="188661"/>
                  <a:pt x="210585" y="176268"/>
                </a:cubicBezTo>
                <a:cubicBezTo>
                  <a:pt x="221897" y="164211"/>
                  <a:pt x="234730" y="151312"/>
                  <a:pt x="239083" y="147243"/>
                </a:cubicBezTo>
                <a:cubicBezTo>
                  <a:pt x="243634" y="143230"/>
                  <a:pt x="255429" y="131729"/>
                  <a:pt x="265197" y="121355"/>
                </a:cubicBezTo>
                <a:lnTo>
                  <a:pt x="282882" y="102625"/>
                </a:lnTo>
                <a:lnTo>
                  <a:pt x="273654" y="96051"/>
                </a:lnTo>
                <a:cubicBezTo>
                  <a:pt x="268531" y="92305"/>
                  <a:pt x="262276" y="88036"/>
                  <a:pt x="259729" y="86484"/>
                </a:cubicBezTo>
                <a:cubicBezTo>
                  <a:pt x="254835" y="83435"/>
                  <a:pt x="219623" y="58668"/>
                  <a:pt x="200147" y="44605"/>
                </a:cubicBezTo>
                <a:cubicBezTo>
                  <a:pt x="172179" y="24381"/>
                  <a:pt x="137875" y="923"/>
                  <a:pt x="134711" y="43"/>
                </a:cubicBezTo>
                <a:cubicBezTo>
                  <a:pt x="134607" y="14"/>
                  <a:pt x="134493" y="0"/>
                  <a:pt x="134368" y="0"/>
                </a:cubicBezTo>
                <a:close/>
              </a:path>
            </a:pathLst>
          </a:custGeom>
          <a:solidFill>
            <a:srgbClr val="000000"/>
          </a:solidFill>
          <a:ln w="7382" cap="flat">
            <a:noFill/>
            <a:prstDash val="solid"/>
            <a:miter/>
          </a:ln>
        </p:spPr>
        <p:txBody>
          <a:bodyPr/>
          <a:lstStyle/>
          <a:p>
            <a:endParaRPr lang="en-AU"/>
          </a:p>
        </p:txBody>
      </p:sp>
      <p:sp>
        <p:nvSpPr>
          <p:cNvPr id="40" name="Freeform: Shape 39">
            <a:extLst>
              <a:ext uri="{FF2B5EF4-FFF2-40B4-BE49-F238E27FC236}">
                <a16:creationId xmlns:a16="http://schemas.microsoft.com/office/drawing/2014/main" id="{0FDD0188-E6F4-7CE6-CCE7-859C7DA90DD4}"/>
              </a:ext>
            </a:extLst>
          </p:cNvPr>
          <p:cNvSpPr/>
          <p:nvPr/>
        </p:nvSpPr>
        <p:spPr>
          <a:xfrm flipH="1">
            <a:off x="3079966" y="2695856"/>
            <a:ext cx="129345" cy="199922"/>
          </a:xfrm>
          <a:custGeom>
            <a:avLst/>
            <a:gdLst>
              <a:gd name="csX0" fmla="*/ 89121 w 129345"/>
              <a:gd name="csY0" fmla="*/ 0 h 199922"/>
              <a:gd name="csX1" fmla="*/ 87128 w 129345"/>
              <a:gd name="csY1" fmla="*/ 928 h 199922"/>
              <a:gd name="csX2" fmla="*/ 73033 w 129345"/>
              <a:gd name="csY2" fmla="*/ 86727 h 199922"/>
              <a:gd name="csX3" fmla="*/ 63168 w 129345"/>
              <a:gd name="csY3" fmla="*/ 148579 h 199922"/>
              <a:gd name="csX4" fmla="*/ 58827 w 129345"/>
              <a:gd name="csY4" fmla="*/ 153164 h 199922"/>
              <a:gd name="csX5" fmla="*/ 47693 w 129345"/>
              <a:gd name="csY5" fmla="*/ 151247 h 199922"/>
              <a:gd name="csX6" fmla="*/ 34697 w 129345"/>
              <a:gd name="csY6" fmla="*/ 149442 h 199922"/>
              <a:gd name="csX7" fmla="*/ 24672 w 129345"/>
              <a:gd name="csY7" fmla="*/ 151187 h 199922"/>
              <a:gd name="csX8" fmla="*/ 656 w 129345"/>
              <a:gd name="csY8" fmla="*/ 173436 h 199922"/>
              <a:gd name="csX9" fmla="*/ 15023 w 129345"/>
              <a:gd name="csY9" fmla="*/ 198747 h 199922"/>
              <a:gd name="csX10" fmla="*/ 24301 w 129345"/>
              <a:gd name="csY10" fmla="*/ 199922 h 199922"/>
              <a:gd name="csX11" fmla="*/ 58153 w 129345"/>
              <a:gd name="csY11" fmla="*/ 185818 h 199922"/>
              <a:gd name="csX12" fmla="*/ 71229 w 129345"/>
              <a:gd name="csY12" fmla="*/ 135200 h 199922"/>
              <a:gd name="csX13" fmla="*/ 76915 w 129345"/>
              <a:gd name="csY13" fmla="*/ 102371 h 199922"/>
              <a:gd name="csX14" fmla="*/ 80280 w 129345"/>
              <a:gd name="csY14" fmla="*/ 85996 h 199922"/>
              <a:gd name="csX15" fmla="*/ 86212 w 129345"/>
              <a:gd name="csY15" fmla="*/ 87644 h 199922"/>
              <a:gd name="csX16" fmla="*/ 113479 w 129345"/>
              <a:gd name="csY16" fmla="*/ 114850 h 199922"/>
              <a:gd name="csX17" fmla="*/ 114267 w 129345"/>
              <a:gd name="csY17" fmla="*/ 156442 h 199922"/>
              <a:gd name="csX18" fmla="*/ 111357 w 129345"/>
              <a:gd name="csY18" fmla="*/ 167454 h 199922"/>
              <a:gd name="csX19" fmla="*/ 115933 w 129345"/>
              <a:gd name="csY19" fmla="*/ 162604 h 199922"/>
              <a:gd name="csX20" fmla="*/ 127252 w 129345"/>
              <a:gd name="csY20" fmla="*/ 115931 h 199922"/>
              <a:gd name="csX21" fmla="*/ 127920 w 129345"/>
              <a:gd name="csY21" fmla="*/ 96275 h 199922"/>
              <a:gd name="csX22" fmla="*/ 105820 w 129345"/>
              <a:gd name="csY22" fmla="*/ 28287 h 199922"/>
              <a:gd name="csX23" fmla="*/ 93050 w 129345"/>
              <a:gd name="csY23" fmla="*/ 6375 h 199922"/>
              <a:gd name="csX24" fmla="*/ 89121 w 129345"/>
              <a:gd name="csY24" fmla="*/ 2 h 19992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</a:cxnLst>
            <a:rect l="l" t="t" r="r" b="b"/>
            <a:pathLst>
              <a:path w="129345" h="199922">
                <a:moveTo>
                  <a:pt x="89121" y="0"/>
                </a:moveTo>
                <a:cubicBezTo>
                  <a:pt x="88499" y="0"/>
                  <a:pt x="87833" y="309"/>
                  <a:pt x="87128" y="928"/>
                </a:cubicBezTo>
                <a:cubicBezTo>
                  <a:pt x="85640" y="2415"/>
                  <a:pt x="84075" y="11691"/>
                  <a:pt x="73033" y="86727"/>
                </a:cubicBezTo>
                <a:cubicBezTo>
                  <a:pt x="68496" y="117764"/>
                  <a:pt x="64000" y="145645"/>
                  <a:pt x="63168" y="148579"/>
                </a:cubicBezTo>
                <a:cubicBezTo>
                  <a:pt x="62259" y="151786"/>
                  <a:pt x="61795" y="153164"/>
                  <a:pt x="58827" y="153164"/>
                </a:cubicBezTo>
                <a:cubicBezTo>
                  <a:pt x="56724" y="153164"/>
                  <a:pt x="53362" y="152472"/>
                  <a:pt x="47693" y="151247"/>
                </a:cubicBezTo>
                <a:cubicBezTo>
                  <a:pt x="42254" y="150060"/>
                  <a:pt x="38268" y="149442"/>
                  <a:pt x="34697" y="149442"/>
                </a:cubicBezTo>
                <a:cubicBezTo>
                  <a:pt x="31279" y="149442"/>
                  <a:pt x="28240" y="150009"/>
                  <a:pt x="24672" y="151187"/>
                </a:cubicBezTo>
                <a:cubicBezTo>
                  <a:pt x="15319" y="154077"/>
                  <a:pt x="2875" y="165608"/>
                  <a:pt x="656" y="173436"/>
                </a:cubicBezTo>
                <a:cubicBezTo>
                  <a:pt x="-2230" y="183611"/>
                  <a:pt x="4740" y="195890"/>
                  <a:pt x="15023" y="198747"/>
                </a:cubicBezTo>
                <a:cubicBezTo>
                  <a:pt x="17903" y="199547"/>
                  <a:pt x="21047" y="199922"/>
                  <a:pt x="24301" y="199922"/>
                </a:cubicBezTo>
                <a:cubicBezTo>
                  <a:pt x="36910" y="199922"/>
                  <a:pt x="51174" y="194282"/>
                  <a:pt x="58153" y="185818"/>
                </a:cubicBezTo>
                <a:cubicBezTo>
                  <a:pt x="63679" y="179120"/>
                  <a:pt x="65836" y="170008"/>
                  <a:pt x="71229" y="135200"/>
                </a:cubicBezTo>
                <a:cubicBezTo>
                  <a:pt x="72485" y="126260"/>
                  <a:pt x="75153" y="111592"/>
                  <a:pt x="76915" y="102371"/>
                </a:cubicBezTo>
                <a:lnTo>
                  <a:pt x="80280" y="85996"/>
                </a:lnTo>
                <a:lnTo>
                  <a:pt x="86212" y="87644"/>
                </a:lnTo>
                <a:cubicBezTo>
                  <a:pt x="95505" y="90226"/>
                  <a:pt x="109452" y="104231"/>
                  <a:pt x="113479" y="114850"/>
                </a:cubicBezTo>
                <a:cubicBezTo>
                  <a:pt x="118021" y="126665"/>
                  <a:pt x="118263" y="142353"/>
                  <a:pt x="114267" y="156442"/>
                </a:cubicBezTo>
                <a:lnTo>
                  <a:pt x="111357" y="167454"/>
                </a:lnTo>
                <a:lnTo>
                  <a:pt x="115933" y="162604"/>
                </a:lnTo>
                <a:cubicBezTo>
                  <a:pt x="122447" y="156180"/>
                  <a:pt x="129476" y="126892"/>
                  <a:pt x="127252" y="115931"/>
                </a:cubicBezTo>
                <a:cubicBezTo>
                  <a:pt x="126329" y="111664"/>
                  <a:pt x="126738" y="102700"/>
                  <a:pt x="127920" y="96275"/>
                </a:cubicBezTo>
                <a:cubicBezTo>
                  <a:pt x="132183" y="72972"/>
                  <a:pt x="127462" y="58784"/>
                  <a:pt x="105820" y="28287"/>
                </a:cubicBezTo>
                <a:cubicBezTo>
                  <a:pt x="99545" y="19578"/>
                  <a:pt x="93602" y="9694"/>
                  <a:pt x="93050" y="6375"/>
                </a:cubicBezTo>
                <a:cubicBezTo>
                  <a:pt x="92090" y="2133"/>
                  <a:pt x="90755" y="2"/>
                  <a:pt x="89121" y="2"/>
                </a:cubicBezTo>
                <a:close/>
              </a:path>
            </a:pathLst>
          </a:custGeom>
          <a:solidFill>
            <a:schemeClr val="accent3">
              <a:lumMod val="50000"/>
            </a:schemeClr>
          </a:solidFill>
          <a:ln w="7382" cap="flat">
            <a:noFill/>
            <a:prstDash val="solid"/>
            <a:miter/>
          </a:ln>
        </p:spPr>
        <p:txBody>
          <a:bodyPr/>
          <a:lstStyle/>
          <a:p>
            <a:endParaRPr lang="en-AU"/>
          </a:p>
        </p:txBody>
      </p:sp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02A1AEC5-5A38-A94E-CFA9-B7B04281A2B0}"/>
              </a:ext>
            </a:extLst>
          </p:cNvPr>
          <p:cNvSpPr/>
          <p:nvPr/>
        </p:nvSpPr>
        <p:spPr>
          <a:xfrm flipH="1">
            <a:off x="2227932" y="2799280"/>
            <a:ext cx="115603" cy="164098"/>
          </a:xfrm>
          <a:custGeom>
            <a:avLst/>
            <a:gdLst>
              <a:gd name="csX0" fmla="*/ 70711 w 115603"/>
              <a:gd name="csY0" fmla="*/ 0 h 164098"/>
              <a:gd name="csX1" fmla="*/ 69837 w 115603"/>
              <a:gd name="csY1" fmla="*/ 44 h 164098"/>
              <a:gd name="csX2" fmla="*/ 62199 w 115603"/>
              <a:gd name="csY2" fmla="*/ 43518 h 164098"/>
              <a:gd name="csX3" fmla="*/ 74345 w 115603"/>
              <a:gd name="csY3" fmla="*/ 52591 h 164098"/>
              <a:gd name="csX4" fmla="*/ 80371 w 115603"/>
              <a:gd name="csY4" fmla="*/ 56165 h 164098"/>
              <a:gd name="csX5" fmla="*/ 62737 w 115603"/>
              <a:gd name="csY5" fmla="*/ 79976 h 164098"/>
              <a:gd name="csX6" fmla="*/ 58446 w 115603"/>
              <a:gd name="csY6" fmla="*/ 85328 h 164098"/>
              <a:gd name="csX7" fmla="*/ 50765 w 115603"/>
              <a:gd name="csY7" fmla="*/ 95860 h 164098"/>
              <a:gd name="csX8" fmla="*/ 23 w 115603"/>
              <a:gd name="csY8" fmla="*/ 163459 h 164098"/>
              <a:gd name="csX9" fmla="*/ 1575 w 115603"/>
              <a:gd name="csY9" fmla="*/ 164099 h 164098"/>
              <a:gd name="csX10" fmla="*/ 7380 w 115603"/>
              <a:gd name="csY10" fmla="*/ 162336 h 164098"/>
              <a:gd name="csX11" fmla="*/ 41142 w 115603"/>
              <a:gd name="csY11" fmla="*/ 154614 h 164098"/>
              <a:gd name="csX12" fmla="*/ 82198 w 115603"/>
              <a:gd name="csY12" fmla="*/ 132454 h 164098"/>
              <a:gd name="csX13" fmla="*/ 91904 w 115603"/>
              <a:gd name="csY13" fmla="*/ 120796 h 164098"/>
              <a:gd name="csX14" fmla="*/ 113044 w 115603"/>
              <a:gd name="csY14" fmla="*/ 92892 h 164098"/>
              <a:gd name="csX15" fmla="*/ 115475 w 115603"/>
              <a:gd name="csY15" fmla="*/ 83968 h 164098"/>
              <a:gd name="csX16" fmla="*/ 115442 w 115603"/>
              <a:gd name="csY16" fmla="*/ 83968 h 164098"/>
              <a:gd name="csX17" fmla="*/ 113998 w 115603"/>
              <a:gd name="csY17" fmla="*/ 85770 h 164098"/>
              <a:gd name="csX18" fmla="*/ 90668 w 115603"/>
              <a:gd name="csY18" fmla="*/ 110109 h 164098"/>
              <a:gd name="csX19" fmla="*/ 69477 w 115603"/>
              <a:gd name="csY19" fmla="*/ 114720 h 164098"/>
              <a:gd name="csX20" fmla="*/ 57450 w 115603"/>
              <a:gd name="csY20" fmla="*/ 112914 h 164098"/>
              <a:gd name="csX21" fmla="*/ 50161 w 115603"/>
              <a:gd name="csY21" fmla="*/ 104769 h 164098"/>
              <a:gd name="csX22" fmla="*/ 62631 w 115603"/>
              <a:gd name="csY22" fmla="*/ 87123 h 164098"/>
              <a:gd name="csX23" fmla="*/ 95808 w 115603"/>
              <a:gd name="csY23" fmla="*/ 39344 h 164098"/>
              <a:gd name="csX24" fmla="*/ 90423 w 115603"/>
              <a:gd name="csY24" fmla="*/ 10194 h 164098"/>
              <a:gd name="csX25" fmla="*/ 70712 w 115603"/>
              <a:gd name="csY25" fmla="*/ 0 h 16409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</a:cxnLst>
            <a:rect l="l" t="t" r="r" b="b"/>
            <a:pathLst>
              <a:path w="115603" h="164098">
                <a:moveTo>
                  <a:pt x="70711" y="0"/>
                </a:moveTo>
                <a:cubicBezTo>
                  <a:pt x="70407" y="0"/>
                  <a:pt x="70115" y="15"/>
                  <a:pt x="69837" y="44"/>
                </a:cubicBezTo>
                <a:cubicBezTo>
                  <a:pt x="51395" y="1888"/>
                  <a:pt x="46997" y="26420"/>
                  <a:pt x="62199" y="43518"/>
                </a:cubicBezTo>
                <a:cubicBezTo>
                  <a:pt x="65914" y="47717"/>
                  <a:pt x="71379" y="51768"/>
                  <a:pt x="74345" y="52591"/>
                </a:cubicBezTo>
                <a:cubicBezTo>
                  <a:pt x="77311" y="53415"/>
                  <a:pt x="80055" y="55022"/>
                  <a:pt x="80371" y="56165"/>
                </a:cubicBezTo>
                <a:cubicBezTo>
                  <a:pt x="81058" y="58255"/>
                  <a:pt x="68920" y="74727"/>
                  <a:pt x="62737" y="79976"/>
                </a:cubicBezTo>
                <a:cubicBezTo>
                  <a:pt x="60742" y="81744"/>
                  <a:pt x="58779" y="84154"/>
                  <a:pt x="58446" y="85328"/>
                </a:cubicBezTo>
                <a:cubicBezTo>
                  <a:pt x="58113" y="86501"/>
                  <a:pt x="54638" y="91236"/>
                  <a:pt x="50765" y="95860"/>
                </a:cubicBezTo>
                <a:cubicBezTo>
                  <a:pt x="30792" y="119655"/>
                  <a:pt x="-973" y="161705"/>
                  <a:pt x="23" y="163459"/>
                </a:cubicBezTo>
                <a:cubicBezTo>
                  <a:pt x="209" y="163893"/>
                  <a:pt x="770" y="164099"/>
                  <a:pt x="1575" y="164099"/>
                </a:cubicBezTo>
                <a:cubicBezTo>
                  <a:pt x="2989" y="164099"/>
                  <a:pt x="5158" y="163467"/>
                  <a:pt x="7380" y="162336"/>
                </a:cubicBezTo>
                <a:cubicBezTo>
                  <a:pt x="14107" y="158927"/>
                  <a:pt x="14559" y="158841"/>
                  <a:pt x="41142" y="154614"/>
                </a:cubicBezTo>
                <a:cubicBezTo>
                  <a:pt x="61665" y="151448"/>
                  <a:pt x="73766" y="144888"/>
                  <a:pt x="82198" y="132454"/>
                </a:cubicBezTo>
                <a:cubicBezTo>
                  <a:pt x="85587" y="127273"/>
                  <a:pt x="90020" y="122172"/>
                  <a:pt x="91904" y="120796"/>
                </a:cubicBezTo>
                <a:cubicBezTo>
                  <a:pt x="101496" y="114805"/>
                  <a:pt x="109010" y="104860"/>
                  <a:pt x="113044" y="92892"/>
                </a:cubicBezTo>
                <a:cubicBezTo>
                  <a:pt x="115173" y="86912"/>
                  <a:pt x="115935" y="84032"/>
                  <a:pt x="115475" y="83968"/>
                </a:cubicBezTo>
                <a:lnTo>
                  <a:pt x="115442" y="83968"/>
                </a:lnTo>
                <a:cubicBezTo>
                  <a:pt x="115207" y="83997"/>
                  <a:pt x="114722" y="84607"/>
                  <a:pt x="113998" y="85770"/>
                </a:cubicBezTo>
                <a:cubicBezTo>
                  <a:pt x="109183" y="93720"/>
                  <a:pt x="95875" y="107545"/>
                  <a:pt x="90668" y="110109"/>
                </a:cubicBezTo>
                <a:cubicBezTo>
                  <a:pt x="84266" y="113158"/>
                  <a:pt x="76575" y="114720"/>
                  <a:pt x="69477" y="114720"/>
                </a:cubicBezTo>
                <a:cubicBezTo>
                  <a:pt x="65092" y="114720"/>
                  <a:pt x="60935" y="114124"/>
                  <a:pt x="57450" y="112914"/>
                </a:cubicBezTo>
                <a:cubicBezTo>
                  <a:pt x="49113" y="109966"/>
                  <a:pt x="48433" y="109355"/>
                  <a:pt x="50161" y="104769"/>
                </a:cubicBezTo>
                <a:cubicBezTo>
                  <a:pt x="51135" y="102084"/>
                  <a:pt x="56797" y="94157"/>
                  <a:pt x="62631" y="87123"/>
                </a:cubicBezTo>
                <a:cubicBezTo>
                  <a:pt x="82946" y="63635"/>
                  <a:pt x="93398" y="48595"/>
                  <a:pt x="95808" y="39344"/>
                </a:cubicBezTo>
                <a:cubicBezTo>
                  <a:pt x="98638" y="29364"/>
                  <a:pt x="96526" y="18011"/>
                  <a:pt x="90423" y="10194"/>
                </a:cubicBezTo>
                <a:cubicBezTo>
                  <a:pt x="86408" y="5071"/>
                  <a:pt x="76418" y="0"/>
                  <a:pt x="70712" y="0"/>
                </a:cubicBezTo>
                <a:close/>
              </a:path>
            </a:pathLst>
          </a:custGeom>
          <a:solidFill>
            <a:srgbClr val="000000"/>
          </a:solidFill>
          <a:ln w="7382" cap="flat">
            <a:noFill/>
            <a:prstDash val="solid"/>
            <a:miter/>
          </a:ln>
        </p:spPr>
        <p:txBody>
          <a:bodyPr/>
          <a:lstStyle/>
          <a:p>
            <a:endParaRPr lang="en-AU"/>
          </a:p>
        </p:txBody>
      </p:sp>
      <p:sp>
        <p:nvSpPr>
          <p:cNvPr id="42" name="Freeform: Shape 41">
            <a:extLst>
              <a:ext uri="{FF2B5EF4-FFF2-40B4-BE49-F238E27FC236}">
                <a16:creationId xmlns:a16="http://schemas.microsoft.com/office/drawing/2014/main" id="{4DE12549-71F1-41AE-9F8B-7A070838E6C7}"/>
              </a:ext>
            </a:extLst>
          </p:cNvPr>
          <p:cNvSpPr/>
          <p:nvPr/>
        </p:nvSpPr>
        <p:spPr>
          <a:xfrm flipH="1">
            <a:off x="4045248" y="2049833"/>
            <a:ext cx="354588" cy="259115"/>
          </a:xfrm>
          <a:custGeom>
            <a:avLst/>
            <a:gdLst>
              <a:gd name="csX0" fmla="*/ 175487 w 354588"/>
              <a:gd name="csY0" fmla="*/ 1 h 259115"/>
              <a:gd name="csX1" fmla="*/ 171132 w 354588"/>
              <a:gd name="csY1" fmla="*/ 2284 h 259115"/>
              <a:gd name="csX2" fmla="*/ 148802 w 354588"/>
              <a:gd name="csY2" fmla="*/ 23103 h 259115"/>
              <a:gd name="csX3" fmla="*/ 97588 w 354588"/>
              <a:gd name="csY3" fmla="*/ 69038 h 259115"/>
              <a:gd name="csX4" fmla="*/ 88676 w 354588"/>
              <a:gd name="csY4" fmla="*/ 75640 h 259115"/>
              <a:gd name="csX5" fmla="*/ 86372 w 354588"/>
              <a:gd name="csY5" fmla="*/ 77744 h 259115"/>
              <a:gd name="csX6" fmla="*/ 74658 w 354588"/>
              <a:gd name="csY6" fmla="*/ 88211 h 259115"/>
              <a:gd name="csX7" fmla="*/ 63443 w 354588"/>
              <a:gd name="csY7" fmla="*/ 96917 h 259115"/>
              <a:gd name="csX8" fmla="*/ 60401 w 354588"/>
              <a:gd name="csY8" fmla="*/ 91850 h 259115"/>
              <a:gd name="csX9" fmla="*/ 32637 w 354588"/>
              <a:gd name="csY9" fmla="*/ 73163 h 259115"/>
              <a:gd name="csX10" fmla="*/ 19898 w 354588"/>
              <a:gd name="csY10" fmla="*/ 70597 h 259115"/>
              <a:gd name="csX11" fmla="*/ 11056 w 354588"/>
              <a:gd name="csY11" fmla="*/ 73290 h 259115"/>
              <a:gd name="csX12" fmla="*/ 25173 w 354588"/>
              <a:gd name="csY12" fmla="*/ 117529 h 259115"/>
              <a:gd name="csX13" fmla="*/ 31855 w 354588"/>
              <a:gd name="csY13" fmla="*/ 118224 h 259115"/>
              <a:gd name="csX14" fmla="*/ 53870 w 354588"/>
              <a:gd name="csY14" fmla="*/ 112622 h 259115"/>
              <a:gd name="csX15" fmla="*/ 127989 w 354588"/>
              <a:gd name="csY15" fmla="*/ 48350 h 259115"/>
              <a:gd name="csX16" fmla="*/ 161195 w 354588"/>
              <a:gd name="csY16" fmla="*/ 18522 h 259115"/>
              <a:gd name="csX17" fmla="*/ 168160 w 354588"/>
              <a:gd name="csY17" fmla="*/ 12013 h 259115"/>
              <a:gd name="csX18" fmla="*/ 170731 w 354588"/>
              <a:gd name="csY18" fmla="*/ 10669 h 259115"/>
              <a:gd name="csX19" fmla="*/ 197925 w 354588"/>
              <a:gd name="csY19" fmla="*/ 30412 h 259115"/>
              <a:gd name="csX20" fmla="*/ 221292 w 354588"/>
              <a:gd name="csY20" fmla="*/ 49566 h 259115"/>
              <a:gd name="csX21" fmla="*/ 231286 w 354588"/>
              <a:gd name="csY21" fmla="*/ 57197 h 259115"/>
              <a:gd name="csX22" fmla="*/ 246040 w 354588"/>
              <a:gd name="csY22" fmla="*/ 69106 h 259115"/>
              <a:gd name="csX23" fmla="*/ 204118 w 354588"/>
              <a:gd name="csY23" fmla="*/ 122900 h 259115"/>
              <a:gd name="csX24" fmla="*/ 181163 w 354588"/>
              <a:gd name="csY24" fmla="*/ 142911 h 259115"/>
              <a:gd name="csX25" fmla="*/ 167991 w 354588"/>
              <a:gd name="csY25" fmla="*/ 155506 h 259115"/>
              <a:gd name="csX26" fmla="*/ 157345 w 354588"/>
              <a:gd name="csY26" fmla="*/ 165214 h 259115"/>
              <a:gd name="csX27" fmla="*/ 152508 w 354588"/>
              <a:gd name="csY27" fmla="*/ 168727 h 259115"/>
              <a:gd name="csX28" fmla="*/ 149063 w 354588"/>
              <a:gd name="csY28" fmla="*/ 162070 h 259115"/>
              <a:gd name="csX29" fmla="*/ 122386 w 354588"/>
              <a:gd name="csY29" fmla="*/ 140307 h 259115"/>
              <a:gd name="csX30" fmla="*/ 118167 w 354588"/>
              <a:gd name="csY30" fmla="*/ 139866 h 259115"/>
              <a:gd name="csX31" fmla="*/ 95619 w 354588"/>
              <a:gd name="csY31" fmla="*/ 147437 h 259115"/>
              <a:gd name="csX32" fmla="*/ 92740 w 354588"/>
              <a:gd name="csY32" fmla="*/ 171124 h 259115"/>
              <a:gd name="csX33" fmla="*/ 127483 w 354588"/>
              <a:gd name="csY33" fmla="*/ 187553 h 259115"/>
              <a:gd name="csX34" fmla="*/ 135892 w 354588"/>
              <a:gd name="csY34" fmla="*/ 186697 h 259115"/>
              <a:gd name="csX35" fmla="*/ 165183 w 354588"/>
              <a:gd name="csY35" fmla="*/ 164647 h 259115"/>
              <a:gd name="csX36" fmla="*/ 212463 w 354588"/>
              <a:gd name="csY36" fmla="*/ 122051 h 259115"/>
              <a:gd name="csX37" fmla="*/ 238227 w 354588"/>
              <a:gd name="csY37" fmla="*/ 99654 h 259115"/>
              <a:gd name="csX38" fmla="*/ 260186 w 354588"/>
              <a:gd name="csY38" fmla="*/ 81485 h 259115"/>
              <a:gd name="csX39" fmla="*/ 260232 w 354588"/>
              <a:gd name="csY39" fmla="*/ 81490 h 259115"/>
              <a:gd name="csX40" fmla="*/ 309106 w 354588"/>
              <a:gd name="csY40" fmla="*/ 119762 h 259115"/>
              <a:gd name="csX41" fmla="*/ 340051 w 354588"/>
              <a:gd name="csY41" fmla="*/ 149043 h 259115"/>
              <a:gd name="csX42" fmla="*/ 332814 w 354588"/>
              <a:gd name="csY42" fmla="*/ 158010 h 259115"/>
              <a:gd name="csX43" fmla="*/ 292445 w 354588"/>
              <a:gd name="csY43" fmla="*/ 194294 h 259115"/>
              <a:gd name="csX44" fmla="*/ 241906 w 354588"/>
              <a:gd name="csY44" fmla="*/ 234284 h 259115"/>
              <a:gd name="csX45" fmla="*/ 241853 w 354588"/>
              <a:gd name="csY45" fmla="*/ 234282 h 259115"/>
              <a:gd name="csX46" fmla="*/ 231321 w 354588"/>
              <a:gd name="csY46" fmla="*/ 226290 h 259115"/>
              <a:gd name="csX47" fmla="*/ 210784 w 354588"/>
              <a:gd name="csY47" fmla="*/ 214464 h 259115"/>
              <a:gd name="csX48" fmla="*/ 197390 w 354588"/>
              <a:gd name="csY48" fmla="*/ 211860 h 259115"/>
              <a:gd name="csX49" fmla="*/ 189226 w 354588"/>
              <a:gd name="csY49" fmla="*/ 213754 h 259115"/>
              <a:gd name="csX50" fmla="*/ 181145 w 354588"/>
              <a:gd name="csY50" fmla="*/ 246762 h 259115"/>
              <a:gd name="csX51" fmla="*/ 200235 w 354588"/>
              <a:gd name="csY51" fmla="*/ 256919 h 259115"/>
              <a:gd name="csX52" fmla="*/ 213640 w 354588"/>
              <a:gd name="csY52" fmla="*/ 259116 h 259115"/>
              <a:gd name="csX53" fmla="*/ 245162 w 354588"/>
              <a:gd name="csY53" fmla="*/ 242168 h 259115"/>
              <a:gd name="csX54" fmla="*/ 279887 w 354588"/>
              <a:gd name="csY54" fmla="*/ 211493 h 259115"/>
              <a:gd name="csX55" fmla="*/ 304860 w 354588"/>
              <a:gd name="csY55" fmla="*/ 188876 h 259115"/>
              <a:gd name="csX56" fmla="*/ 350070 w 354588"/>
              <a:gd name="csY56" fmla="*/ 150561 h 259115"/>
              <a:gd name="csX57" fmla="*/ 353897 w 354588"/>
              <a:gd name="csY57" fmla="*/ 142336 h 259115"/>
              <a:gd name="csX58" fmla="*/ 350181 w 354588"/>
              <a:gd name="csY58" fmla="*/ 138137 h 259115"/>
              <a:gd name="csX59" fmla="*/ 325574 w 354588"/>
              <a:gd name="csY59" fmla="*/ 118848 h 259115"/>
              <a:gd name="csX60" fmla="*/ 288079 w 354588"/>
              <a:gd name="csY60" fmla="*/ 88593 h 259115"/>
              <a:gd name="csX61" fmla="*/ 261489 w 354588"/>
              <a:gd name="csY61" fmla="*/ 67275 h 259115"/>
              <a:gd name="csX62" fmla="*/ 248773 w 354588"/>
              <a:gd name="csY62" fmla="*/ 57201 h 259115"/>
              <a:gd name="csX63" fmla="*/ 216260 w 354588"/>
              <a:gd name="csY63" fmla="*/ 30438 h 259115"/>
              <a:gd name="csX64" fmla="*/ 175485 w 354588"/>
              <a:gd name="csY64" fmla="*/ 0 h 25911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</a:cxnLst>
            <a:rect l="l" t="t" r="r" b="b"/>
            <a:pathLst>
              <a:path w="354588" h="259115">
                <a:moveTo>
                  <a:pt x="175487" y="1"/>
                </a:moveTo>
                <a:cubicBezTo>
                  <a:pt x="173794" y="1"/>
                  <a:pt x="172608" y="930"/>
                  <a:pt x="171132" y="2284"/>
                </a:cubicBezTo>
                <a:cubicBezTo>
                  <a:pt x="168884" y="4193"/>
                  <a:pt x="158943" y="13675"/>
                  <a:pt x="148802" y="23103"/>
                </a:cubicBezTo>
                <a:cubicBezTo>
                  <a:pt x="132005" y="38701"/>
                  <a:pt x="116553" y="52563"/>
                  <a:pt x="97588" y="69038"/>
                </a:cubicBezTo>
                <a:cubicBezTo>
                  <a:pt x="93599" y="72574"/>
                  <a:pt x="89578" y="75467"/>
                  <a:pt x="88676" y="75640"/>
                </a:cubicBezTo>
                <a:cubicBezTo>
                  <a:pt x="87576" y="75756"/>
                  <a:pt x="86650" y="76766"/>
                  <a:pt x="86372" y="77744"/>
                </a:cubicBezTo>
                <a:cubicBezTo>
                  <a:pt x="86040" y="78918"/>
                  <a:pt x="80870" y="83604"/>
                  <a:pt x="74658" y="88211"/>
                </a:cubicBezTo>
                <a:lnTo>
                  <a:pt x="63443" y="96917"/>
                </a:lnTo>
                <a:lnTo>
                  <a:pt x="60401" y="91850"/>
                </a:lnTo>
                <a:cubicBezTo>
                  <a:pt x="54205" y="82107"/>
                  <a:pt x="46676" y="77062"/>
                  <a:pt x="32637" y="73163"/>
                </a:cubicBezTo>
                <a:cubicBezTo>
                  <a:pt x="26482" y="71453"/>
                  <a:pt x="22845" y="70597"/>
                  <a:pt x="19898" y="70597"/>
                </a:cubicBezTo>
                <a:cubicBezTo>
                  <a:pt x="16881" y="70597"/>
                  <a:pt x="14588" y="71495"/>
                  <a:pt x="11056" y="73290"/>
                </a:cubicBezTo>
                <a:cubicBezTo>
                  <a:pt x="-8926" y="83573"/>
                  <a:pt x="-391" y="110640"/>
                  <a:pt x="25173" y="117529"/>
                </a:cubicBezTo>
                <a:cubicBezTo>
                  <a:pt x="27067" y="118004"/>
                  <a:pt x="29370" y="118224"/>
                  <a:pt x="31855" y="118224"/>
                </a:cubicBezTo>
                <a:cubicBezTo>
                  <a:pt x="39826" y="118224"/>
                  <a:pt x="49670" y="115961"/>
                  <a:pt x="53870" y="112622"/>
                </a:cubicBezTo>
                <a:cubicBezTo>
                  <a:pt x="65450" y="103385"/>
                  <a:pt x="102002" y="71530"/>
                  <a:pt x="127989" y="48350"/>
                </a:cubicBezTo>
                <a:cubicBezTo>
                  <a:pt x="143495" y="34292"/>
                  <a:pt x="158582" y="20963"/>
                  <a:pt x="161195" y="18522"/>
                </a:cubicBezTo>
                <a:cubicBezTo>
                  <a:pt x="164005" y="16135"/>
                  <a:pt x="167179" y="13218"/>
                  <a:pt x="168160" y="12013"/>
                </a:cubicBezTo>
                <a:cubicBezTo>
                  <a:pt x="168923" y="11181"/>
                  <a:pt x="169674" y="10669"/>
                  <a:pt x="170731" y="10669"/>
                </a:cubicBezTo>
                <a:cubicBezTo>
                  <a:pt x="173951" y="10669"/>
                  <a:pt x="180013" y="15426"/>
                  <a:pt x="197925" y="30412"/>
                </a:cubicBezTo>
                <a:cubicBezTo>
                  <a:pt x="210332" y="40823"/>
                  <a:pt x="220896" y="49457"/>
                  <a:pt x="221292" y="49566"/>
                </a:cubicBezTo>
                <a:cubicBezTo>
                  <a:pt x="221884" y="49731"/>
                  <a:pt x="226218" y="53256"/>
                  <a:pt x="231286" y="57197"/>
                </a:cubicBezTo>
                <a:cubicBezTo>
                  <a:pt x="236299" y="61333"/>
                  <a:pt x="242869" y="66747"/>
                  <a:pt x="246040" y="69106"/>
                </a:cubicBezTo>
                <a:cubicBezTo>
                  <a:pt x="257704" y="77623"/>
                  <a:pt x="261013" y="73476"/>
                  <a:pt x="204118" y="122900"/>
                </a:cubicBezTo>
                <a:cubicBezTo>
                  <a:pt x="195577" y="130449"/>
                  <a:pt x="185152" y="139375"/>
                  <a:pt x="181163" y="142911"/>
                </a:cubicBezTo>
                <a:cubicBezTo>
                  <a:pt x="177174" y="146447"/>
                  <a:pt x="171134" y="151947"/>
                  <a:pt x="167991" y="155506"/>
                </a:cubicBezTo>
                <a:cubicBezTo>
                  <a:pt x="164705" y="158816"/>
                  <a:pt x="159846" y="163165"/>
                  <a:pt x="157345" y="165214"/>
                </a:cubicBezTo>
                <a:lnTo>
                  <a:pt x="152508" y="168727"/>
                </a:lnTo>
                <a:lnTo>
                  <a:pt x="149063" y="162070"/>
                </a:lnTo>
                <a:cubicBezTo>
                  <a:pt x="145563" y="155610"/>
                  <a:pt x="129109" y="142174"/>
                  <a:pt x="122386" y="140307"/>
                </a:cubicBezTo>
                <a:cubicBezTo>
                  <a:pt x="121173" y="140005"/>
                  <a:pt x="119738" y="139866"/>
                  <a:pt x="118167" y="139866"/>
                </a:cubicBezTo>
                <a:cubicBezTo>
                  <a:pt x="110449" y="139866"/>
                  <a:pt x="99467" y="143244"/>
                  <a:pt x="95619" y="147437"/>
                </a:cubicBezTo>
                <a:cubicBezTo>
                  <a:pt x="88011" y="155457"/>
                  <a:pt x="87224" y="161994"/>
                  <a:pt x="92740" y="171124"/>
                </a:cubicBezTo>
                <a:cubicBezTo>
                  <a:pt x="98776" y="181029"/>
                  <a:pt x="113549" y="187553"/>
                  <a:pt x="127483" y="187553"/>
                </a:cubicBezTo>
                <a:cubicBezTo>
                  <a:pt x="130349" y="187553"/>
                  <a:pt x="133180" y="187277"/>
                  <a:pt x="135892" y="186697"/>
                </a:cubicBezTo>
                <a:cubicBezTo>
                  <a:pt x="140204" y="185784"/>
                  <a:pt x="154371" y="174943"/>
                  <a:pt x="165183" y="164647"/>
                </a:cubicBezTo>
                <a:cubicBezTo>
                  <a:pt x="183383" y="147114"/>
                  <a:pt x="191417" y="139848"/>
                  <a:pt x="212463" y="122051"/>
                </a:cubicBezTo>
                <a:cubicBezTo>
                  <a:pt x="225951" y="110598"/>
                  <a:pt x="237554" y="100522"/>
                  <a:pt x="238227" y="99654"/>
                </a:cubicBezTo>
                <a:cubicBezTo>
                  <a:pt x="241250" y="95692"/>
                  <a:pt x="258649" y="81485"/>
                  <a:pt x="260186" y="81485"/>
                </a:cubicBezTo>
                <a:cubicBezTo>
                  <a:pt x="260204" y="81485"/>
                  <a:pt x="260219" y="81486"/>
                  <a:pt x="260232" y="81490"/>
                </a:cubicBezTo>
                <a:cubicBezTo>
                  <a:pt x="262012" y="81985"/>
                  <a:pt x="296416" y="108849"/>
                  <a:pt x="309106" y="119762"/>
                </a:cubicBezTo>
                <a:cubicBezTo>
                  <a:pt x="334201" y="141086"/>
                  <a:pt x="339784" y="146225"/>
                  <a:pt x="340051" y="149043"/>
                </a:cubicBezTo>
                <a:cubicBezTo>
                  <a:pt x="340058" y="150523"/>
                  <a:pt x="336946" y="154725"/>
                  <a:pt x="332814" y="158010"/>
                </a:cubicBezTo>
                <a:cubicBezTo>
                  <a:pt x="323539" y="165144"/>
                  <a:pt x="298256" y="188097"/>
                  <a:pt x="292445" y="194294"/>
                </a:cubicBezTo>
                <a:cubicBezTo>
                  <a:pt x="281804" y="205620"/>
                  <a:pt x="245548" y="234284"/>
                  <a:pt x="241906" y="234284"/>
                </a:cubicBezTo>
                <a:cubicBezTo>
                  <a:pt x="241888" y="234284"/>
                  <a:pt x="241870" y="234283"/>
                  <a:pt x="241853" y="234282"/>
                </a:cubicBezTo>
                <a:cubicBezTo>
                  <a:pt x="239765" y="234124"/>
                  <a:pt x="235037" y="230489"/>
                  <a:pt x="231321" y="226290"/>
                </a:cubicBezTo>
                <a:cubicBezTo>
                  <a:pt x="225590" y="219421"/>
                  <a:pt x="222648" y="217759"/>
                  <a:pt x="210784" y="214464"/>
                </a:cubicBezTo>
                <a:cubicBezTo>
                  <a:pt x="204400" y="212691"/>
                  <a:pt x="200558" y="211860"/>
                  <a:pt x="197390" y="211860"/>
                </a:cubicBezTo>
                <a:cubicBezTo>
                  <a:pt x="194572" y="211860"/>
                  <a:pt x="192289" y="212518"/>
                  <a:pt x="189226" y="213754"/>
                </a:cubicBezTo>
                <a:cubicBezTo>
                  <a:pt x="175007" y="219515"/>
                  <a:pt x="171161" y="235334"/>
                  <a:pt x="181145" y="246762"/>
                </a:cubicBezTo>
                <a:cubicBezTo>
                  <a:pt x="185485" y="251767"/>
                  <a:pt x="189360" y="253899"/>
                  <a:pt x="200235" y="256919"/>
                </a:cubicBezTo>
                <a:cubicBezTo>
                  <a:pt x="205327" y="258334"/>
                  <a:pt x="209638" y="259116"/>
                  <a:pt x="213640" y="259116"/>
                </a:cubicBezTo>
                <a:cubicBezTo>
                  <a:pt x="223624" y="259116"/>
                  <a:pt x="231687" y="254246"/>
                  <a:pt x="245162" y="242168"/>
                </a:cubicBezTo>
                <a:cubicBezTo>
                  <a:pt x="252634" y="235377"/>
                  <a:pt x="268283" y="221568"/>
                  <a:pt x="279887" y="211493"/>
                </a:cubicBezTo>
                <a:cubicBezTo>
                  <a:pt x="291491" y="201418"/>
                  <a:pt x="302698" y="191232"/>
                  <a:pt x="304860" y="188876"/>
                </a:cubicBezTo>
                <a:cubicBezTo>
                  <a:pt x="308817" y="184699"/>
                  <a:pt x="339473" y="158594"/>
                  <a:pt x="350070" y="150561"/>
                </a:cubicBezTo>
                <a:cubicBezTo>
                  <a:pt x="354709" y="146994"/>
                  <a:pt x="355351" y="145483"/>
                  <a:pt x="353897" y="142336"/>
                </a:cubicBezTo>
                <a:cubicBezTo>
                  <a:pt x="352956" y="140384"/>
                  <a:pt x="351368" y="138467"/>
                  <a:pt x="350181" y="138137"/>
                </a:cubicBezTo>
                <a:cubicBezTo>
                  <a:pt x="349192" y="137862"/>
                  <a:pt x="337980" y="129259"/>
                  <a:pt x="325574" y="118848"/>
                </a:cubicBezTo>
                <a:cubicBezTo>
                  <a:pt x="313113" y="108632"/>
                  <a:pt x="296264" y="95087"/>
                  <a:pt x="288079" y="88593"/>
                </a:cubicBezTo>
                <a:cubicBezTo>
                  <a:pt x="279841" y="82293"/>
                  <a:pt x="268058" y="72688"/>
                  <a:pt x="261489" y="67275"/>
                </a:cubicBezTo>
                <a:cubicBezTo>
                  <a:pt x="255115" y="61917"/>
                  <a:pt x="249366" y="57365"/>
                  <a:pt x="248773" y="57201"/>
                </a:cubicBezTo>
                <a:cubicBezTo>
                  <a:pt x="248180" y="57036"/>
                  <a:pt x="233481" y="44932"/>
                  <a:pt x="216260" y="30438"/>
                </a:cubicBezTo>
                <a:cubicBezTo>
                  <a:pt x="188374" y="6813"/>
                  <a:pt x="180070" y="0"/>
                  <a:pt x="175485" y="0"/>
                </a:cubicBezTo>
                <a:close/>
              </a:path>
            </a:pathLst>
          </a:custGeom>
          <a:solidFill>
            <a:schemeClr val="tx2">
              <a:lumMod val="90000"/>
              <a:lumOff val="10000"/>
            </a:schemeClr>
          </a:solidFill>
          <a:ln w="7382" cap="flat">
            <a:solidFill>
              <a:schemeClr val="accent6">
                <a:lumMod val="50000"/>
              </a:schemeClr>
            </a:solidFill>
            <a:prstDash val="solid"/>
            <a:miter/>
          </a:ln>
        </p:spPr>
        <p:txBody>
          <a:bodyPr/>
          <a:lstStyle/>
          <a:p>
            <a:endParaRPr lang="en-AU"/>
          </a:p>
        </p:txBody>
      </p:sp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965A909F-090C-92DA-7BF4-8CE5616FEC4F}"/>
              </a:ext>
            </a:extLst>
          </p:cNvPr>
          <p:cNvSpPr/>
          <p:nvPr/>
        </p:nvSpPr>
        <p:spPr>
          <a:xfrm flipH="1">
            <a:off x="3810592" y="1602616"/>
            <a:ext cx="58552" cy="131980"/>
          </a:xfrm>
          <a:custGeom>
            <a:avLst/>
            <a:gdLst>
              <a:gd name="csX0" fmla="*/ 5304 w 58552"/>
              <a:gd name="csY0" fmla="*/ 1 h 131980"/>
              <a:gd name="csX1" fmla="*/ 4730 w 58552"/>
              <a:gd name="csY1" fmla="*/ 447 h 131980"/>
              <a:gd name="csX2" fmla="*/ 19979 w 58552"/>
              <a:gd name="csY2" fmla="*/ 57243 h 131980"/>
              <a:gd name="csX3" fmla="*/ 27497 w 58552"/>
              <a:gd name="csY3" fmla="*/ 90151 h 131980"/>
              <a:gd name="csX4" fmla="*/ 21869 w 58552"/>
              <a:gd name="csY4" fmla="*/ 95903 h 131980"/>
              <a:gd name="csX5" fmla="*/ 21600 w 58552"/>
              <a:gd name="csY5" fmla="*/ 95901 h 131980"/>
              <a:gd name="csX6" fmla="*/ 21415 w 58552"/>
              <a:gd name="csY6" fmla="*/ 95897 h 131980"/>
              <a:gd name="csX7" fmla="*/ 521 w 58552"/>
              <a:gd name="csY7" fmla="*/ 113055 h 131980"/>
              <a:gd name="csX8" fmla="*/ 5566 w 58552"/>
              <a:gd name="csY8" fmla="*/ 129866 h 131980"/>
              <a:gd name="csX9" fmla="*/ 12832 w 58552"/>
              <a:gd name="csY9" fmla="*/ 131980 h 131980"/>
              <a:gd name="csX10" fmla="*/ 25607 w 58552"/>
              <a:gd name="csY10" fmla="*/ 126144 h 131980"/>
              <a:gd name="csX11" fmla="*/ 28808 w 58552"/>
              <a:gd name="csY11" fmla="*/ 81015 h 131980"/>
              <a:gd name="csX12" fmla="*/ 21848 w 58552"/>
              <a:gd name="csY12" fmla="*/ 52907 h 131980"/>
              <a:gd name="csX13" fmla="*/ 20425 w 58552"/>
              <a:gd name="csY13" fmla="*/ 50401 h 131980"/>
              <a:gd name="csX14" fmla="*/ 19114 w 58552"/>
              <a:gd name="csY14" fmla="*/ 47504 h 131980"/>
              <a:gd name="csX15" fmla="*/ 17702 w 58552"/>
              <a:gd name="csY15" fmla="*/ 41201 h 131980"/>
              <a:gd name="csX16" fmla="*/ 20008 w 58552"/>
              <a:gd name="csY16" fmla="*/ 33821 h 131980"/>
              <a:gd name="csX17" fmla="*/ 26776 w 58552"/>
              <a:gd name="csY17" fmla="*/ 31269 h 131980"/>
              <a:gd name="csX18" fmla="*/ 28150 w 58552"/>
              <a:gd name="csY18" fmla="*/ 31437 h 131980"/>
              <a:gd name="csX19" fmla="*/ 54370 w 58552"/>
              <a:gd name="csY19" fmla="*/ 63840 h 131980"/>
              <a:gd name="csX20" fmla="*/ 56885 w 58552"/>
              <a:gd name="csY20" fmla="*/ 70064 h 131980"/>
              <a:gd name="csX21" fmla="*/ 58141 w 58552"/>
              <a:gd name="csY21" fmla="*/ 67842 h 131980"/>
              <a:gd name="csX22" fmla="*/ 52399 w 58552"/>
              <a:gd name="csY22" fmla="*/ 40705 h 131980"/>
              <a:gd name="csX23" fmla="*/ 30096 w 58552"/>
              <a:gd name="csY23" fmla="*/ 19312 h 131980"/>
              <a:gd name="csX24" fmla="*/ 6422 w 58552"/>
              <a:gd name="csY24" fmla="*/ 494 h 131980"/>
              <a:gd name="csX25" fmla="*/ 5303 w 58552"/>
              <a:gd name="csY25" fmla="*/ 0 h 13198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</a:cxnLst>
            <a:rect l="l" t="t" r="r" b="b"/>
            <a:pathLst>
              <a:path w="58552" h="131980">
                <a:moveTo>
                  <a:pt x="5304" y="1"/>
                </a:moveTo>
                <a:cubicBezTo>
                  <a:pt x="5014" y="1"/>
                  <a:pt x="4812" y="156"/>
                  <a:pt x="4730" y="447"/>
                </a:cubicBezTo>
                <a:cubicBezTo>
                  <a:pt x="4341" y="1817"/>
                  <a:pt x="10860" y="26214"/>
                  <a:pt x="19979" y="57243"/>
                </a:cubicBezTo>
                <a:cubicBezTo>
                  <a:pt x="24479" y="72214"/>
                  <a:pt x="27737" y="87052"/>
                  <a:pt x="27497" y="90151"/>
                </a:cubicBezTo>
                <a:cubicBezTo>
                  <a:pt x="27161" y="95025"/>
                  <a:pt x="26317" y="95903"/>
                  <a:pt x="21869" y="95903"/>
                </a:cubicBezTo>
                <a:cubicBezTo>
                  <a:pt x="21781" y="95903"/>
                  <a:pt x="21691" y="95902"/>
                  <a:pt x="21600" y="95901"/>
                </a:cubicBezTo>
                <a:cubicBezTo>
                  <a:pt x="21539" y="95899"/>
                  <a:pt x="21478" y="95897"/>
                  <a:pt x="21415" y="95897"/>
                </a:cubicBezTo>
                <a:cubicBezTo>
                  <a:pt x="15820" y="95897"/>
                  <a:pt x="2223" y="107057"/>
                  <a:pt x="521" y="113055"/>
                </a:cubicBezTo>
                <a:cubicBezTo>
                  <a:pt x="-1144" y="118926"/>
                  <a:pt x="1351" y="127428"/>
                  <a:pt x="5566" y="129866"/>
                </a:cubicBezTo>
                <a:cubicBezTo>
                  <a:pt x="8006" y="131265"/>
                  <a:pt x="10394" y="131980"/>
                  <a:pt x="12832" y="131980"/>
                </a:cubicBezTo>
                <a:cubicBezTo>
                  <a:pt x="16809" y="131980"/>
                  <a:pt x="20920" y="130078"/>
                  <a:pt x="25607" y="126144"/>
                </a:cubicBezTo>
                <a:cubicBezTo>
                  <a:pt x="36791" y="116796"/>
                  <a:pt x="37325" y="110401"/>
                  <a:pt x="28808" y="81015"/>
                </a:cubicBezTo>
                <a:cubicBezTo>
                  <a:pt x="24790" y="66602"/>
                  <a:pt x="21570" y="53885"/>
                  <a:pt x="21848" y="52907"/>
                </a:cubicBezTo>
                <a:cubicBezTo>
                  <a:pt x="22181" y="51733"/>
                  <a:pt x="21612" y="50730"/>
                  <a:pt x="20425" y="50401"/>
                </a:cubicBezTo>
                <a:cubicBezTo>
                  <a:pt x="19437" y="50126"/>
                  <a:pt x="18725" y="48873"/>
                  <a:pt x="19114" y="47504"/>
                </a:cubicBezTo>
                <a:cubicBezTo>
                  <a:pt x="19447" y="46330"/>
                  <a:pt x="18784" y="43402"/>
                  <a:pt x="17702" y="41201"/>
                </a:cubicBezTo>
                <a:cubicBezTo>
                  <a:pt x="15908" y="37747"/>
                  <a:pt x="16186" y="36769"/>
                  <a:pt x="20008" y="33821"/>
                </a:cubicBezTo>
                <a:cubicBezTo>
                  <a:pt x="21833" y="32272"/>
                  <a:pt x="24626" y="31269"/>
                  <a:pt x="26776" y="31269"/>
                </a:cubicBezTo>
                <a:cubicBezTo>
                  <a:pt x="27275" y="31269"/>
                  <a:pt x="27740" y="31324"/>
                  <a:pt x="28150" y="31437"/>
                </a:cubicBezTo>
                <a:cubicBezTo>
                  <a:pt x="37246" y="33964"/>
                  <a:pt x="50527" y="50318"/>
                  <a:pt x="54370" y="63840"/>
                </a:cubicBezTo>
                <a:cubicBezTo>
                  <a:pt x="55609" y="68165"/>
                  <a:pt x="56273" y="70064"/>
                  <a:pt x="56885" y="70064"/>
                </a:cubicBezTo>
                <a:cubicBezTo>
                  <a:pt x="57279" y="70064"/>
                  <a:pt x="57651" y="69277"/>
                  <a:pt x="58141" y="67842"/>
                </a:cubicBezTo>
                <a:cubicBezTo>
                  <a:pt x="59695" y="62363"/>
                  <a:pt x="56635" y="47581"/>
                  <a:pt x="52399" y="40705"/>
                </a:cubicBezTo>
                <a:cubicBezTo>
                  <a:pt x="48590" y="34581"/>
                  <a:pt x="33853" y="20356"/>
                  <a:pt x="30096" y="19312"/>
                </a:cubicBezTo>
                <a:cubicBezTo>
                  <a:pt x="27920" y="18708"/>
                  <a:pt x="14866" y="8327"/>
                  <a:pt x="6422" y="494"/>
                </a:cubicBezTo>
                <a:cubicBezTo>
                  <a:pt x="5980" y="159"/>
                  <a:pt x="5596" y="0"/>
                  <a:pt x="5303" y="0"/>
                </a:cubicBezTo>
                <a:close/>
              </a:path>
            </a:pathLst>
          </a:custGeom>
          <a:solidFill>
            <a:srgbClr val="000000"/>
          </a:solidFill>
          <a:ln w="7382" cap="flat">
            <a:noFill/>
            <a:prstDash val="solid"/>
            <a:miter/>
          </a:ln>
        </p:spPr>
        <p:txBody>
          <a:bodyPr/>
          <a:lstStyle/>
          <a:p>
            <a:endParaRPr lang="en-AU"/>
          </a:p>
        </p:txBody>
      </p:sp>
      <p:sp>
        <p:nvSpPr>
          <p:cNvPr id="44" name="Freeform: Shape 43">
            <a:extLst>
              <a:ext uri="{FF2B5EF4-FFF2-40B4-BE49-F238E27FC236}">
                <a16:creationId xmlns:a16="http://schemas.microsoft.com/office/drawing/2014/main" id="{7B4E775D-EBEA-0963-8474-E650DDB1E37E}"/>
              </a:ext>
            </a:extLst>
          </p:cNvPr>
          <p:cNvSpPr/>
          <p:nvPr/>
        </p:nvSpPr>
        <p:spPr>
          <a:xfrm flipH="1">
            <a:off x="2566426" y="2807919"/>
            <a:ext cx="160148" cy="248162"/>
          </a:xfrm>
          <a:custGeom>
            <a:avLst/>
            <a:gdLst>
              <a:gd name="csX0" fmla="*/ 109351 w 160148"/>
              <a:gd name="csY0" fmla="*/ 0 h 248162"/>
              <a:gd name="csX1" fmla="*/ 104684 w 160148"/>
              <a:gd name="csY1" fmla="*/ 10717 h 248162"/>
              <a:gd name="csX2" fmla="*/ 98958 w 160148"/>
              <a:gd name="csY2" fmla="*/ 46700 h 248162"/>
              <a:gd name="csX3" fmla="*/ 89783 w 160148"/>
              <a:gd name="csY3" fmla="*/ 105368 h 248162"/>
              <a:gd name="csX4" fmla="*/ 81640 w 160148"/>
              <a:gd name="csY4" fmla="*/ 161156 h 248162"/>
              <a:gd name="csX5" fmla="*/ 73101 w 160148"/>
              <a:gd name="csY5" fmla="*/ 190036 h 248162"/>
              <a:gd name="csX6" fmla="*/ 63032 w 160148"/>
              <a:gd name="csY6" fmla="*/ 187652 h 248162"/>
              <a:gd name="csX7" fmla="*/ 47419 w 160148"/>
              <a:gd name="csY7" fmla="*/ 185582 h 248162"/>
              <a:gd name="csX8" fmla="*/ 1294 w 160148"/>
              <a:gd name="csY8" fmla="*/ 215046 h 248162"/>
              <a:gd name="csX9" fmla="*/ 29417 w 160148"/>
              <a:gd name="csY9" fmla="*/ 248163 h 248162"/>
              <a:gd name="csX10" fmla="*/ 61887 w 160148"/>
              <a:gd name="csY10" fmla="*/ 237573 h 248162"/>
              <a:gd name="csX11" fmla="*/ 85908 w 160148"/>
              <a:gd name="csY11" fmla="*/ 180706 h 248162"/>
              <a:gd name="csX12" fmla="*/ 99560 w 160148"/>
              <a:gd name="csY12" fmla="*/ 108506 h 248162"/>
              <a:gd name="csX13" fmla="*/ 101345 w 160148"/>
              <a:gd name="csY13" fmla="*/ 108126 h 248162"/>
              <a:gd name="csX14" fmla="*/ 127618 w 160148"/>
              <a:gd name="csY14" fmla="*/ 123898 h 248162"/>
              <a:gd name="csX15" fmla="*/ 141855 w 160148"/>
              <a:gd name="csY15" fmla="*/ 193291 h 248162"/>
              <a:gd name="csX16" fmla="*/ 139899 w 160148"/>
              <a:gd name="csY16" fmla="*/ 206802 h 248162"/>
              <a:gd name="csX17" fmla="*/ 149362 w 160148"/>
              <a:gd name="csY17" fmla="*/ 193898 h 248162"/>
              <a:gd name="csX18" fmla="*/ 156795 w 160148"/>
              <a:gd name="csY18" fmla="*/ 136858 h 248162"/>
              <a:gd name="csX19" fmla="*/ 158397 w 160148"/>
              <a:gd name="csY19" fmla="*/ 117671 h 248162"/>
              <a:gd name="csX20" fmla="*/ 129709 w 160148"/>
              <a:gd name="csY20" fmla="*/ 34554 h 248162"/>
              <a:gd name="csX21" fmla="*/ 116227 w 160148"/>
              <a:gd name="csY21" fmla="*/ 11390 h 248162"/>
              <a:gd name="csX22" fmla="*/ 109351 w 160148"/>
              <a:gd name="csY22" fmla="*/ 1 h 24816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</a:cxnLst>
            <a:rect l="l" t="t" r="r" b="b"/>
            <a:pathLst>
              <a:path w="160148" h="248162">
                <a:moveTo>
                  <a:pt x="109351" y="0"/>
                </a:moveTo>
                <a:cubicBezTo>
                  <a:pt x="107496" y="0"/>
                  <a:pt x="105972" y="3581"/>
                  <a:pt x="104684" y="10717"/>
                </a:cubicBezTo>
                <a:cubicBezTo>
                  <a:pt x="103502" y="17143"/>
                  <a:pt x="101039" y="33346"/>
                  <a:pt x="98958" y="46700"/>
                </a:cubicBezTo>
                <a:cubicBezTo>
                  <a:pt x="96877" y="60053"/>
                  <a:pt x="92826" y="86371"/>
                  <a:pt x="89783" y="105368"/>
                </a:cubicBezTo>
                <a:cubicBezTo>
                  <a:pt x="86996" y="124225"/>
                  <a:pt x="83277" y="149367"/>
                  <a:pt x="81640" y="161156"/>
                </a:cubicBezTo>
                <a:cubicBezTo>
                  <a:pt x="78566" y="184108"/>
                  <a:pt x="78333" y="190036"/>
                  <a:pt x="73101" y="190036"/>
                </a:cubicBezTo>
                <a:cubicBezTo>
                  <a:pt x="70863" y="190036"/>
                  <a:pt x="67711" y="188952"/>
                  <a:pt x="63032" y="187652"/>
                </a:cubicBezTo>
                <a:cubicBezTo>
                  <a:pt x="57829" y="186248"/>
                  <a:pt x="52568" y="185582"/>
                  <a:pt x="47419" y="185582"/>
                </a:cubicBezTo>
                <a:cubicBezTo>
                  <a:pt x="25902" y="185582"/>
                  <a:pt x="6355" y="197203"/>
                  <a:pt x="1294" y="215046"/>
                </a:cubicBezTo>
                <a:cubicBezTo>
                  <a:pt x="-4454" y="235311"/>
                  <a:pt x="9669" y="248163"/>
                  <a:pt x="29417" y="248163"/>
                </a:cubicBezTo>
                <a:cubicBezTo>
                  <a:pt x="39415" y="248163"/>
                  <a:pt x="50855" y="244868"/>
                  <a:pt x="61887" y="237573"/>
                </a:cubicBezTo>
                <a:cubicBezTo>
                  <a:pt x="77636" y="227170"/>
                  <a:pt x="79505" y="222835"/>
                  <a:pt x="85908" y="180706"/>
                </a:cubicBezTo>
                <a:cubicBezTo>
                  <a:pt x="94607" y="122961"/>
                  <a:pt x="97028" y="109913"/>
                  <a:pt x="99560" y="108506"/>
                </a:cubicBezTo>
                <a:cubicBezTo>
                  <a:pt x="100023" y="108248"/>
                  <a:pt x="100626" y="108126"/>
                  <a:pt x="101345" y="108126"/>
                </a:cubicBezTo>
                <a:cubicBezTo>
                  <a:pt x="106915" y="108126"/>
                  <a:pt x="119433" y="115456"/>
                  <a:pt x="127618" y="123898"/>
                </a:cubicBezTo>
                <a:cubicBezTo>
                  <a:pt x="144545" y="141688"/>
                  <a:pt x="149624" y="165895"/>
                  <a:pt x="141855" y="193291"/>
                </a:cubicBezTo>
                <a:cubicBezTo>
                  <a:pt x="139404" y="202311"/>
                  <a:pt x="138673" y="206802"/>
                  <a:pt x="139899" y="206802"/>
                </a:cubicBezTo>
                <a:cubicBezTo>
                  <a:pt x="141100" y="206802"/>
                  <a:pt x="144180" y="202489"/>
                  <a:pt x="149362" y="193898"/>
                </a:cubicBezTo>
                <a:cubicBezTo>
                  <a:pt x="157257" y="181102"/>
                  <a:pt x="161208" y="151382"/>
                  <a:pt x="156795" y="136858"/>
                </a:cubicBezTo>
                <a:cubicBezTo>
                  <a:pt x="156077" y="134125"/>
                  <a:pt x="156826" y="125467"/>
                  <a:pt x="158397" y="117671"/>
                </a:cubicBezTo>
                <a:cubicBezTo>
                  <a:pt x="163880" y="90064"/>
                  <a:pt x="157073" y="70441"/>
                  <a:pt x="129709" y="34554"/>
                </a:cubicBezTo>
                <a:cubicBezTo>
                  <a:pt x="124231" y="27545"/>
                  <a:pt x="118257" y="17019"/>
                  <a:pt x="116227" y="11390"/>
                </a:cubicBezTo>
                <a:cubicBezTo>
                  <a:pt x="113516" y="3788"/>
                  <a:pt x="111258" y="1"/>
                  <a:pt x="109351" y="1"/>
                </a:cubicBezTo>
                <a:close/>
              </a:path>
            </a:pathLst>
          </a:custGeom>
          <a:solidFill>
            <a:srgbClr val="000000"/>
          </a:solidFill>
          <a:ln w="7382" cap="flat">
            <a:noFill/>
            <a:prstDash val="solid"/>
            <a:miter/>
          </a:ln>
        </p:spPr>
        <p:txBody>
          <a:bodyPr/>
          <a:lstStyle/>
          <a:p>
            <a:endParaRPr lang="en-AU"/>
          </a:p>
        </p:txBody>
      </p:sp>
      <p:sp>
        <p:nvSpPr>
          <p:cNvPr id="45" name="Freeform: Shape 44">
            <a:extLst>
              <a:ext uri="{FF2B5EF4-FFF2-40B4-BE49-F238E27FC236}">
                <a16:creationId xmlns:a16="http://schemas.microsoft.com/office/drawing/2014/main" id="{14BBEB05-D7FD-9A61-2F0B-E288BA30CA16}"/>
              </a:ext>
            </a:extLst>
          </p:cNvPr>
          <p:cNvSpPr/>
          <p:nvPr/>
        </p:nvSpPr>
        <p:spPr>
          <a:xfrm flipH="1">
            <a:off x="2676643" y="2811232"/>
            <a:ext cx="258003" cy="248335"/>
          </a:xfrm>
          <a:custGeom>
            <a:avLst/>
            <a:gdLst>
              <a:gd name="csX0" fmla="*/ 242086 w 258003"/>
              <a:gd name="csY0" fmla="*/ 0 h 248335"/>
              <a:gd name="csX1" fmla="*/ 232487 w 258003"/>
              <a:gd name="csY1" fmla="*/ 1616 h 248335"/>
              <a:gd name="csX2" fmla="*/ 187372 w 258003"/>
              <a:gd name="csY2" fmla="*/ 36581 h 248335"/>
              <a:gd name="csX3" fmla="*/ 167700 w 258003"/>
              <a:gd name="csY3" fmla="*/ 58559 h 248335"/>
              <a:gd name="csX4" fmla="*/ 147232 w 258003"/>
              <a:gd name="csY4" fmla="*/ 61528 h 248335"/>
              <a:gd name="csX5" fmla="*/ 89458 w 258003"/>
              <a:gd name="csY5" fmla="*/ 74190 h 248335"/>
              <a:gd name="csX6" fmla="*/ 50297 w 258003"/>
              <a:gd name="csY6" fmla="*/ 139306 h 248335"/>
              <a:gd name="csX7" fmla="*/ 69295 w 258003"/>
              <a:gd name="csY7" fmla="*/ 183636 h 248335"/>
              <a:gd name="csX8" fmla="*/ 78676 w 258003"/>
              <a:gd name="csY8" fmla="*/ 198695 h 248335"/>
              <a:gd name="csX9" fmla="*/ 53054 w 258003"/>
              <a:gd name="csY9" fmla="*/ 233375 h 248335"/>
              <a:gd name="csX10" fmla="*/ 31975 w 258003"/>
              <a:gd name="csY10" fmla="*/ 243057 h 248335"/>
              <a:gd name="csX11" fmla="*/ 22085 w 258003"/>
              <a:gd name="csY11" fmla="*/ 241028 h 248335"/>
              <a:gd name="csX12" fmla="*/ 11757 w 258003"/>
              <a:gd name="csY12" fmla="*/ 234571 h 248335"/>
              <a:gd name="csX13" fmla="*/ 17364 w 258003"/>
              <a:gd name="csY13" fmla="*/ 224773 h 248335"/>
              <a:gd name="csX14" fmla="*/ 17522 w 258003"/>
              <a:gd name="csY14" fmla="*/ 224774 h 248335"/>
              <a:gd name="csX15" fmla="*/ 18752 w 258003"/>
              <a:gd name="csY15" fmla="*/ 224791 h 248335"/>
              <a:gd name="csX16" fmla="*/ 36356 w 258003"/>
              <a:gd name="csY16" fmla="*/ 216283 h 248335"/>
              <a:gd name="csX17" fmla="*/ 33087 w 258003"/>
              <a:gd name="csY17" fmla="*/ 193212 h 248335"/>
              <a:gd name="csX18" fmla="*/ 21945 w 258003"/>
              <a:gd name="csY18" fmla="*/ 187645 h 248335"/>
              <a:gd name="csX19" fmla="*/ 12338 w 258003"/>
              <a:gd name="csY19" fmla="*/ 190404 h 248335"/>
              <a:gd name="csX20" fmla="*/ 1404 w 258003"/>
              <a:gd name="csY20" fmla="*/ 204888 h 248335"/>
              <a:gd name="csX21" fmla="*/ 9658 w 258003"/>
              <a:gd name="csY21" fmla="*/ 238212 h 248335"/>
              <a:gd name="csX22" fmla="*/ 29548 w 258003"/>
              <a:gd name="csY22" fmla="*/ 248336 h 248335"/>
              <a:gd name="csX23" fmla="*/ 35743 w 258003"/>
              <a:gd name="csY23" fmla="*/ 247778 h 248335"/>
              <a:gd name="csX24" fmla="*/ 76546 w 258003"/>
              <a:gd name="csY24" fmla="*/ 213726 h 248335"/>
              <a:gd name="csX25" fmla="*/ 87171 w 258003"/>
              <a:gd name="csY25" fmla="*/ 199579 h 248335"/>
              <a:gd name="csX26" fmla="*/ 97489 w 258003"/>
              <a:gd name="csY26" fmla="*/ 198404 h 248335"/>
              <a:gd name="csX27" fmla="*/ 101554 w 258003"/>
              <a:gd name="csY27" fmla="*/ 198507 h 248335"/>
              <a:gd name="csX28" fmla="*/ 105355 w 258003"/>
              <a:gd name="csY28" fmla="*/ 198610 h 248335"/>
              <a:gd name="csX29" fmla="*/ 120786 w 258003"/>
              <a:gd name="csY29" fmla="*/ 196883 h 248335"/>
              <a:gd name="csX30" fmla="*/ 146857 w 258003"/>
              <a:gd name="csY30" fmla="*/ 126021 h 248335"/>
              <a:gd name="csX31" fmla="*/ 149233 w 258003"/>
              <a:gd name="csY31" fmla="*/ 97339 h 248335"/>
              <a:gd name="csX32" fmla="*/ 160300 w 258003"/>
              <a:gd name="csY32" fmla="*/ 86904 h 248335"/>
              <a:gd name="csX33" fmla="*/ 225224 w 258003"/>
              <a:gd name="csY33" fmla="*/ 64828 h 248335"/>
              <a:gd name="csX34" fmla="*/ 257038 w 258003"/>
              <a:gd name="csY34" fmla="*/ 21103 h 248335"/>
              <a:gd name="csX35" fmla="*/ 242085 w 258003"/>
              <a:gd name="csY35" fmla="*/ 2 h 24833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258003" h="248335">
                <a:moveTo>
                  <a:pt x="242086" y="0"/>
                </a:moveTo>
                <a:cubicBezTo>
                  <a:pt x="239166" y="0"/>
                  <a:pt x="235938" y="518"/>
                  <a:pt x="232487" y="1616"/>
                </a:cubicBezTo>
                <a:cubicBezTo>
                  <a:pt x="218261" y="5898"/>
                  <a:pt x="205304" y="16231"/>
                  <a:pt x="187372" y="36581"/>
                </a:cubicBezTo>
                <a:cubicBezTo>
                  <a:pt x="177944" y="47261"/>
                  <a:pt x="169132" y="57268"/>
                  <a:pt x="167700" y="58559"/>
                </a:cubicBezTo>
                <a:cubicBezTo>
                  <a:pt x="166465" y="59904"/>
                  <a:pt x="157161" y="61120"/>
                  <a:pt x="147232" y="61528"/>
                </a:cubicBezTo>
                <a:cubicBezTo>
                  <a:pt x="120603" y="62155"/>
                  <a:pt x="103807" y="65722"/>
                  <a:pt x="89458" y="74190"/>
                </a:cubicBezTo>
                <a:cubicBezTo>
                  <a:pt x="62756" y="89361"/>
                  <a:pt x="49768" y="111084"/>
                  <a:pt x="50297" y="139306"/>
                </a:cubicBezTo>
                <a:cubicBezTo>
                  <a:pt x="50932" y="160382"/>
                  <a:pt x="55727" y="172057"/>
                  <a:pt x="69295" y="183636"/>
                </a:cubicBezTo>
                <a:cubicBezTo>
                  <a:pt x="79067" y="192050"/>
                  <a:pt x="80119" y="193608"/>
                  <a:pt x="78676" y="198695"/>
                </a:cubicBezTo>
                <a:cubicBezTo>
                  <a:pt x="76622" y="205935"/>
                  <a:pt x="62775" y="224675"/>
                  <a:pt x="53054" y="233375"/>
                </a:cubicBezTo>
                <a:cubicBezTo>
                  <a:pt x="45676" y="239943"/>
                  <a:pt x="38883" y="243057"/>
                  <a:pt x="31975" y="243057"/>
                </a:cubicBezTo>
                <a:cubicBezTo>
                  <a:pt x="28728" y="243057"/>
                  <a:pt x="25456" y="242369"/>
                  <a:pt x="22085" y="241028"/>
                </a:cubicBezTo>
                <a:cubicBezTo>
                  <a:pt x="17561" y="238927"/>
                  <a:pt x="12808" y="236130"/>
                  <a:pt x="11757" y="234571"/>
                </a:cubicBezTo>
                <a:cubicBezTo>
                  <a:pt x="8293" y="229631"/>
                  <a:pt x="11099" y="224773"/>
                  <a:pt x="17364" y="224773"/>
                </a:cubicBezTo>
                <a:cubicBezTo>
                  <a:pt x="17417" y="224773"/>
                  <a:pt x="17469" y="224773"/>
                  <a:pt x="17522" y="224774"/>
                </a:cubicBezTo>
                <a:cubicBezTo>
                  <a:pt x="17938" y="224786"/>
                  <a:pt x="18348" y="224791"/>
                  <a:pt x="18752" y="224791"/>
                </a:cubicBezTo>
                <a:cubicBezTo>
                  <a:pt x="27390" y="224791"/>
                  <a:pt x="33283" y="222085"/>
                  <a:pt x="36356" y="216283"/>
                </a:cubicBezTo>
                <a:cubicBezTo>
                  <a:pt x="40466" y="208559"/>
                  <a:pt x="39009" y="198655"/>
                  <a:pt x="33087" y="193212"/>
                </a:cubicBezTo>
                <a:cubicBezTo>
                  <a:pt x="29108" y="189423"/>
                  <a:pt x="25770" y="187645"/>
                  <a:pt x="21945" y="187645"/>
                </a:cubicBezTo>
                <a:cubicBezTo>
                  <a:pt x="19149" y="187645"/>
                  <a:pt x="16094" y="188595"/>
                  <a:pt x="12338" y="190404"/>
                </a:cubicBezTo>
                <a:cubicBezTo>
                  <a:pt x="4908" y="194040"/>
                  <a:pt x="3870" y="195440"/>
                  <a:pt x="1404" y="204888"/>
                </a:cubicBezTo>
                <a:cubicBezTo>
                  <a:pt x="-2061" y="217858"/>
                  <a:pt x="961" y="230517"/>
                  <a:pt x="9658" y="238212"/>
                </a:cubicBezTo>
                <a:cubicBezTo>
                  <a:pt x="17938" y="245651"/>
                  <a:pt x="22695" y="248336"/>
                  <a:pt x="29548" y="248336"/>
                </a:cubicBezTo>
                <a:cubicBezTo>
                  <a:pt x="31419" y="248336"/>
                  <a:pt x="33446" y="248136"/>
                  <a:pt x="35743" y="247778"/>
                </a:cubicBezTo>
                <a:cubicBezTo>
                  <a:pt x="49754" y="245760"/>
                  <a:pt x="61501" y="235934"/>
                  <a:pt x="76546" y="213726"/>
                </a:cubicBezTo>
                <a:cubicBezTo>
                  <a:pt x="81083" y="206754"/>
                  <a:pt x="86047" y="200533"/>
                  <a:pt x="87171" y="199579"/>
                </a:cubicBezTo>
                <a:cubicBezTo>
                  <a:pt x="88215" y="198868"/>
                  <a:pt x="92516" y="198404"/>
                  <a:pt x="97489" y="198404"/>
                </a:cubicBezTo>
                <a:cubicBezTo>
                  <a:pt x="98813" y="198404"/>
                  <a:pt x="100184" y="198437"/>
                  <a:pt x="101554" y="198507"/>
                </a:cubicBezTo>
                <a:cubicBezTo>
                  <a:pt x="102768" y="198577"/>
                  <a:pt x="104049" y="198610"/>
                  <a:pt x="105355" y="198610"/>
                </a:cubicBezTo>
                <a:cubicBezTo>
                  <a:pt x="111269" y="198610"/>
                  <a:pt x="117695" y="197926"/>
                  <a:pt x="120786" y="196883"/>
                </a:cubicBezTo>
                <a:cubicBezTo>
                  <a:pt x="153291" y="186068"/>
                  <a:pt x="166549" y="149854"/>
                  <a:pt x="146857" y="126021"/>
                </a:cubicBezTo>
                <a:cubicBezTo>
                  <a:pt x="139111" y="116480"/>
                  <a:pt x="139294" y="113576"/>
                  <a:pt x="149233" y="97339"/>
                </a:cubicBezTo>
                <a:cubicBezTo>
                  <a:pt x="153882" y="89976"/>
                  <a:pt x="156859" y="87003"/>
                  <a:pt x="160300" y="86904"/>
                </a:cubicBezTo>
                <a:cubicBezTo>
                  <a:pt x="183345" y="86127"/>
                  <a:pt x="211426" y="76618"/>
                  <a:pt x="225224" y="64828"/>
                </a:cubicBezTo>
                <a:cubicBezTo>
                  <a:pt x="237136" y="54416"/>
                  <a:pt x="254151" y="31278"/>
                  <a:pt x="257038" y="21103"/>
                </a:cubicBezTo>
                <a:cubicBezTo>
                  <a:pt x="260639" y="8406"/>
                  <a:pt x="253850" y="2"/>
                  <a:pt x="242085" y="2"/>
                </a:cubicBezTo>
                <a:close/>
              </a:path>
            </a:pathLst>
          </a:custGeom>
          <a:solidFill>
            <a:srgbClr val="000000"/>
          </a:solidFill>
          <a:ln w="7382" cap="flat">
            <a:noFill/>
            <a:prstDash val="solid"/>
            <a:miter/>
          </a:ln>
        </p:spPr>
        <p:txBody>
          <a:bodyPr/>
          <a:lstStyle/>
          <a:p>
            <a:endParaRPr lang="en-AU"/>
          </a:p>
        </p:txBody>
      </p:sp>
      <p:sp>
        <p:nvSpPr>
          <p:cNvPr id="46" name="Freeform: Shape 45">
            <a:extLst>
              <a:ext uri="{FF2B5EF4-FFF2-40B4-BE49-F238E27FC236}">
                <a16:creationId xmlns:a16="http://schemas.microsoft.com/office/drawing/2014/main" id="{49F6961A-FE62-0431-A2CB-433361C88EC2}"/>
              </a:ext>
            </a:extLst>
          </p:cNvPr>
          <p:cNvSpPr/>
          <p:nvPr/>
        </p:nvSpPr>
        <p:spPr>
          <a:xfrm flipH="1">
            <a:off x="6213362" y="1682456"/>
            <a:ext cx="205171" cy="125278"/>
          </a:xfrm>
          <a:custGeom>
            <a:avLst/>
            <a:gdLst>
              <a:gd name="csX0" fmla="*/ 203576 w 205171"/>
              <a:gd name="csY0" fmla="*/ 0 h 125278"/>
              <a:gd name="csX1" fmla="*/ 166371 w 205171"/>
              <a:gd name="csY1" fmla="*/ 19619 h 125278"/>
              <a:gd name="csX2" fmla="*/ 94299 w 205171"/>
              <a:gd name="csY2" fmla="*/ 63140 h 125278"/>
              <a:gd name="csX3" fmla="*/ 68850 w 205171"/>
              <a:gd name="csY3" fmla="*/ 76408 h 125278"/>
              <a:gd name="csX4" fmla="*/ 67955 w 205171"/>
              <a:gd name="csY4" fmla="*/ 76298 h 125278"/>
              <a:gd name="csX5" fmla="*/ 60857 w 205171"/>
              <a:gd name="csY5" fmla="*/ 66727 h 125278"/>
              <a:gd name="csX6" fmla="*/ 24484 w 205171"/>
              <a:gd name="csY6" fmla="*/ 42542 h 125278"/>
              <a:gd name="csX7" fmla="*/ 1619 w 205171"/>
              <a:gd name="csY7" fmla="*/ 55974 h 125278"/>
              <a:gd name="csX8" fmla="*/ 11030 w 205171"/>
              <a:gd name="csY8" fmla="*/ 83707 h 125278"/>
              <a:gd name="csX9" fmla="*/ 41413 w 205171"/>
              <a:gd name="csY9" fmla="*/ 95578 h 125278"/>
              <a:gd name="csX10" fmla="*/ 45531 w 205171"/>
              <a:gd name="csY10" fmla="*/ 95190 h 125278"/>
              <a:gd name="csX11" fmla="*/ 80771 w 205171"/>
              <a:gd name="csY11" fmla="*/ 77747 h 125278"/>
              <a:gd name="csX12" fmla="*/ 108787 w 205171"/>
              <a:gd name="csY12" fmla="*/ 60197 h 125278"/>
              <a:gd name="csX13" fmla="*/ 129294 w 205171"/>
              <a:gd name="csY13" fmla="*/ 50375 h 125278"/>
              <a:gd name="csX14" fmla="*/ 136157 w 205171"/>
              <a:gd name="csY14" fmla="*/ 61466 h 125278"/>
              <a:gd name="csX15" fmla="*/ 133611 w 205171"/>
              <a:gd name="csY15" fmla="*/ 83980 h 125278"/>
              <a:gd name="csX16" fmla="*/ 121160 w 205171"/>
              <a:gd name="csY16" fmla="*/ 106063 h 125278"/>
              <a:gd name="csX17" fmla="*/ 91729 w 205171"/>
              <a:gd name="csY17" fmla="*/ 122586 h 125278"/>
              <a:gd name="csX18" fmla="*/ 87164 w 205171"/>
              <a:gd name="csY18" fmla="*/ 123640 h 125278"/>
              <a:gd name="csX19" fmla="*/ 91063 w 205171"/>
              <a:gd name="csY19" fmla="*/ 124935 h 125278"/>
              <a:gd name="csX20" fmla="*/ 94048 w 205171"/>
              <a:gd name="csY20" fmla="*/ 125279 h 125278"/>
              <a:gd name="csX21" fmla="*/ 141312 w 205171"/>
              <a:gd name="csY21" fmla="*/ 101950 h 125278"/>
              <a:gd name="csX22" fmla="*/ 153795 w 205171"/>
              <a:gd name="csY22" fmla="*/ 92542 h 125278"/>
              <a:gd name="csX23" fmla="*/ 173526 w 205171"/>
              <a:gd name="csY23" fmla="*/ 77124 h 125278"/>
              <a:gd name="csX24" fmla="*/ 191786 w 205171"/>
              <a:gd name="csY24" fmla="*/ 36811 h 125278"/>
              <a:gd name="csX25" fmla="*/ 204236 w 205171"/>
              <a:gd name="csY25" fmla="*/ 2695 h 125278"/>
              <a:gd name="csX26" fmla="*/ 203715 w 205171"/>
              <a:gd name="csY26" fmla="*/ 18 h 125278"/>
              <a:gd name="csX27" fmla="*/ 203576 w 205171"/>
              <a:gd name="csY27" fmla="*/ 2 h 12527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</a:cxnLst>
            <a:rect l="l" t="t" r="r" b="b"/>
            <a:pathLst>
              <a:path w="205171" h="125278">
                <a:moveTo>
                  <a:pt x="203576" y="0"/>
                </a:moveTo>
                <a:cubicBezTo>
                  <a:pt x="201330" y="0"/>
                  <a:pt x="184880" y="8687"/>
                  <a:pt x="166371" y="19619"/>
                </a:cubicBezTo>
                <a:cubicBezTo>
                  <a:pt x="126057" y="43674"/>
                  <a:pt x="101414" y="58360"/>
                  <a:pt x="94299" y="63140"/>
                </a:cubicBezTo>
                <a:cubicBezTo>
                  <a:pt x="79986" y="72448"/>
                  <a:pt x="72336" y="76408"/>
                  <a:pt x="68850" y="76408"/>
                </a:cubicBezTo>
                <a:cubicBezTo>
                  <a:pt x="68514" y="76408"/>
                  <a:pt x="68216" y="76371"/>
                  <a:pt x="67955" y="76298"/>
                </a:cubicBezTo>
                <a:cubicBezTo>
                  <a:pt x="66176" y="75804"/>
                  <a:pt x="62911" y="71519"/>
                  <a:pt x="60857" y="66727"/>
                </a:cubicBezTo>
                <a:cubicBezTo>
                  <a:pt x="54325" y="51249"/>
                  <a:pt x="38485" y="42542"/>
                  <a:pt x="24484" y="42542"/>
                </a:cubicBezTo>
                <a:cubicBezTo>
                  <a:pt x="14694" y="42542"/>
                  <a:pt x="5802" y="46799"/>
                  <a:pt x="1619" y="55974"/>
                </a:cubicBezTo>
                <a:cubicBezTo>
                  <a:pt x="-2375" y="64786"/>
                  <a:pt x="1116" y="75043"/>
                  <a:pt x="11030" y="83707"/>
                </a:cubicBezTo>
                <a:cubicBezTo>
                  <a:pt x="18993" y="90652"/>
                  <a:pt x="32127" y="95578"/>
                  <a:pt x="41413" y="95578"/>
                </a:cubicBezTo>
                <a:cubicBezTo>
                  <a:pt x="42896" y="95578"/>
                  <a:pt x="44281" y="95453"/>
                  <a:pt x="45531" y="95190"/>
                </a:cubicBezTo>
                <a:cubicBezTo>
                  <a:pt x="52604" y="93566"/>
                  <a:pt x="69998" y="84887"/>
                  <a:pt x="80771" y="77747"/>
                </a:cubicBezTo>
                <a:cubicBezTo>
                  <a:pt x="84989" y="74908"/>
                  <a:pt x="97478" y="66978"/>
                  <a:pt x="108787" y="60197"/>
                </a:cubicBezTo>
                <a:cubicBezTo>
                  <a:pt x="119665" y="53670"/>
                  <a:pt x="125640" y="50375"/>
                  <a:pt x="129294" y="50375"/>
                </a:cubicBezTo>
                <a:cubicBezTo>
                  <a:pt x="133153" y="50375"/>
                  <a:pt x="134427" y="54048"/>
                  <a:pt x="136157" y="61466"/>
                </a:cubicBezTo>
                <a:cubicBezTo>
                  <a:pt x="137341" y="67073"/>
                  <a:pt x="136608" y="73414"/>
                  <a:pt x="133611" y="83980"/>
                </a:cubicBezTo>
                <a:cubicBezTo>
                  <a:pt x="129892" y="97089"/>
                  <a:pt x="128268" y="99803"/>
                  <a:pt x="121160" y="106063"/>
                </a:cubicBezTo>
                <a:cubicBezTo>
                  <a:pt x="112675" y="113417"/>
                  <a:pt x="99704" y="120791"/>
                  <a:pt x="91729" y="122586"/>
                </a:cubicBezTo>
                <a:lnTo>
                  <a:pt x="87164" y="123640"/>
                </a:lnTo>
                <a:lnTo>
                  <a:pt x="91063" y="124935"/>
                </a:lnTo>
                <a:cubicBezTo>
                  <a:pt x="91905" y="125169"/>
                  <a:pt x="92910" y="125279"/>
                  <a:pt x="94048" y="125279"/>
                </a:cubicBezTo>
                <a:cubicBezTo>
                  <a:pt x="107361" y="125279"/>
                  <a:pt x="138960" y="110242"/>
                  <a:pt x="141312" y="101950"/>
                </a:cubicBezTo>
                <a:cubicBezTo>
                  <a:pt x="141701" y="100581"/>
                  <a:pt x="147409" y="96256"/>
                  <a:pt x="153795" y="92542"/>
                </a:cubicBezTo>
                <a:cubicBezTo>
                  <a:pt x="160237" y="88631"/>
                  <a:pt x="169260" y="81639"/>
                  <a:pt x="173526" y="77124"/>
                </a:cubicBezTo>
                <a:cubicBezTo>
                  <a:pt x="180824" y="69441"/>
                  <a:pt x="182305" y="66475"/>
                  <a:pt x="191786" y="36811"/>
                </a:cubicBezTo>
                <a:cubicBezTo>
                  <a:pt x="197430" y="19169"/>
                  <a:pt x="203056" y="3845"/>
                  <a:pt x="204236" y="2695"/>
                </a:cubicBezTo>
                <a:cubicBezTo>
                  <a:pt x="205613" y="1600"/>
                  <a:pt x="205495" y="511"/>
                  <a:pt x="203715" y="18"/>
                </a:cubicBezTo>
                <a:cubicBezTo>
                  <a:pt x="203677" y="7"/>
                  <a:pt x="203631" y="2"/>
                  <a:pt x="203576" y="2"/>
                </a:cubicBez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  <a:ln w="7382" cap="flat">
            <a:noFill/>
            <a:prstDash val="solid"/>
            <a:miter/>
          </a:ln>
        </p:spPr>
        <p:txBody>
          <a:bodyPr/>
          <a:lstStyle/>
          <a:p>
            <a:endParaRPr lang="en-AU"/>
          </a:p>
        </p:txBody>
      </p:sp>
      <p:sp>
        <p:nvSpPr>
          <p:cNvPr id="47" name="Freeform: Shape 46">
            <a:extLst>
              <a:ext uri="{FF2B5EF4-FFF2-40B4-BE49-F238E27FC236}">
                <a16:creationId xmlns:a16="http://schemas.microsoft.com/office/drawing/2014/main" id="{356ED2C0-D4D9-2220-D14F-C308EC649BDC}"/>
              </a:ext>
            </a:extLst>
          </p:cNvPr>
          <p:cNvSpPr/>
          <p:nvPr/>
        </p:nvSpPr>
        <p:spPr>
          <a:xfrm flipH="1">
            <a:off x="1904322" y="2885073"/>
            <a:ext cx="170999" cy="238147"/>
          </a:xfrm>
          <a:custGeom>
            <a:avLst/>
            <a:gdLst>
              <a:gd name="csX0" fmla="*/ 103846 w 170999"/>
              <a:gd name="csY0" fmla="*/ 0 h 238147"/>
              <a:gd name="csX1" fmla="*/ 95324 w 170999"/>
              <a:gd name="csY1" fmla="*/ 1674 h 238147"/>
              <a:gd name="csX2" fmla="*/ 77896 w 170999"/>
              <a:gd name="csY2" fmla="*/ 27019 h 238147"/>
              <a:gd name="csX3" fmla="*/ 107498 w 170999"/>
              <a:gd name="csY3" fmla="*/ 76826 h 238147"/>
              <a:gd name="csX4" fmla="*/ 116441 w 170999"/>
              <a:gd name="csY4" fmla="*/ 82899 h 238147"/>
              <a:gd name="csX5" fmla="*/ 106181 w 170999"/>
              <a:gd name="csY5" fmla="*/ 96513 h 238147"/>
              <a:gd name="csX6" fmla="*/ 96030 w 170999"/>
              <a:gd name="csY6" fmla="*/ 109737 h 238147"/>
              <a:gd name="csX7" fmla="*/ 88066 w 170999"/>
              <a:gd name="csY7" fmla="*/ 119768 h 238147"/>
              <a:gd name="csX8" fmla="*/ 65209 w 170999"/>
              <a:gd name="csY8" fmla="*/ 148461 h 238147"/>
              <a:gd name="csX9" fmla="*/ 30412 w 170999"/>
              <a:gd name="csY9" fmla="*/ 193680 h 238147"/>
              <a:gd name="csX10" fmla="*/ 1280 w 170999"/>
              <a:gd name="csY10" fmla="*/ 237726 h 238147"/>
              <a:gd name="csX11" fmla="*/ 3065 w 170999"/>
              <a:gd name="csY11" fmla="*/ 238147 h 238147"/>
              <a:gd name="csX12" fmla="*/ 11257 w 170999"/>
              <a:gd name="csY12" fmla="*/ 235643 h 238147"/>
              <a:gd name="csX13" fmla="*/ 61983 w 170999"/>
              <a:gd name="csY13" fmla="*/ 223768 h 238147"/>
              <a:gd name="csX14" fmla="*/ 123498 w 170999"/>
              <a:gd name="csY14" fmla="*/ 185125 h 238147"/>
              <a:gd name="csX15" fmla="*/ 137906 w 170999"/>
              <a:gd name="csY15" fmla="*/ 171184 h 238147"/>
              <a:gd name="csX16" fmla="*/ 155351 w 170999"/>
              <a:gd name="csY16" fmla="*/ 155555 h 238147"/>
              <a:gd name="csX17" fmla="*/ 170999 w 170999"/>
              <a:gd name="csY17" fmla="*/ 117683 h 238147"/>
              <a:gd name="csX18" fmla="*/ 170448 w 170999"/>
              <a:gd name="csY18" fmla="*/ 113935 h 238147"/>
              <a:gd name="csX19" fmla="*/ 164706 w 170999"/>
              <a:gd name="csY19" fmla="*/ 123323 h 238147"/>
              <a:gd name="csX20" fmla="*/ 112539 w 170999"/>
              <a:gd name="csY20" fmla="*/ 164351 h 238147"/>
              <a:gd name="csX21" fmla="*/ 106521 w 170999"/>
              <a:gd name="csY21" fmla="*/ 164692 h 238147"/>
              <a:gd name="csX22" fmla="*/ 88411 w 170999"/>
              <a:gd name="csY22" fmla="*/ 162927 h 238147"/>
              <a:gd name="csX23" fmla="*/ 82929 w 170999"/>
              <a:gd name="csY23" fmla="*/ 137130 h 238147"/>
              <a:gd name="csX24" fmla="*/ 110133 w 170999"/>
              <a:gd name="csY24" fmla="*/ 102890 h 238147"/>
              <a:gd name="csX25" fmla="*/ 127828 w 170999"/>
              <a:gd name="csY25" fmla="*/ 80362 h 238147"/>
              <a:gd name="csX26" fmla="*/ 140794 w 170999"/>
              <a:gd name="csY26" fmla="*/ 42167 h 238147"/>
              <a:gd name="csX27" fmla="*/ 103846 w 170999"/>
              <a:gd name="csY27" fmla="*/ 0 h 23814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</a:cxnLst>
            <a:rect l="l" t="t" r="r" b="b"/>
            <a:pathLst>
              <a:path w="170999" h="238147">
                <a:moveTo>
                  <a:pt x="103846" y="0"/>
                </a:moveTo>
                <a:cubicBezTo>
                  <a:pt x="100964" y="0"/>
                  <a:pt x="98098" y="535"/>
                  <a:pt x="95324" y="1674"/>
                </a:cubicBezTo>
                <a:cubicBezTo>
                  <a:pt x="85637" y="5739"/>
                  <a:pt x="79502" y="14589"/>
                  <a:pt x="77896" y="27019"/>
                </a:cubicBezTo>
                <a:cubicBezTo>
                  <a:pt x="75249" y="46127"/>
                  <a:pt x="88699" y="68649"/>
                  <a:pt x="107498" y="76826"/>
                </a:cubicBezTo>
                <a:cubicBezTo>
                  <a:pt x="112616" y="79092"/>
                  <a:pt x="116775" y="81724"/>
                  <a:pt x="116441" y="82899"/>
                </a:cubicBezTo>
                <a:cubicBezTo>
                  <a:pt x="116164" y="83877"/>
                  <a:pt x="111651" y="90012"/>
                  <a:pt x="106181" y="96513"/>
                </a:cubicBezTo>
                <a:cubicBezTo>
                  <a:pt x="100908" y="103071"/>
                  <a:pt x="96252" y="108955"/>
                  <a:pt x="96030" y="109737"/>
                </a:cubicBezTo>
                <a:cubicBezTo>
                  <a:pt x="95808" y="110519"/>
                  <a:pt x="92190" y="115002"/>
                  <a:pt x="88066" y="119768"/>
                </a:cubicBezTo>
                <a:cubicBezTo>
                  <a:pt x="83941" y="124533"/>
                  <a:pt x="73649" y="137506"/>
                  <a:pt x="65209" y="148461"/>
                </a:cubicBezTo>
                <a:cubicBezTo>
                  <a:pt x="56769" y="159415"/>
                  <a:pt x="41180" y="179782"/>
                  <a:pt x="30412" y="193680"/>
                </a:cubicBezTo>
                <a:cubicBezTo>
                  <a:pt x="-2113" y="236151"/>
                  <a:pt x="-1694" y="235423"/>
                  <a:pt x="1280" y="237726"/>
                </a:cubicBezTo>
                <a:cubicBezTo>
                  <a:pt x="1672" y="238012"/>
                  <a:pt x="2289" y="238147"/>
                  <a:pt x="3065" y="238147"/>
                </a:cubicBezTo>
                <a:cubicBezTo>
                  <a:pt x="5085" y="238147"/>
                  <a:pt x="8187" y="237230"/>
                  <a:pt x="11257" y="235643"/>
                </a:cubicBezTo>
                <a:cubicBezTo>
                  <a:pt x="19107" y="231279"/>
                  <a:pt x="30746" y="228601"/>
                  <a:pt x="61983" y="223768"/>
                </a:cubicBezTo>
                <a:cubicBezTo>
                  <a:pt x="91612" y="219332"/>
                  <a:pt x="110344" y="207435"/>
                  <a:pt x="123498" y="185125"/>
                </a:cubicBezTo>
                <a:cubicBezTo>
                  <a:pt x="125598" y="181487"/>
                  <a:pt x="132112" y="175063"/>
                  <a:pt x="137906" y="171184"/>
                </a:cubicBezTo>
                <a:cubicBezTo>
                  <a:pt x="143501" y="167250"/>
                  <a:pt x="151481" y="160178"/>
                  <a:pt x="155351" y="155555"/>
                </a:cubicBezTo>
                <a:cubicBezTo>
                  <a:pt x="163402" y="145969"/>
                  <a:pt x="171072" y="127202"/>
                  <a:pt x="170999" y="117683"/>
                </a:cubicBezTo>
                <a:cubicBezTo>
                  <a:pt x="170988" y="115275"/>
                  <a:pt x="170921" y="113935"/>
                  <a:pt x="170448" y="113935"/>
                </a:cubicBezTo>
                <a:cubicBezTo>
                  <a:pt x="169758" y="113935"/>
                  <a:pt x="168206" y="116783"/>
                  <a:pt x="164706" y="123323"/>
                </a:cubicBezTo>
                <a:cubicBezTo>
                  <a:pt x="153610" y="145149"/>
                  <a:pt x="132809" y="161325"/>
                  <a:pt x="112539" y="164351"/>
                </a:cubicBezTo>
                <a:cubicBezTo>
                  <a:pt x="110900" y="164581"/>
                  <a:pt x="108831" y="164692"/>
                  <a:pt x="106521" y="164692"/>
                </a:cubicBezTo>
                <a:cubicBezTo>
                  <a:pt x="101001" y="164692"/>
                  <a:pt x="94104" y="164062"/>
                  <a:pt x="88411" y="162927"/>
                </a:cubicBezTo>
                <a:cubicBezTo>
                  <a:pt x="67908" y="158499"/>
                  <a:pt x="67419" y="156464"/>
                  <a:pt x="82929" y="137130"/>
                </a:cubicBezTo>
                <a:cubicBezTo>
                  <a:pt x="89746" y="128891"/>
                  <a:pt x="101859" y="113257"/>
                  <a:pt x="110133" y="102890"/>
                </a:cubicBezTo>
                <a:cubicBezTo>
                  <a:pt x="118265" y="92271"/>
                  <a:pt x="126229" y="82239"/>
                  <a:pt x="127828" y="80362"/>
                </a:cubicBezTo>
                <a:cubicBezTo>
                  <a:pt x="139245" y="66435"/>
                  <a:pt x="142027" y="58131"/>
                  <a:pt x="140794" y="42167"/>
                </a:cubicBezTo>
                <a:cubicBezTo>
                  <a:pt x="138776" y="19010"/>
                  <a:pt x="121033" y="0"/>
                  <a:pt x="103846" y="0"/>
                </a:cubicBezTo>
                <a:close/>
              </a:path>
            </a:pathLst>
          </a:custGeom>
          <a:solidFill>
            <a:srgbClr val="000000"/>
          </a:solidFill>
          <a:ln w="7382" cap="flat">
            <a:noFill/>
            <a:prstDash val="solid"/>
            <a:miter/>
          </a:ln>
        </p:spPr>
        <p:txBody>
          <a:bodyPr/>
          <a:lstStyle/>
          <a:p>
            <a:endParaRPr lang="en-AU"/>
          </a:p>
        </p:txBody>
      </p:sp>
      <p:sp>
        <p:nvSpPr>
          <p:cNvPr id="48" name="Freeform: Shape 47">
            <a:extLst>
              <a:ext uri="{FF2B5EF4-FFF2-40B4-BE49-F238E27FC236}">
                <a16:creationId xmlns:a16="http://schemas.microsoft.com/office/drawing/2014/main" id="{79888C3D-0FE3-F610-1F95-FBBAF673D033}"/>
              </a:ext>
            </a:extLst>
          </p:cNvPr>
          <p:cNvSpPr/>
          <p:nvPr/>
        </p:nvSpPr>
        <p:spPr>
          <a:xfrm flipH="1">
            <a:off x="1591168" y="3013703"/>
            <a:ext cx="125633" cy="139411"/>
          </a:xfrm>
          <a:custGeom>
            <a:avLst/>
            <a:gdLst>
              <a:gd name="csX0" fmla="*/ 25988 w 125633"/>
              <a:gd name="csY0" fmla="*/ 0 h 139411"/>
              <a:gd name="csX1" fmla="*/ 42 w 125633"/>
              <a:gd name="csY1" fmla="*/ 17357 h 139411"/>
              <a:gd name="csX2" fmla="*/ 26067 w 125633"/>
              <a:gd name="csY2" fmla="*/ 37153 h 139411"/>
              <a:gd name="csX3" fmla="*/ 29672 w 125633"/>
              <a:gd name="csY3" fmla="*/ 36985 h 139411"/>
              <a:gd name="csX4" fmla="*/ 43733 w 125633"/>
              <a:gd name="csY4" fmla="*/ 33291 h 139411"/>
              <a:gd name="csX5" fmla="*/ 49870 w 125633"/>
              <a:gd name="csY5" fmla="*/ 30987 h 139411"/>
              <a:gd name="csX6" fmla="*/ 81578 w 125633"/>
              <a:gd name="csY6" fmla="*/ 84121 h 139411"/>
              <a:gd name="csX7" fmla="*/ 111617 w 125633"/>
              <a:gd name="csY7" fmla="*/ 139412 h 139411"/>
              <a:gd name="csX8" fmla="*/ 113017 w 125633"/>
              <a:gd name="csY8" fmla="*/ 134226 h 139411"/>
              <a:gd name="csX9" fmla="*/ 119870 w 125633"/>
              <a:gd name="csY9" fmla="*/ 104044 h 139411"/>
              <a:gd name="csX10" fmla="*/ 123769 w 125633"/>
              <a:gd name="csY10" fmla="*/ 69242 h 139411"/>
              <a:gd name="csX11" fmla="*/ 116982 w 125633"/>
              <a:gd name="csY11" fmla="*/ 54057 h 139411"/>
              <a:gd name="csX12" fmla="*/ 111606 w 125633"/>
              <a:gd name="csY12" fmla="*/ 38421 h 139411"/>
              <a:gd name="csX13" fmla="*/ 94849 w 125633"/>
              <a:gd name="csY13" fmla="*/ 9698 h 139411"/>
              <a:gd name="csX14" fmla="*/ 93871 w 125633"/>
              <a:gd name="csY14" fmla="*/ 10698 h 139411"/>
              <a:gd name="csX15" fmla="*/ 98128 w 125633"/>
              <a:gd name="csY15" fmla="*/ 22013 h 139411"/>
              <a:gd name="csX16" fmla="*/ 97889 w 125633"/>
              <a:gd name="csY16" fmla="*/ 61209 h 139411"/>
              <a:gd name="csX17" fmla="*/ 87677 w 125633"/>
              <a:gd name="csY17" fmla="*/ 73149 h 139411"/>
              <a:gd name="csX18" fmla="*/ 85025 w 125633"/>
              <a:gd name="csY18" fmla="*/ 74073 h 139411"/>
              <a:gd name="csX19" fmla="*/ 67885 w 125633"/>
              <a:gd name="csY19" fmla="*/ 45910 h 139411"/>
              <a:gd name="csX20" fmla="*/ 34102 w 125633"/>
              <a:gd name="csY20" fmla="*/ 1064 h 139411"/>
              <a:gd name="csX21" fmla="*/ 25989 w 125633"/>
              <a:gd name="csY21" fmla="*/ 0 h 13941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</a:cxnLst>
            <a:rect l="l" t="t" r="r" b="b"/>
            <a:pathLst>
              <a:path w="125633" h="139411">
                <a:moveTo>
                  <a:pt x="25988" y="0"/>
                </a:moveTo>
                <a:cubicBezTo>
                  <a:pt x="12579" y="0"/>
                  <a:pt x="-845" y="8000"/>
                  <a:pt x="42" y="17357"/>
                </a:cubicBezTo>
                <a:cubicBezTo>
                  <a:pt x="1036" y="29134"/>
                  <a:pt x="11827" y="37153"/>
                  <a:pt x="26067" y="37153"/>
                </a:cubicBezTo>
                <a:cubicBezTo>
                  <a:pt x="27246" y="37153"/>
                  <a:pt x="28449" y="37098"/>
                  <a:pt x="29672" y="36985"/>
                </a:cubicBezTo>
                <a:cubicBezTo>
                  <a:pt x="34917" y="36543"/>
                  <a:pt x="41398" y="34754"/>
                  <a:pt x="43733" y="33291"/>
                </a:cubicBezTo>
                <a:cubicBezTo>
                  <a:pt x="45989" y="31863"/>
                  <a:pt x="47955" y="30987"/>
                  <a:pt x="49870" y="30987"/>
                </a:cubicBezTo>
                <a:cubicBezTo>
                  <a:pt x="57003" y="30987"/>
                  <a:pt x="63436" y="43137"/>
                  <a:pt x="81578" y="84121"/>
                </a:cubicBezTo>
                <a:cubicBezTo>
                  <a:pt x="97786" y="120565"/>
                  <a:pt x="108035" y="139412"/>
                  <a:pt x="111617" y="139412"/>
                </a:cubicBezTo>
                <a:cubicBezTo>
                  <a:pt x="112697" y="139412"/>
                  <a:pt x="113171" y="137695"/>
                  <a:pt x="113017" y="134226"/>
                </a:cubicBezTo>
                <a:cubicBezTo>
                  <a:pt x="112892" y="131658"/>
                  <a:pt x="115930" y="117937"/>
                  <a:pt x="119870" y="104044"/>
                </a:cubicBezTo>
                <a:cubicBezTo>
                  <a:pt x="126555" y="79725"/>
                  <a:pt x="126801" y="78105"/>
                  <a:pt x="123769" y="69242"/>
                </a:cubicBezTo>
                <a:cubicBezTo>
                  <a:pt x="122023" y="64113"/>
                  <a:pt x="119030" y="57371"/>
                  <a:pt x="116982" y="54057"/>
                </a:cubicBezTo>
                <a:cubicBezTo>
                  <a:pt x="115078" y="50996"/>
                  <a:pt x="112647" y="43776"/>
                  <a:pt x="111606" y="38421"/>
                </a:cubicBezTo>
                <a:cubicBezTo>
                  <a:pt x="109661" y="27988"/>
                  <a:pt x="98437" y="9698"/>
                  <a:pt x="94849" y="9698"/>
                </a:cubicBezTo>
                <a:cubicBezTo>
                  <a:pt x="94380" y="9698"/>
                  <a:pt x="94041" y="10012"/>
                  <a:pt x="93871" y="10698"/>
                </a:cubicBezTo>
                <a:cubicBezTo>
                  <a:pt x="93594" y="11676"/>
                  <a:pt x="95592" y="16665"/>
                  <a:pt x="98128" y="22013"/>
                </a:cubicBezTo>
                <a:cubicBezTo>
                  <a:pt x="105049" y="35967"/>
                  <a:pt x="104914" y="49228"/>
                  <a:pt x="97889" y="61209"/>
                </a:cubicBezTo>
                <a:cubicBezTo>
                  <a:pt x="94754" y="66248"/>
                  <a:pt x="90209" y="71742"/>
                  <a:pt x="87677" y="73149"/>
                </a:cubicBezTo>
                <a:cubicBezTo>
                  <a:pt x="86657" y="73680"/>
                  <a:pt x="85833" y="74073"/>
                  <a:pt x="85025" y="74073"/>
                </a:cubicBezTo>
                <a:cubicBezTo>
                  <a:pt x="82066" y="74073"/>
                  <a:pt x="79317" y="68816"/>
                  <a:pt x="67885" y="45910"/>
                </a:cubicBezTo>
                <a:cubicBezTo>
                  <a:pt x="50598" y="11345"/>
                  <a:pt x="45175" y="4140"/>
                  <a:pt x="34102" y="1064"/>
                </a:cubicBezTo>
                <a:cubicBezTo>
                  <a:pt x="31480" y="335"/>
                  <a:pt x="28735" y="0"/>
                  <a:pt x="25989" y="0"/>
                </a:cubicBezTo>
                <a:close/>
              </a:path>
            </a:pathLst>
          </a:custGeom>
          <a:solidFill>
            <a:srgbClr val="000000"/>
          </a:solidFill>
          <a:ln w="7382" cap="flat">
            <a:noFill/>
            <a:prstDash val="solid"/>
            <a:miter/>
          </a:ln>
        </p:spPr>
        <p:txBody>
          <a:bodyPr/>
          <a:lstStyle/>
          <a:p>
            <a:endParaRPr lang="en-AU"/>
          </a:p>
        </p:txBody>
      </p:sp>
      <p:sp>
        <p:nvSpPr>
          <p:cNvPr id="49" name="Freeform: Shape 48">
            <a:extLst>
              <a:ext uri="{FF2B5EF4-FFF2-40B4-BE49-F238E27FC236}">
                <a16:creationId xmlns:a16="http://schemas.microsoft.com/office/drawing/2014/main" id="{1B170B97-867C-33C6-05A3-328999FFB1DB}"/>
              </a:ext>
            </a:extLst>
          </p:cNvPr>
          <p:cNvSpPr/>
          <p:nvPr/>
        </p:nvSpPr>
        <p:spPr>
          <a:xfrm flipH="1">
            <a:off x="2676307" y="3137599"/>
            <a:ext cx="135813" cy="100598"/>
          </a:xfrm>
          <a:custGeom>
            <a:avLst/>
            <a:gdLst>
              <a:gd name="csX0" fmla="*/ 135344 w 135813"/>
              <a:gd name="csY0" fmla="*/ 0 h 100598"/>
              <a:gd name="csX1" fmla="*/ 108857 w 135813"/>
              <a:gd name="csY1" fmla="*/ 20504 h 100598"/>
              <a:gd name="csX2" fmla="*/ 68315 w 135813"/>
              <a:gd name="csY2" fmla="*/ 55894 h 100598"/>
              <a:gd name="csX3" fmla="*/ 51091 w 135813"/>
              <a:gd name="csY3" fmla="*/ 70743 h 100598"/>
              <a:gd name="csX4" fmla="*/ 50915 w 135813"/>
              <a:gd name="csY4" fmla="*/ 70765 h 100598"/>
              <a:gd name="csX5" fmla="*/ 43161 w 135813"/>
              <a:gd name="csY5" fmla="*/ 64107 h 100598"/>
              <a:gd name="csX6" fmla="*/ 16122 w 135813"/>
              <a:gd name="csY6" fmla="*/ 52324 h 100598"/>
              <a:gd name="csX7" fmla="*/ 10441 w 135813"/>
              <a:gd name="csY7" fmla="*/ 53120 h 100598"/>
              <a:gd name="csX8" fmla="*/ 280 w 135813"/>
              <a:gd name="csY8" fmla="*/ 70140 h 100598"/>
              <a:gd name="csX9" fmla="*/ 19058 w 135813"/>
              <a:gd name="csY9" fmla="*/ 85910 h 100598"/>
              <a:gd name="csX10" fmla="*/ 26045 w 135813"/>
              <a:gd name="csY10" fmla="*/ 86930 h 100598"/>
              <a:gd name="csX11" fmla="*/ 78421 w 135813"/>
              <a:gd name="csY11" fmla="*/ 51103 h 100598"/>
              <a:gd name="csX12" fmla="*/ 90323 w 135813"/>
              <a:gd name="csY12" fmla="*/ 42402 h 100598"/>
              <a:gd name="csX13" fmla="*/ 90483 w 135813"/>
              <a:gd name="csY13" fmla="*/ 42421 h 100598"/>
              <a:gd name="csX14" fmla="*/ 97266 w 135813"/>
              <a:gd name="csY14" fmla="*/ 62881 h 100598"/>
              <a:gd name="csX15" fmla="*/ 84313 w 135813"/>
              <a:gd name="csY15" fmla="*/ 92002 h 100598"/>
              <a:gd name="csX16" fmla="*/ 75512 w 135813"/>
              <a:gd name="csY16" fmla="*/ 98213 h 100598"/>
              <a:gd name="csX17" fmla="*/ 73030 w 135813"/>
              <a:gd name="csY17" fmla="*/ 100598 h 100598"/>
              <a:gd name="csX18" fmla="*/ 76056 w 135813"/>
              <a:gd name="csY18" fmla="*/ 100052 h 100598"/>
              <a:gd name="csX19" fmla="*/ 103979 w 135813"/>
              <a:gd name="csY19" fmla="*/ 80577 h 100598"/>
              <a:gd name="csX20" fmla="*/ 113747 w 135813"/>
              <a:gd name="csY20" fmla="*/ 70202 h 100598"/>
              <a:gd name="csX21" fmla="*/ 127067 w 135813"/>
              <a:gd name="csY21" fmla="*/ 47305 h 100598"/>
              <a:gd name="csX22" fmla="*/ 135364 w 135813"/>
              <a:gd name="csY22" fmla="*/ 3 h 100598"/>
              <a:gd name="csX23" fmla="*/ 135346 w 135813"/>
              <a:gd name="csY23" fmla="*/ 0 h 10059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</a:cxnLst>
            <a:rect l="l" t="t" r="r" b="b"/>
            <a:pathLst>
              <a:path w="135813" h="100598">
                <a:moveTo>
                  <a:pt x="135344" y="0"/>
                </a:moveTo>
                <a:cubicBezTo>
                  <a:pt x="134560" y="0"/>
                  <a:pt x="122618" y="9260"/>
                  <a:pt x="108857" y="20504"/>
                </a:cubicBezTo>
                <a:cubicBezTo>
                  <a:pt x="95117" y="32099"/>
                  <a:pt x="76713" y="48095"/>
                  <a:pt x="68315" y="55894"/>
                </a:cubicBezTo>
                <a:cubicBezTo>
                  <a:pt x="59916" y="63695"/>
                  <a:pt x="52048" y="70375"/>
                  <a:pt x="51091" y="70743"/>
                </a:cubicBezTo>
                <a:cubicBezTo>
                  <a:pt x="51037" y="70757"/>
                  <a:pt x="50979" y="70765"/>
                  <a:pt x="50915" y="70765"/>
                </a:cubicBezTo>
                <a:cubicBezTo>
                  <a:pt x="49603" y="70765"/>
                  <a:pt x="46191" y="67767"/>
                  <a:pt x="43161" y="64107"/>
                </a:cubicBezTo>
                <a:cubicBezTo>
                  <a:pt x="37258" y="57300"/>
                  <a:pt x="25297" y="52324"/>
                  <a:pt x="16122" y="52324"/>
                </a:cubicBezTo>
                <a:cubicBezTo>
                  <a:pt x="14053" y="52324"/>
                  <a:pt x="12125" y="52578"/>
                  <a:pt x="10441" y="53120"/>
                </a:cubicBezTo>
                <a:cubicBezTo>
                  <a:pt x="3849" y="55299"/>
                  <a:pt x="-1275" y="63587"/>
                  <a:pt x="280" y="70140"/>
                </a:cubicBezTo>
                <a:cubicBezTo>
                  <a:pt x="1605" y="75996"/>
                  <a:pt x="10753" y="83604"/>
                  <a:pt x="19058" y="85910"/>
                </a:cubicBezTo>
                <a:cubicBezTo>
                  <a:pt x="21425" y="86567"/>
                  <a:pt x="23716" y="86930"/>
                  <a:pt x="26045" y="86930"/>
                </a:cubicBezTo>
                <a:cubicBezTo>
                  <a:pt x="37732" y="86930"/>
                  <a:pt x="50390" y="77814"/>
                  <a:pt x="78421" y="51103"/>
                </a:cubicBezTo>
                <a:cubicBezTo>
                  <a:pt x="83494" y="46225"/>
                  <a:pt x="88858" y="42402"/>
                  <a:pt x="90323" y="42402"/>
                </a:cubicBezTo>
                <a:cubicBezTo>
                  <a:pt x="90383" y="42402"/>
                  <a:pt x="90436" y="42408"/>
                  <a:pt x="90483" y="42421"/>
                </a:cubicBezTo>
                <a:cubicBezTo>
                  <a:pt x="94438" y="43520"/>
                  <a:pt x="97613" y="52633"/>
                  <a:pt x="97266" y="62881"/>
                </a:cubicBezTo>
                <a:cubicBezTo>
                  <a:pt x="97013" y="75054"/>
                  <a:pt x="91626" y="87278"/>
                  <a:pt x="84313" y="92002"/>
                </a:cubicBezTo>
                <a:cubicBezTo>
                  <a:pt x="81669" y="93801"/>
                  <a:pt x="77648" y="96695"/>
                  <a:pt x="75512" y="98213"/>
                </a:cubicBezTo>
                <a:cubicBezTo>
                  <a:pt x="73122" y="99960"/>
                  <a:pt x="72248" y="100598"/>
                  <a:pt x="73030" y="100598"/>
                </a:cubicBezTo>
                <a:cubicBezTo>
                  <a:pt x="73480" y="100598"/>
                  <a:pt x="74480" y="100386"/>
                  <a:pt x="76056" y="100052"/>
                </a:cubicBezTo>
                <a:cubicBezTo>
                  <a:pt x="86849" y="97350"/>
                  <a:pt x="102258" y="86644"/>
                  <a:pt x="103979" y="80577"/>
                </a:cubicBezTo>
                <a:cubicBezTo>
                  <a:pt x="104478" y="78816"/>
                  <a:pt x="108745" y="74302"/>
                  <a:pt x="113747" y="70202"/>
                </a:cubicBezTo>
                <a:cubicBezTo>
                  <a:pt x="122066" y="63436"/>
                  <a:pt x="122961" y="61785"/>
                  <a:pt x="127067" y="47305"/>
                </a:cubicBezTo>
                <a:cubicBezTo>
                  <a:pt x="132475" y="27486"/>
                  <a:pt x="137341" y="551"/>
                  <a:pt x="135364" y="3"/>
                </a:cubicBezTo>
                <a:cubicBezTo>
                  <a:pt x="135359" y="1"/>
                  <a:pt x="135353" y="0"/>
                  <a:pt x="135346" y="0"/>
                </a:cubicBezTo>
                <a:close/>
              </a:path>
            </a:pathLst>
          </a:custGeom>
          <a:solidFill>
            <a:srgbClr val="000000"/>
          </a:solidFill>
          <a:ln w="7382" cap="flat">
            <a:noFill/>
            <a:prstDash val="solid"/>
            <a:miter/>
          </a:ln>
        </p:spPr>
        <p:txBody>
          <a:bodyPr/>
          <a:lstStyle/>
          <a:p>
            <a:endParaRPr lang="en-AU"/>
          </a:p>
        </p:txBody>
      </p:sp>
      <p:sp>
        <p:nvSpPr>
          <p:cNvPr id="50" name="Freeform: Shape 49">
            <a:extLst>
              <a:ext uri="{FF2B5EF4-FFF2-40B4-BE49-F238E27FC236}">
                <a16:creationId xmlns:a16="http://schemas.microsoft.com/office/drawing/2014/main" id="{3ACAFA56-630B-715F-D4FF-A3BAB1FF1E77}"/>
              </a:ext>
            </a:extLst>
          </p:cNvPr>
          <p:cNvSpPr/>
          <p:nvPr/>
        </p:nvSpPr>
        <p:spPr>
          <a:xfrm flipH="1">
            <a:off x="2456003" y="3112276"/>
            <a:ext cx="153955" cy="133225"/>
          </a:xfrm>
          <a:custGeom>
            <a:avLst/>
            <a:gdLst>
              <a:gd name="csX0" fmla="*/ 82183 w 153955"/>
              <a:gd name="csY0" fmla="*/ 0 h 133225"/>
              <a:gd name="csX1" fmla="*/ 73553 w 153955"/>
              <a:gd name="csY1" fmla="*/ 347 h 133225"/>
              <a:gd name="csX2" fmla="*/ 59083 w 153955"/>
              <a:gd name="csY2" fmla="*/ 49101 h 133225"/>
              <a:gd name="csX3" fmla="*/ 44868 w 153955"/>
              <a:gd name="csY3" fmla="*/ 97714 h 133225"/>
              <a:gd name="csX4" fmla="*/ 35377 w 153955"/>
              <a:gd name="csY4" fmla="*/ 95078 h 133225"/>
              <a:gd name="csX5" fmla="*/ 23192 w 153955"/>
              <a:gd name="csY5" fmla="*/ 93136 h 133225"/>
              <a:gd name="csX6" fmla="*/ 687 w 153955"/>
              <a:gd name="csY6" fmla="*/ 109084 h 133225"/>
              <a:gd name="csX7" fmla="*/ 17578 w 153955"/>
              <a:gd name="csY7" fmla="*/ 127677 h 133225"/>
              <a:gd name="csX8" fmla="*/ 38146 w 153955"/>
              <a:gd name="csY8" fmla="*/ 119911 h 133225"/>
              <a:gd name="csX9" fmla="*/ 52819 w 153955"/>
              <a:gd name="csY9" fmla="*/ 84723 h 133225"/>
              <a:gd name="csX10" fmla="*/ 61256 w 153955"/>
              <a:gd name="csY10" fmla="*/ 54981 h 133225"/>
              <a:gd name="csX11" fmla="*/ 81855 w 153955"/>
              <a:gd name="csY11" fmla="*/ 56058 h 133225"/>
              <a:gd name="csX12" fmla="*/ 129778 w 153955"/>
              <a:gd name="csY12" fmla="*/ 84144 h 133225"/>
              <a:gd name="csX13" fmla="*/ 118736 w 153955"/>
              <a:gd name="csY13" fmla="*/ 103291 h 133225"/>
              <a:gd name="csX14" fmla="*/ 105259 w 153955"/>
              <a:gd name="csY14" fmla="*/ 101399 h 133225"/>
              <a:gd name="csX15" fmla="*/ 97124 w 153955"/>
              <a:gd name="csY15" fmla="*/ 100656 h 133225"/>
              <a:gd name="csX16" fmla="*/ 81000 w 153955"/>
              <a:gd name="csY16" fmla="*/ 107960 h 133225"/>
              <a:gd name="csX17" fmla="*/ 77424 w 153955"/>
              <a:gd name="csY17" fmla="*/ 121321 h 133225"/>
              <a:gd name="csX18" fmla="*/ 92486 w 153955"/>
              <a:gd name="csY18" fmla="*/ 132893 h 133225"/>
              <a:gd name="csX19" fmla="*/ 96084 w 153955"/>
              <a:gd name="csY19" fmla="*/ 133225 h 133225"/>
              <a:gd name="csX20" fmla="*/ 117158 w 153955"/>
              <a:gd name="csY20" fmla="*/ 124124 h 133225"/>
              <a:gd name="csX21" fmla="*/ 138083 w 153955"/>
              <a:gd name="csY21" fmla="*/ 62388 h 133225"/>
              <a:gd name="csX22" fmla="*/ 153955 w 153955"/>
              <a:gd name="csY22" fmla="*/ 6425 h 133225"/>
              <a:gd name="csX23" fmla="*/ 147573 w 153955"/>
              <a:gd name="csY23" fmla="*/ 4863 h 133225"/>
              <a:gd name="csX24" fmla="*/ 134969 w 153955"/>
              <a:gd name="csY24" fmla="*/ 3357 h 133225"/>
              <a:gd name="csX25" fmla="*/ 134560 w 153955"/>
              <a:gd name="csY25" fmla="*/ 3360 h 133225"/>
              <a:gd name="csX26" fmla="*/ 133911 w 153955"/>
              <a:gd name="csY26" fmla="*/ 3368 h 133225"/>
              <a:gd name="csX27" fmla="*/ 109443 w 153955"/>
              <a:gd name="csY27" fmla="*/ 1661 h 133225"/>
              <a:gd name="csX28" fmla="*/ 82183 w 153955"/>
              <a:gd name="csY28" fmla="*/ 0 h 13322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</a:cxnLst>
            <a:rect l="l" t="t" r="r" b="b"/>
            <a:pathLst>
              <a:path w="153955" h="133225">
                <a:moveTo>
                  <a:pt x="82183" y="0"/>
                </a:moveTo>
                <a:lnTo>
                  <a:pt x="73553" y="347"/>
                </a:lnTo>
                <a:lnTo>
                  <a:pt x="59083" y="49101"/>
                </a:lnTo>
                <a:lnTo>
                  <a:pt x="44868" y="97714"/>
                </a:lnTo>
                <a:lnTo>
                  <a:pt x="35377" y="95078"/>
                </a:lnTo>
                <a:cubicBezTo>
                  <a:pt x="31048" y="93770"/>
                  <a:pt x="26956" y="93136"/>
                  <a:pt x="23192" y="93136"/>
                </a:cubicBezTo>
                <a:cubicBezTo>
                  <a:pt x="11923" y="93136"/>
                  <a:pt x="3599" y="98817"/>
                  <a:pt x="687" y="109084"/>
                </a:cubicBezTo>
                <a:cubicBezTo>
                  <a:pt x="-2574" y="120581"/>
                  <a:pt x="6226" y="127677"/>
                  <a:pt x="17578" y="127677"/>
                </a:cubicBezTo>
                <a:cubicBezTo>
                  <a:pt x="24195" y="127677"/>
                  <a:pt x="31678" y="125266"/>
                  <a:pt x="38146" y="119911"/>
                </a:cubicBezTo>
                <a:cubicBezTo>
                  <a:pt x="43822" y="114944"/>
                  <a:pt x="44939" y="112509"/>
                  <a:pt x="52819" y="84723"/>
                </a:cubicBezTo>
                <a:lnTo>
                  <a:pt x="61256" y="54981"/>
                </a:lnTo>
                <a:lnTo>
                  <a:pt x="81855" y="56058"/>
                </a:lnTo>
                <a:cubicBezTo>
                  <a:pt x="141454" y="59524"/>
                  <a:pt x="137437" y="57143"/>
                  <a:pt x="129778" y="84144"/>
                </a:cubicBezTo>
                <a:cubicBezTo>
                  <a:pt x="125507" y="99204"/>
                  <a:pt x="125153" y="103291"/>
                  <a:pt x="118736" y="103291"/>
                </a:cubicBezTo>
                <a:cubicBezTo>
                  <a:pt x="115814" y="103291"/>
                  <a:pt x="111636" y="102443"/>
                  <a:pt x="105259" y="101399"/>
                </a:cubicBezTo>
                <a:cubicBezTo>
                  <a:pt x="102146" y="100916"/>
                  <a:pt x="99482" y="100656"/>
                  <a:pt x="97124" y="100656"/>
                </a:cubicBezTo>
                <a:cubicBezTo>
                  <a:pt x="90350" y="100656"/>
                  <a:pt x="86103" y="102801"/>
                  <a:pt x="81000" y="107960"/>
                </a:cubicBezTo>
                <a:cubicBezTo>
                  <a:pt x="75862" y="113288"/>
                  <a:pt x="75751" y="113679"/>
                  <a:pt x="77424" y="121321"/>
                </a:cubicBezTo>
                <a:cubicBezTo>
                  <a:pt x="79238" y="129214"/>
                  <a:pt x="81334" y="130850"/>
                  <a:pt x="92486" y="132893"/>
                </a:cubicBezTo>
                <a:cubicBezTo>
                  <a:pt x="93626" y="133118"/>
                  <a:pt x="94834" y="133225"/>
                  <a:pt x="96084" y="133225"/>
                </a:cubicBezTo>
                <a:cubicBezTo>
                  <a:pt x="103482" y="133225"/>
                  <a:pt x="112357" y="129472"/>
                  <a:pt x="117158" y="124124"/>
                </a:cubicBezTo>
                <a:cubicBezTo>
                  <a:pt x="121536" y="119218"/>
                  <a:pt x="124652" y="109740"/>
                  <a:pt x="138083" y="62388"/>
                </a:cubicBezTo>
                <a:lnTo>
                  <a:pt x="153955" y="6425"/>
                </a:lnTo>
                <a:lnTo>
                  <a:pt x="147573" y="4863"/>
                </a:lnTo>
                <a:cubicBezTo>
                  <a:pt x="144144" y="3910"/>
                  <a:pt x="138623" y="3357"/>
                  <a:pt x="134969" y="3357"/>
                </a:cubicBezTo>
                <a:cubicBezTo>
                  <a:pt x="134830" y="3357"/>
                  <a:pt x="134694" y="3358"/>
                  <a:pt x="134560" y="3360"/>
                </a:cubicBezTo>
                <a:cubicBezTo>
                  <a:pt x="134367" y="3365"/>
                  <a:pt x="134151" y="3368"/>
                  <a:pt x="133911" y="3368"/>
                </a:cubicBezTo>
                <a:cubicBezTo>
                  <a:pt x="129860" y="3368"/>
                  <a:pt x="119250" y="2591"/>
                  <a:pt x="109443" y="1661"/>
                </a:cubicBezTo>
                <a:cubicBezTo>
                  <a:pt x="99254" y="731"/>
                  <a:pt x="86866" y="34"/>
                  <a:pt x="82183" y="0"/>
                </a:cubicBezTo>
                <a:close/>
              </a:path>
            </a:pathLst>
          </a:custGeom>
          <a:solidFill>
            <a:srgbClr val="000000"/>
          </a:solidFill>
          <a:ln w="7382" cap="flat">
            <a:noFill/>
            <a:prstDash val="solid"/>
            <a:miter/>
          </a:ln>
        </p:spPr>
        <p:txBody>
          <a:bodyPr/>
          <a:lstStyle/>
          <a:p>
            <a:endParaRPr lang="en-AU"/>
          </a:p>
        </p:txBody>
      </p:sp>
      <p:sp>
        <p:nvSpPr>
          <p:cNvPr id="51" name="Freeform: Shape 50">
            <a:extLst>
              <a:ext uri="{FF2B5EF4-FFF2-40B4-BE49-F238E27FC236}">
                <a16:creationId xmlns:a16="http://schemas.microsoft.com/office/drawing/2014/main" id="{74EC5E78-2955-CE8E-C324-EEF765A5282A}"/>
              </a:ext>
            </a:extLst>
          </p:cNvPr>
          <p:cNvSpPr/>
          <p:nvPr/>
        </p:nvSpPr>
        <p:spPr>
          <a:xfrm flipH="1">
            <a:off x="2279659" y="3130263"/>
            <a:ext cx="70910" cy="163898"/>
          </a:xfrm>
          <a:custGeom>
            <a:avLst/>
            <a:gdLst>
              <a:gd name="csX0" fmla="*/ 33619 w 70910"/>
              <a:gd name="csY0" fmla="*/ 0 h 163898"/>
              <a:gd name="csX1" fmla="*/ 30274 w 70910"/>
              <a:gd name="csY1" fmla="*/ 1183 h 163898"/>
              <a:gd name="csX2" fmla="*/ 22824 w 70910"/>
              <a:gd name="csY2" fmla="*/ 48509 h 163898"/>
              <a:gd name="csX3" fmla="*/ 25229 w 70910"/>
              <a:gd name="csY3" fmla="*/ 61843 h 163898"/>
              <a:gd name="csX4" fmla="*/ 15578 w 70910"/>
              <a:gd name="csY4" fmla="*/ 73305 h 163898"/>
              <a:gd name="csX5" fmla="*/ 17834 w 70910"/>
              <a:gd name="csY5" fmla="*/ 145070 h 163898"/>
              <a:gd name="csX6" fmla="*/ 49015 w 70910"/>
              <a:gd name="csY6" fmla="*/ 152463 h 163898"/>
              <a:gd name="csX7" fmla="*/ 56099 w 70910"/>
              <a:gd name="csY7" fmla="*/ 159075 h 163898"/>
              <a:gd name="csX8" fmla="*/ 57935 w 70910"/>
              <a:gd name="csY8" fmla="*/ 163899 h 163898"/>
              <a:gd name="csX9" fmla="*/ 58208 w 70910"/>
              <a:gd name="csY9" fmla="*/ 163671 h 163898"/>
              <a:gd name="csX10" fmla="*/ 57018 w 70910"/>
              <a:gd name="csY10" fmla="*/ 156586 h 163898"/>
              <a:gd name="csX11" fmla="*/ 61448 w 70910"/>
              <a:gd name="csY11" fmla="*/ 144728 h 163898"/>
              <a:gd name="csX12" fmla="*/ 70453 w 70910"/>
              <a:gd name="csY12" fmla="*/ 115989 h 163898"/>
              <a:gd name="csX13" fmla="*/ 49114 w 70910"/>
              <a:gd name="csY13" fmla="*/ 95707 h 163898"/>
              <a:gd name="csX14" fmla="*/ 35293 w 70910"/>
              <a:gd name="csY14" fmla="*/ 84270 h 163898"/>
              <a:gd name="csX15" fmla="*/ 38348 w 70910"/>
              <a:gd name="csY15" fmla="*/ 68231 h 163898"/>
              <a:gd name="csX16" fmla="*/ 49157 w 70910"/>
              <a:gd name="csY16" fmla="*/ 27116 h 163898"/>
              <a:gd name="csX17" fmla="*/ 33618 w 70910"/>
              <a:gd name="csY17" fmla="*/ 0 h 16389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</a:cxnLst>
            <a:rect l="l" t="t" r="r" b="b"/>
            <a:pathLst>
              <a:path w="70910" h="163898">
                <a:moveTo>
                  <a:pt x="33619" y="0"/>
                </a:moveTo>
                <a:cubicBezTo>
                  <a:pt x="32491" y="0"/>
                  <a:pt x="31370" y="386"/>
                  <a:pt x="30274" y="1183"/>
                </a:cubicBezTo>
                <a:cubicBezTo>
                  <a:pt x="21727" y="7254"/>
                  <a:pt x="18994" y="25914"/>
                  <a:pt x="22824" y="48509"/>
                </a:cubicBezTo>
                <a:lnTo>
                  <a:pt x="25229" y="61843"/>
                </a:lnTo>
                <a:lnTo>
                  <a:pt x="15578" y="73305"/>
                </a:lnTo>
                <a:cubicBezTo>
                  <a:pt x="-5941" y="98780"/>
                  <a:pt x="-5144" y="129821"/>
                  <a:pt x="17834" y="145070"/>
                </a:cubicBezTo>
                <a:cubicBezTo>
                  <a:pt x="23892" y="149284"/>
                  <a:pt x="35923" y="151993"/>
                  <a:pt x="49015" y="152463"/>
                </a:cubicBezTo>
                <a:cubicBezTo>
                  <a:pt x="53643" y="152692"/>
                  <a:pt x="54805" y="153860"/>
                  <a:pt x="56099" y="159075"/>
                </a:cubicBezTo>
                <a:cubicBezTo>
                  <a:pt x="56677" y="162049"/>
                  <a:pt x="57426" y="163899"/>
                  <a:pt x="57935" y="163899"/>
                </a:cubicBezTo>
                <a:cubicBezTo>
                  <a:pt x="58037" y="163899"/>
                  <a:pt x="58129" y="163825"/>
                  <a:pt x="58208" y="163671"/>
                </a:cubicBezTo>
                <a:cubicBezTo>
                  <a:pt x="58542" y="162497"/>
                  <a:pt x="57934" y="159372"/>
                  <a:pt x="57018" y="156586"/>
                </a:cubicBezTo>
                <a:cubicBezTo>
                  <a:pt x="55360" y="151903"/>
                  <a:pt x="55692" y="150729"/>
                  <a:pt x="61448" y="144728"/>
                </a:cubicBezTo>
                <a:cubicBezTo>
                  <a:pt x="68913" y="136458"/>
                  <a:pt x="72194" y="126394"/>
                  <a:pt x="70453" y="115989"/>
                </a:cubicBezTo>
                <a:cubicBezTo>
                  <a:pt x="68481" y="104886"/>
                  <a:pt x="62757" y="99497"/>
                  <a:pt x="49114" y="95707"/>
                </a:cubicBezTo>
                <a:cubicBezTo>
                  <a:pt x="37843" y="92577"/>
                  <a:pt x="37306" y="92216"/>
                  <a:pt x="35293" y="84270"/>
                </a:cubicBezTo>
                <a:cubicBezTo>
                  <a:pt x="33225" y="76518"/>
                  <a:pt x="33502" y="75540"/>
                  <a:pt x="38348" y="68231"/>
                </a:cubicBezTo>
                <a:cubicBezTo>
                  <a:pt x="45942" y="57252"/>
                  <a:pt x="51319" y="36793"/>
                  <a:pt x="49157" y="27116"/>
                </a:cubicBezTo>
                <a:cubicBezTo>
                  <a:pt x="45394" y="10170"/>
                  <a:pt x="39409" y="0"/>
                  <a:pt x="33618" y="0"/>
                </a:cubicBezTo>
                <a:close/>
              </a:path>
            </a:pathLst>
          </a:custGeom>
          <a:solidFill>
            <a:srgbClr val="000000"/>
          </a:solidFill>
          <a:ln w="7382" cap="flat">
            <a:noFill/>
            <a:prstDash val="solid"/>
            <a:miter/>
          </a:ln>
        </p:spPr>
        <p:txBody>
          <a:bodyPr/>
          <a:lstStyle/>
          <a:p>
            <a:endParaRPr lang="en-AU"/>
          </a:p>
        </p:txBody>
      </p:sp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2CB11C88-D07B-116F-5A25-26B7C2830517}"/>
              </a:ext>
            </a:extLst>
          </p:cNvPr>
          <p:cNvSpPr/>
          <p:nvPr/>
        </p:nvSpPr>
        <p:spPr>
          <a:xfrm flipH="1">
            <a:off x="6806319" y="1766657"/>
            <a:ext cx="191974" cy="143016"/>
          </a:xfrm>
          <a:custGeom>
            <a:avLst/>
            <a:gdLst>
              <a:gd name="csX0" fmla="*/ 190549 w 191974"/>
              <a:gd name="csY0" fmla="*/ 0 h 143016"/>
              <a:gd name="csX1" fmla="*/ 164060 w 191974"/>
              <a:gd name="csY1" fmla="*/ 19119 h 143016"/>
              <a:gd name="csX2" fmla="*/ 129224 w 191974"/>
              <a:gd name="csY2" fmla="*/ 50185 h 143016"/>
              <a:gd name="csX3" fmla="*/ 69167 w 191974"/>
              <a:gd name="csY3" fmla="*/ 98933 h 143016"/>
              <a:gd name="csX4" fmla="*/ 69109 w 191974"/>
              <a:gd name="csY4" fmla="*/ 98926 h 143016"/>
              <a:gd name="csX5" fmla="*/ 61481 w 191974"/>
              <a:gd name="csY5" fmla="*/ 90474 h 143016"/>
              <a:gd name="csX6" fmla="*/ 26779 w 191974"/>
              <a:gd name="csY6" fmla="*/ 72181 h 143016"/>
              <a:gd name="csX7" fmla="*/ 26778 w 191974"/>
              <a:gd name="csY7" fmla="*/ 72181 h 143016"/>
              <a:gd name="csX8" fmla="*/ 26179 w 191974"/>
              <a:gd name="csY8" fmla="*/ 72178 h 143016"/>
              <a:gd name="csX9" fmla="*/ 3640 w 191974"/>
              <a:gd name="csY9" fmla="*/ 83064 h 143016"/>
              <a:gd name="csX10" fmla="*/ 577 w 191974"/>
              <a:gd name="csY10" fmla="*/ 97624 h 143016"/>
              <a:gd name="csX11" fmla="*/ 27206 w 191974"/>
              <a:gd name="csY11" fmla="*/ 121062 h 143016"/>
              <a:gd name="csX12" fmla="*/ 40569 w 191974"/>
              <a:gd name="csY12" fmla="*/ 123067 h 143016"/>
              <a:gd name="csX13" fmla="*/ 63340 w 191974"/>
              <a:gd name="csY13" fmla="*/ 114001 h 143016"/>
              <a:gd name="csX14" fmla="*/ 83794 w 191974"/>
              <a:gd name="csY14" fmla="*/ 96038 h 143016"/>
              <a:gd name="csX15" fmla="*/ 110152 w 191974"/>
              <a:gd name="csY15" fmla="*/ 73807 h 143016"/>
              <a:gd name="csX16" fmla="*/ 125926 w 191974"/>
              <a:gd name="csY16" fmla="*/ 62567 h 143016"/>
              <a:gd name="csX17" fmla="*/ 126434 w 191974"/>
              <a:gd name="csY17" fmla="*/ 62540 h 143016"/>
              <a:gd name="csX18" fmla="*/ 135938 w 191974"/>
              <a:gd name="csY18" fmla="*/ 79914 h 143016"/>
              <a:gd name="csX19" fmla="*/ 106987 w 191974"/>
              <a:gd name="csY19" fmla="*/ 138366 h 143016"/>
              <a:gd name="csX20" fmla="*/ 103963 w 191974"/>
              <a:gd name="csY20" fmla="*/ 143014 h 143016"/>
              <a:gd name="csX21" fmla="*/ 104184 w 191974"/>
              <a:gd name="csY21" fmla="*/ 143017 h 143016"/>
              <a:gd name="csX22" fmla="*/ 144612 w 191974"/>
              <a:gd name="csY22" fmla="*/ 112509 h 143016"/>
              <a:gd name="csX23" fmla="*/ 155758 w 191974"/>
              <a:gd name="csY23" fmla="*/ 101040 h 143016"/>
              <a:gd name="csX24" fmla="*/ 184664 w 191974"/>
              <a:gd name="csY24" fmla="*/ 38986 h 143016"/>
              <a:gd name="csX25" fmla="*/ 189881 w 191974"/>
              <a:gd name="csY25" fmla="*/ 8560 h 143016"/>
              <a:gd name="csX26" fmla="*/ 190590 w 191974"/>
              <a:gd name="csY26" fmla="*/ 0 h 1430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</a:cxnLst>
            <a:rect l="l" t="t" r="r" b="b"/>
            <a:pathLst>
              <a:path w="191974" h="143016">
                <a:moveTo>
                  <a:pt x="190549" y="0"/>
                </a:moveTo>
                <a:cubicBezTo>
                  <a:pt x="187409" y="27"/>
                  <a:pt x="178965" y="6243"/>
                  <a:pt x="164060" y="19119"/>
                </a:cubicBezTo>
                <a:cubicBezTo>
                  <a:pt x="151221" y="30541"/>
                  <a:pt x="135573" y="44348"/>
                  <a:pt x="129224" y="50185"/>
                </a:cubicBezTo>
                <a:cubicBezTo>
                  <a:pt x="111344" y="66987"/>
                  <a:pt x="71760" y="98933"/>
                  <a:pt x="69167" y="98933"/>
                </a:cubicBezTo>
                <a:cubicBezTo>
                  <a:pt x="69145" y="98933"/>
                  <a:pt x="69126" y="98931"/>
                  <a:pt x="69109" y="98926"/>
                </a:cubicBezTo>
                <a:cubicBezTo>
                  <a:pt x="68120" y="98652"/>
                  <a:pt x="64745" y="94758"/>
                  <a:pt x="61481" y="90474"/>
                </a:cubicBezTo>
                <a:cubicBezTo>
                  <a:pt x="54154" y="80208"/>
                  <a:pt x="38938" y="72181"/>
                  <a:pt x="26779" y="72181"/>
                </a:cubicBezTo>
                <a:lnTo>
                  <a:pt x="26778" y="72181"/>
                </a:lnTo>
                <a:cubicBezTo>
                  <a:pt x="26577" y="72179"/>
                  <a:pt x="26377" y="72178"/>
                  <a:pt x="26179" y="72178"/>
                </a:cubicBezTo>
                <a:cubicBezTo>
                  <a:pt x="15485" y="72178"/>
                  <a:pt x="9198" y="75282"/>
                  <a:pt x="3640" y="83064"/>
                </a:cubicBezTo>
                <a:cubicBezTo>
                  <a:pt x="-256" y="88526"/>
                  <a:pt x="-557" y="90342"/>
                  <a:pt x="577" y="97624"/>
                </a:cubicBezTo>
                <a:cubicBezTo>
                  <a:pt x="2492" y="108921"/>
                  <a:pt x="11387" y="116668"/>
                  <a:pt x="27206" y="121062"/>
                </a:cubicBezTo>
                <a:cubicBezTo>
                  <a:pt x="32016" y="122398"/>
                  <a:pt x="36446" y="123067"/>
                  <a:pt x="40569" y="123067"/>
                </a:cubicBezTo>
                <a:cubicBezTo>
                  <a:pt x="49328" y="123067"/>
                  <a:pt x="56694" y="120048"/>
                  <a:pt x="63340" y="114001"/>
                </a:cubicBezTo>
                <a:cubicBezTo>
                  <a:pt x="67132" y="110409"/>
                  <a:pt x="76432" y="102438"/>
                  <a:pt x="83794" y="96038"/>
                </a:cubicBezTo>
                <a:cubicBezTo>
                  <a:pt x="91353" y="89694"/>
                  <a:pt x="103154" y="79674"/>
                  <a:pt x="110152" y="73807"/>
                </a:cubicBezTo>
                <a:cubicBezTo>
                  <a:pt x="117204" y="67744"/>
                  <a:pt x="124177" y="62715"/>
                  <a:pt x="125926" y="62567"/>
                </a:cubicBezTo>
                <a:cubicBezTo>
                  <a:pt x="126097" y="62549"/>
                  <a:pt x="126267" y="62540"/>
                  <a:pt x="126434" y="62540"/>
                </a:cubicBezTo>
                <a:cubicBezTo>
                  <a:pt x="130567" y="62540"/>
                  <a:pt x="133551" y="68092"/>
                  <a:pt x="135938" y="79914"/>
                </a:cubicBezTo>
                <a:cubicBezTo>
                  <a:pt x="140212" y="100943"/>
                  <a:pt x="127413" y="126519"/>
                  <a:pt x="106987" y="138366"/>
                </a:cubicBezTo>
                <a:cubicBezTo>
                  <a:pt x="99841" y="142503"/>
                  <a:pt x="99532" y="142840"/>
                  <a:pt x="103963" y="143014"/>
                </a:cubicBezTo>
                <a:cubicBezTo>
                  <a:pt x="104036" y="143016"/>
                  <a:pt x="104110" y="143017"/>
                  <a:pt x="104184" y="143017"/>
                </a:cubicBezTo>
                <a:cubicBezTo>
                  <a:pt x="114837" y="143017"/>
                  <a:pt x="133901" y="128611"/>
                  <a:pt x="144612" y="112509"/>
                </a:cubicBezTo>
                <a:cubicBezTo>
                  <a:pt x="147217" y="108589"/>
                  <a:pt x="152299" y="103456"/>
                  <a:pt x="155758" y="101040"/>
                </a:cubicBezTo>
                <a:cubicBezTo>
                  <a:pt x="175021" y="88025"/>
                  <a:pt x="182254" y="72302"/>
                  <a:pt x="184664" y="38986"/>
                </a:cubicBezTo>
                <a:cubicBezTo>
                  <a:pt x="185670" y="24911"/>
                  <a:pt x="187647" y="13428"/>
                  <a:pt x="189881" y="8560"/>
                </a:cubicBezTo>
                <a:cubicBezTo>
                  <a:pt x="192343" y="2922"/>
                  <a:pt x="192702" y="19"/>
                  <a:pt x="190590" y="0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7382" cap="flat">
            <a:noFill/>
            <a:prstDash val="solid"/>
            <a:miter/>
          </a:ln>
        </p:spPr>
        <p:txBody>
          <a:bodyPr/>
          <a:lstStyle/>
          <a:p>
            <a:endParaRPr lang="en-AU"/>
          </a:p>
        </p:txBody>
      </p:sp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D8E6B715-A80C-F087-2C2E-33B286ED9679}"/>
              </a:ext>
            </a:extLst>
          </p:cNvPr>
          <p:cNvSpPr/>
          <p:nvPr/>
        </p:nvSpPr>
        <p:spPr>
          <a:xfrm flipH="1">
            <a:off x="2015308" y="3173100"/>
            <a:ext cx="185803" cy="144360"/>
          </a:xfrm>
          <a:custGeom>
            <a:avLst/>
            <a:gdLst>
              <a:gd name="csX0" fmla="*/ 109097 w 185803"/>
              <a:gd name="csY0" fmla="*/ 0 h 144360"/>
              <a:gd name="csX1" fmla="*/ 81001 w 185803"/>
              <a:gd name="csY1" fmla="*/ 6193 h 144360"/>
              <a:gd name="csX2" fmla="*/ 62684 w 185803"/>
              <a:gd name="csY2" fmla="*/ 10606 h 144360"/>
              <a:gd name="csX3" fmla="*/ 20094 w 185803"/>
              <a:gd name="csY3" fmla="*/ 30652 h 144360"/>
              <a:gd name="csX4" fmla="*/ 21179 w 185803"/>
              <a:gd name="csY4" fmla="*/ 31337 h 144360"/>
              <a:gd name="csX5" fmla="*/ 28775 w 185803"/>
              <a:gd name="csY5" fmla="*/ 28629 h 144360"/>
              <a:gd name="csX6" fmla="*/ 49537 w 185803"/>
              <a:gd name="csY6" fmla="*/ 22364 h 144360"/>
              <a:gd name="csX7" fmla="*/ 59008 w 185803"/>
              <a:gd name="csY7" fmla="*/ 21382 h 144360"/>
              <a:gd name="csX8" fmla="*/ 73442 w 185803"/>
              <a:gd name="csY8" fmla="*/ 24570 h 144360"/>
              <a:gd name="csX9" fmla="*/ 100089 w 185803"/>
              <a:gd name="csY9" fmla="*/ 45692 h 144360"/>
              <a:gd name="csX10" fmla="*/ 86347 w 185803"/>
              <a:gd name="csY10" fmla="*/ 57285 h 144360"/>
              <a:gd name="csX11" fmla="*/ 2025 w 185803"/>
              <a:gd name="csY11" fmla="*/ 105635 h 144360"/>
              <a:gd name="csX12" fmla="*/ 18141 w 185803"/>
              <a:gd name="csY12" fmla="*/ 142830 h 144360"/>
              <a:gd name="csX13" fmla="*/ 26246 w 185803"/>
              <a:gd name="csY13" fmla="*/ 144361 h 144360"/>
              <a:gd name="csX14" fmla="*/ 34185 w 185803"/>
              <a:gd name="csY14" fmla="*/ 141165 h 144360"/>
              <a:gd name="csX15" fmla="*/ 45076 w 185803"/>
              <a:gd name="csY15" fmla="*/ 93740 h 144360"/>
              <a:gd name="csX16" fmla="*/ 42840 w 185803"/>
              <a:gd name="csY16" fmla="*/ 79820 h 144360"/>
              <a:gd name="csX17" fmla="*/ 62463 w 185803"/>
              <a:gd name="csY17" fmla="*/ 71549 h 144360"/>
              <a:gd name="csX18" fmla="*/ 132895 w 185803"/>
              <a:gd name="csY18" fmla="*/ 45094 h 144360"/>
              <a:gd name="csX19" fmla="*/ 155343 w 185803"/>
              <a:gd name="csY19" fmla="*/ 37396 h 144360"/>
              <a:gd name="csX20" fmla="*/ 176824 w 185803"/>
              <a:gd name="csY20" fmla="*/ 21831 h 144360"/>
              <a:gd name="csX21" fmla="*/ 148199 w 185803"/>
              <a:gd name="csY21" fmla="*/ 12193 h 144360"/>
              <a:gd name="csX22" fmla="*/ 110479 w 185803"/>
              <a:gd name="csY22" fmla="*/ 28 h 144360"/>
              <a:gd name="csX23" fmla="*/ 109094 w 185803"/>
              <a:gd name="csY23" fmla="*/ 1 h 14436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</a:cxnLst>
            <a:rect l="l" t="t" r="r" b="b"/>
            <a:pathLst>
              <a:path w="185803" h="144360">
                <a:moveTo>
                  <a:pt x="109097" y="0"/>
                </a:moveTo>
                <a:cubicBezTo>
                  <a:pt x="101146" y="0"/>
                  <a:pt x="90091" y="2542"/>
                  <a:pt x="81001" y="6193"/>
                </a:cubicBezTo>
                <a:cubicBezTo>
                  <a:pt x="75652" y="8508"/>
                  <a:pt x="67423" y="10444"/>
                  <a:pt x="62684" y="10606"/>
                </a:cubicBezTo>
                <a:cubicBezTo>
                  <a:pt x="46719" y="11237"/>
                  <a:pt x="19838" y="24035"/>
                  <a:pt x="20094" y="30652"/>
                </a:cubicBezTo>
                <a:cubicBezTo>
                  <a:pt x="20096" y="31120"/>
                  <a:pt x="20491" y="31337"/>
                  <a:pt x="21179" y="31337"/>
                </a:cubicBezTo>
                <a:cubicBezTo>
                  <a:pt x="22665" y="31337"/>
                  <a:pt x="25524" y="30323"/>
                  <a:pt x="28775" y="28629"/>
                </a:cubicBezTo>
                <a:cubicBezTo>
                  <a:pt x="33531" y="26150"/>
                  <a:pt x="42883" y="23260"/>
                  <a:pt x="49537" y="22364"/>
                </a:cubicBezTo>
                <a:cubicBezTo>
                  <a:pt x="53376" y="21739"/>
                  <a:pt x="56301" y="21382"/>
                  <a:pt x="59008" y="21382"/>
                </a:cubicBezTo>
                <a:cubicBezTo>
                  <a:pt x="63399" y="21382"/>
                  <a:pt x="67219" y="22320"/>
                  <a:pt x="73442" y="24570"/>
                </a:cubicBezTo>
                <a:cubicBezTo>
                  <a:pt x="86160" y="29369"/>
                  <a:pt x="99610" y="39859"/>
                  <a:pt x="100089" y="45692"/>
                </a:cubicBezTo>
                <a:cubicBezTo>
                  <a:pt x="100505" y="50240"/>
                  <a:pt x="96516" y="53776"/>
                  <a:pt x="86347" y="57285"/>
                </a:cubicBezTo>
                <a:cubicBezTo>
                  <a:pt x="10275" y="84073"/>
                  <a:pt x="7686" y="85676"/>
                  <a:pt x="2025" y="105635"/>
                </a:cubicBezTo>
                <a:cubicBezTo>
                  <a:pt x="-3469" y="125008"/>
                  <a:pt x="2321" y="138438"/>
                  <a:pt x="18141" y="142830"/>
                </a:cubicBezTo>
                <a:cubicBezTo>
                  <a:pt x="21728" y="143827"/>
                  <a:pt x="24193" y="144361"/>
                  <a:pt x="26246" y="144361"/>
                </a:cubicBezTo>
                <a:cubicBezTo>
                  <a:pt x="29058" y="144361"/>
                  <a:pt x="31096" y="143357"/>
                  <a:pt x="34185" y="141165"/>
                </a:cubicBezTo>
                <a:cubicBezTo>
                  <a:pt x="46753" y="132200"/>
                  <a:pt x="51259" y="112554"/>
                  <a:pt x="45076" y="93740"/>
                </a:cubicBezTo>
                <a:cubicBezTo>
                  <a:pt x="42874" y="87217"/>
                  <a:pt x="41857" y="81025"/>
                  <a:pt x="42840" y="79820"/>
                </a:cubicBezTo>
                <a:cubicBezTo>
                  <a:pt x="43567" y="78756"/>
                  <a:pt x="52549" y="74918"/>
                  <a:pt x="62463" y="71549"/>
                </a:cubicBezTo>
                <a:cubicBezTo>
                  <a:pt x="81643" y="64845"/>
                  <a:pt x="130617" y="46361"/>
                  <a:pt x="132895" y="45094"/>
                </a:cubicBezTo>
                <a:cubicBezTo>
                  <a:pt x="133655" y="44671"/>
                  <a:pt x="143626" y="41108"/>
                  <a:pt x="155343" y="37396"/>
                </a:cubicBezTo>
                <a:cubicBezTo>
                  <a:pt x="189201" y="26325"/>
                  <a:pt x="192407" y="24048"/>
                  <a:pt x="176824" y="21831"/>
                </a:cubicBezTo>
                <a:cubicBezTo>
                  <a:pt x="171856" y="21296"/>
                  <a:pt x="158829" y="16833"/>
                  <a:pt x="148199" y="12193"/>
                </a:cubicBezTo>
                <a:cubicBezTo>
                  <a:pt x="128666" y="3601"/>
                  <a:pt x="118295" y="298"/>
                  <a:pt x="110479" y="28"/>
                </a:cubicBezTo>
                <a:cubicBezTo>
                  <a:pt x="110029" y="10"/>
                  <a:pt x="109567" y="1"/>
                  <a:pt x="109094" y="1"/>
                </a:cubicBezTo>
                <a:close/>
              </a:path>
            </a:pathLst>
          </a:custGeom>
          <a:solidFill>
            <a:srgbClr val="000000"/>
          </a:solidFill>
          <a:ln w="7382" cap="flat">
            <a:noFill/>
            <a:prstDash val="solid"/>
            <a:miter/>
          </a:ln>
        </p:spPr>
        <p:txBody>
          <a:bodyPr/>
          <a:lstStyle/>
          <a:p>
            <a:endParaRPr lang="en-AU"/>
          </a:p>
        </p:txBody>
      </p:sp>
      <p:sp>
        <p:nvSpPr>
          <p:cNvPr id="54" name="Freeform: Shape 53">
            <a:extLst>
              <a:ext uri="{FF2B5EF4-FFF2-40B4-BE49-F238E27FC236}">
                <a16:creationId xmlns:a16="http://schemas.microsoft.com/office/drawing/2014/main" id="{D1C0B76C-DD30-7C65-6F3B-FC612A8387D2}"/>
              </a:ext>
            </a:extLst>
          </p:cNvPr>
          <p:cNvSpPr/>
          <p:nvPr/>
        </p:nvSpPr>
        <p:spPr>
          <a:xfrm flipH="1">
            <a:off x="3252826" y="1509525"/>
            <a:ext cx="263783" cy="229817"/>
          </a:xfrm>
          <a:custGeom>
            <a:avLst/>
            <a:gdLst>
              <a:gd name="csX0" fmla="*/ 125239 w 263783"/>
              <a:gd name="csY0" fmla="*/ 1 h 229817"/>
              <a:gd name="csX1" fmla="*/ 100866 w 263783"/>
              <a:gd name="csY1" fmla="*/ 84422 h 229817"/>
              <a:gd name="csX2" fmla="*/ 76353 w 263783"/>
              <a:gd name="csY2" fmla="*/ 168594 h 229817"/>
              <a:gd name="csX3" fmla="*/ 62480 w 263783"/>
              <a:gd name="csY3" fmla="*/ 164108 h 229817"/>
              <a:gd name="csX4" fmla="*/ 44202 w 263783"/>
              <a:gd name="csY4" fmla="*/ 160428 h 229817"/>
              <a:gd name="csX5" fmla="*/ 37159 w 263783"/>
              <a:gd name="csY5" fmla="*/ 160874 h 229817"/>
              <a:gd name="csX6" fmla="*/ 2021 w 263783"/>
              <a:gd name="csY6" fmla="*/ 181722 h 229817"/>
              <a:gd name="csX7" fmla="*/ 8047 w 263783"/>
              <a:gd name="csY7" fmla="*/ 209360 h 229817"/>
              <a:gd name="csX8" fmla="*/ 30990 w 263783"/>
              <a:gd name="csY8" fmla="*/ 218826 h 229817"/>
              <a:gd name="csX9" fmla="*/ 54245 w 263783"/>
              <a:gd name="csY9" fmla="*/ 212693 h 229817"/>
              <a:gd name="csX10" fmla="*/ 90100 w 263783"/>
              <a:gd name="csY10" fmla="*/ 146448 h 229817"/>
              <a:gd name="csX11" fmla="*/ 107100 w 263783"/>
              <a:gd name="csY11" fmla="*/ 96287 h 229817"/>
              <a:gd name="csX12" fmla="*/ 112182 w 263783"/>
              <a:gd name="csY12" fmla="*/ 95524 h 229817"/>
              <a:gd name="csX13" fmla="*/ 175164 w 263783"/>
              <a:gd name="csY13" fmla="*/ 99992 h 229817"/>
              <a:gd name="csX14" fmla="*/ 223457 w 263783"/>
              <a:gd name="csY14" fmla="*/ 104961 h 229817"/>
              <a:gd name="csX15" fmla="*/ 229390 w 263783"/>
              <a:gd name="csY15" fmla="*/ 106609 h 229817"/>
              <a:gd name="csX16" fmla="*/ 218338 w 263783"/>
              <a:gd name="csY16" fmla="*/ 144069 h 229817"/>
              <a:gd name="csX17" fmla="*/ 204931 w 263783"/>
              <a:gd name="csY17" fmla="*/ 180246 h 229817"/>
              <a:gd name="csX18" fmla="*/ 204289 w 263783"/>
              <a:gd name="csY18" fmla="*/ 180063 h 229817"/>
              <a:gd name="csX19" fmla="*/ 190552 w 263783"/>
              <a:gd name="csY19" fmla="*/ 174348 h 229817"/>
              <a:gd name="csX20" fmla="*/ 175038 w 263783"/>
              <a:gd name="csY20" fmla="*/ 171794 h 229817"/>
              <a:gd name="csX21" fmla="*/ 132518 w 263783"/>
              <a:gd name="csY21" fmla="*/ 197703 h 229817"/>
              <a:gd name="csX22" fmla="*/ 152497 w 263783"/>
              <a:gd name="csY22" fmla="*/ 228794 h 229817"/>
              <a:gd name="csX23" fmla="*/ 161347 w 263783"/>
              <a:gd name="csY23" fmla="*/ 229818 h 229817"/>
              <a:gd name="csX24" fmla="*/ 192271 w 263783"/>
              <a:gd name="csY24" fmla="*/ 221686 h 229817"/>
              <a:gd name="csX25" fmla="*/ 237459 w 263783"/>
              <a:gd name="csY25" fmla="*/ 106739 h 229817"/>
              <a:gd name="csX26" fmla="*/ 263784 w 263783"/>
              <a:gd name="csY26" fmla="*/ 11672 h 229817"/>
              <a:gd name="csX27" fmla="*/ 258018 w 263783"/>
              <a:gd name="csY27" fmla="*/ 9437 h 229817"/>
              <a:gd name="csX28" fmla="*/ 251516 w 263783"/>
              <a:gd name="csY28" fmla="*/ 7727 h 229817"/>
              <a:gd name="csX29" fmla="*/ 250788 w 263783"/>
              <a:gd name="csY29" fmla="*/ 7851 h 229817"/>
              <a:gd name="csX30" fmla="*/ 249373 w 263783"/>
              <a:gd name="csY30" fmla="*/ 7928 h 229817"/>
              <a:gd name="csX31" fmla="*/ 141495 w 263783"/>
              <a:gd name="csY31" fmla="*/ 1350 h 229817"/>
              <a:gd name="csX32" fmla="*/ 125239 w 263783"/>
              <a:gd name="csY32" fmla="*/ 0 h 22981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</a:cxnLst>
            <a:rect l="l" t="t" r="r" b="b"/>
            <a:pathLst>
              <a:path w="263783" h="229817">
                <a:moveTo>
                  <a:pt x="125239" y="1"/>
                </a:moveTo>
                <a:lnTo>
                  <a:pt x="100866" y="84422"/>
                </a:lnTo>
                <a:lnTo>
                  <a:pt x="76353" y="168594"/>
                </a:lnTo>
                <a:lnTo>
                  <a:pt x="62480" y="164108"/>
                </a:lnTo>
                <a:cubicBezTo>
                  <a:pt x="54636" y="161473"/>
                  <a:pt x="49761" y="160428"/>
                  <a:pt x="44202" y="160428"/>
                </a:cubicBezTo>
                <a:cubicBezTo>
                  <a:pt x="42031" y="160428"/>
                  <a:pt x="39756" y="160587"/>
                  <a:pt x="37159" y="160874"/>
                </a:cubicBezTo>
                <a:cubicBezTo>
                  <a:pt x="23598" y="162807"/>
                  <a:pt x="6464" y="172826"/>
                  <a:pt x="2021" y="181722"/>
                </a:cubicBezTo>
                <a:cubicBezTo>
                  <a:pt x="-2115" y="190284"/>
                  <a:pt x="196" y="201691"/>
                  <a:pt x="8047" y="209360"/>
                </a:cubicBezTo>
                <a:cubicBezTo>
                  <a:pt x="14303" y="215663"/>
                  <a:pt x="22106" y="218826"/>
                  <a:pt x="30990" y="218826"/>
                </a:cubicBezTo>
                <a:cubicBezTo>
                  <a:pt x="38126" y="218826"/>
                  <a:pt x="45958" y="216785"/>
                  <a:pt x="54245" y="212693"/>
                </a:cubicBezTo>
                <a:cubicBezTo>
                  <a:pt x="73807" y="203139"/>
                  <a:pt x="74283" y="202215"/>
                  <a:pt x="90100" y="146448"/>
                </a:cubicBezTo>
                <a:cubicBezTo>
                  <a:pt x="100534" y="109661"/>
                  <a:pt x="104679" y="97302"/>
                  <a:pt x="107100" y="96287"/>
                </a:cubicBezTo>
                <a:cubicBezTo>
                  <a:pt x="108147" y="95813"/>
                  <a:pt x="109119" y="95524"/>
                  <a:pt x="112182" y="95524"/>
                </a:cubicBezTo>
                <a:cubicBezTo>
                  <a:pt x="118417" y="95524"/>
                  <a:pt x="133317" y="96722"/>
                  <a:pt x="175164" y="99992"/>
                </a:cubicBezTo>
                <a:cubicBezTo>
                  <a:pt x="198334" y="101784"/>
                  <a:pt x="220096" y="104028"/>
                  <a:pt x="223457" y="104961"/>
                </a:cubicBezTo>
                <a:lnTo>
                  <a:pt x="229390" y="106609"/>
                </a:lnTo>
                <a:lnTo>
                  <a:pt x="218338" y="144069"/>
                </a:lnTo>
                <a:cubicBezTo>
                  <a:pt x="209415" y="173478"/>
                  <a:pt x="207089" y="180246"/>
                  <a:pt x="204931" y="180246"/>
                </a:cubicBezTo>
                <a:cubicBezTo>
                  <a:pt x="204718" y="180246"/>
                  <a:pt x="204506" y="180180"/>
                  <a:pt x="204289" y="180063"/>
                </a:cubicBezTo>
                <a:cubicBezTo>
                  <a:pt x="202874" y="179037"/>
                  <a:pt x="196570" y="176442"/>
                  <a:pt x="190552" y="174348"/>
                </a:cubicBezTo>
                <a:cubicBezTo>
                  <a:pt x="185591" y="172604"/>
                  <a:pt x="180315" y="171794"/>
                  <a:pt x="175038" y="171794"/>
                </a:cubicBezTo>
                <a:cubicBezTo>
                  <a:pt x="155963" y="171794"/>
                  <a:pt x="136865" y="182377"/>
                  <a:pt x="132518" y="197703"/>
                </a:cubicBezTo>
                <a:cubicBezTo>
                  <a:pt x="128632" y="211401"/>
                  <a:pt x="137073" y="224510"/>
                  <a:pt x="152497" y="228794"/>
                </a:cubicBezTo>
                <a:cubicBezTo>
                  <a:pt x="155007" y="229491"/>
                  <a:pt x="158042" y="229818"/>
                  <a:pt x="161347" y="229818"/>
                </a:cubicBezTo>
                <a:cubicBezTo>
                  <a:pt x="171580" y="229818"/>
                  <a:pt x="184403" y="226682"/>
                  <a:pt x="192271" y="221686"/>
                </a:cubicBezTo>
                <a:cubicBezTo>
                  <a:pt x="208051" y="211926"/>
                  <a:pt x="208162" y="211535"/>
                  <a:pt x="237459" y="106739"/>
                </a:cubicBezTo>
                <a:lnTo>
                  <a:pt x="263784" y="11672"/>
                </a:lnTo>
                <a:lnTo>
                  <a:pt x="258018" y="9437"/>
                </a:lnTo>
                <a:cubicBezTo>
                  <a:pt x="255415" y="8376"/>
                  <a:pt x="252832" y="7727"/>
                  <a:pt x="251516" y="7727"/>
                </a:cubicBezTo>
                <a:cubicBezTo>
                  <a:pt x="251189" y="7727"/>
                  <a:pt x="250940" y="7767"/>
                  <a:pt x="250788" y="7851"/>
                </a:cubicBezTo>
                <a:cubicBezTo>
                  <a:pt x="250695" y="7903"/>
                  <a:pt x="250208" y="7928"/>
                  <a:pt x="249373" y="7928"/>
                </a:cubicBezTo>
                <a:cubicBezTo>
                  <a:pt x="238908" y="7928"/>
                  <a:pt x="173721" y="4044"/>
                  <a:pt x="141495" y="1350"/>
                </a:cubicBezTo>
                <a:lnTo>
                  <a:pt x="125239" y="0"/>
                </a:lnTo>
                <a:close/>
              </a:path>
            </a:pathLst>
          </a:custGeom>
          <a:solidFill>
            <a:schemeClr val="accent5">
              <a:lumMod val="50000"/>
            </a:schemeClr>
          </a:solidFill>
          <a:ln w="7382" cap="flat">
            <a:noFill/>
            <a:prstDash val="solid"/>
            <a:miter/>
          </a:ln>
        </p:spPr>
        <p:txBody>
          <a:bodyPr/>
          <a:lstStyle/>
          <a:p>
            <a:endParaRPr lang="en-AU"/>
          </a:p>
        </p:txBody>
      </p:sp>
      <p:sp>
        <p:nvSpPr>
          <p:cNvPr id="55" name="Freeform: Shape 54">
            <a:extLst>
              <a:ext uri="{FF2B5EF4-FFF2-40B4-BE49-F238E27FC236}">
                <a16:creationId xmlns:a16="http://schemas.microsoft.com/office/drawing/2014/main" id="{815487A7-173D-35C6-59B1-E46E863325CD}"/>
              </a:ext>
            </a:extLst>
          </p:cNvPr>
          <p:cNvSpPr/>
          <p:nvPr/>
        </p:nvSpPr>
        <p:spPr>
          <a:xfrm flipH="1">
            <a:off x="1711908" y="3308593"/>
            <a:ext cx="133925" cy="205543"/>
          </a:xfrm>
          <a:custGeom>
            <a:avLst/>
            <a:gdLst>
              <a:gd name="csX0" fmla="*/ 91881 w 133925"/>
              <a:gd name="csY0" fmla="*/ 0 h 205543"/>
              <a:gd name="csX1" fmla="*/ 91308 w 133925"/>
              <a:gd name="csY1" fmla="*/ 267 h 205543"/>
              <a:gd name="csX2" fmla="*/ 78242 w 133925"/>
              <a:gd name="csY2" fmla="*/ 71152 h 205543"/>
              <a:gd name="csX3" fmla="*/ 64173 w 133925"/>
              <a:gd name="csY3" fmla="*/ 150837 h 205543"/>
              <a:gd name="csX4" fmla="*/ 61842 w 133925"/>
              <a:gd name="csY4" fmla="*/ 159055 h 205543"/>
              <a:gd name="csX5" fmla="*/ 53815 w 133925"/>
              <a:gd name="csY5" fmla="*/ 155771 h 205543"/>
              <a:gd name="csX6" fmla="*/ 41368 w 133925"/>
              <a:gd name="csY6" fmla="*/ 153503 h 205543"/>
              <a:gd name="csX7" fmla="*/ 34481 w 133925"/>
              <a:gd name="csY7" fmla="*/ 153990 h 205543"/>
              <a:gd name="csX8" fmla="*/ 883 w 133925"/>
              <a:gd name="csY8" fmla="*/ 178433 h 205543"/>
              <a:gd name="csX9" fmla="*/ 26537 w 133925"/>
              <a:gd name="csY9" fmla="*/ 205544 h 205543"/>
              <a:gd name="csX10" fmla="*/ 47561 w 133925"/>
              <a:gd name="csY10" fmla="*/ 199629 h 205543"/>
              <a:gd name="csX11" fmla="*/ 68309 w 133925"/>
              <a:gd name="csY11" fmla="*/ 166339 h 205543"/>
              <a:gd name="csX12" fmla="*/ 73733 w 133925"/>
              <a:gd name="csY12" fmla="*/ 132171 h 205543"/>
              <a:gd name="csX13" fmla="*/ 79022 w 133925"/>
              <a:gd name="csY13" fmla="*/ 99233 h 205543"/>
              <a:gd name="csX14" fmla="*/ 83210 w 133925"/>
              <a:gd name="csY14" fmla="*/ 89291 h 205543"/>
              <a:gd name="csX15" fmla="*/ 91597 w 133925"/>
              <a:gd name="csY15" fmla="*/ 91749 h 205543"/>
              <a:gd name="csX16" fmla="*/ 115390 w 133925"/>
              <a:gd name="csY16" fmla="*/ 111654 h 205543"/>
              <a:gd name="csX17" fmla="*/ 120475 w 133925"/>
              <a:gd name="csY17" fmla="*/ 125310 h 205543"/>
              <a:gd name="csX18" fmla="*/ 116851 w 133925"/>
              <a:gd name="csY18" fmla="*/ 164411 h 205543"/>
              <a:gd name="csX19" fmla="*/ 115390 w 133925"/>
              <a:gd name="csY19" fmla="*/ 170310 h 205543"/>
              <a:gd name="csX20" fmla="*/ 123016 w 133925"/>
              <a:gd name="csY20" fmla="*/ 161479 h 205543"/>
              <a:gd name="csX21" fmla="*/ 131302 w 133925"/>
              <a:gd name="csY21" fmla="*/ 117974 h 205543"/>
              <a:gd name="csX22" fmla="*/ 132550 w 133925"/>
              <a:gd name="csY22" fmla="*/ 95524 h 205543"/>
              <a:gd name="csX23" fmla="*/ 111009 w 133925"/>
              <a:gd name="csY23" fmla="*/ 32336 h 205543"/>
              <a:gd name="csX24" fmla="*/ 95277 w 133925"/>
              <a:gd name="csY24" fmla="*/ 4324 h 205543"/>
              <a:gd name="csX25" fmla="*/ 91881 w 133925"/>
              <a:gd name="csY25" fmla="*/ 0 h 20554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</a:cxnLst>
            <a:rect l="l" t="t" r="r" b="b"/>
            <a:pathLst>
              <a:path w="133925" h="205543">
                <a:moveTo>
                  <a:pt x="91881" y="0"/>
                </a:moveTo>
                <a:cubicBezTo>
                  <a:pt x="91667" y="0"/>
                  <a:pt x="91473" y="86"/>
                  <a:pt x="91308" y="267"/>
                </a:cubicBezTo>
                <a:cubicBezTo>
                  <a:pt x="89819" y="1754"/>
                  <a:pt x="84977" y="27852"/>
                  <a:pt x="78242" y="71152"/>
                </a:cubicBezTo>
                <a:cubicBezTo>
                  <a:pt x="72491" y="107973"/>
                  <a:pt x="66338" y="143205"/>
                  <a:pt x="64173" y="150837"/>
                </a:cubicBezTo>
                <a:lnTo>
                  <a:pt x="61842" y="159055"/>
                </a:lnTo>
                <a:lnTo>
                  <a:pt x="53815" y="155771"/>
                </a:lnTo>
                <a:cubicBezTo>
                  <a:pt x="49887" y="154248"/>
                  <a:pt x="45938" y="153503"/>
                  <a:pt x="41368" y="153503"/>
                </a:cubicBezTo>
                <a:cubicBezTo>
                  <a:pt x="39229" y="153503"/>
                  <a:pt x="36954" y="153667"/>
                  <a:pt x="34481" y="153990"/>
                </a:cubicBezTo>
                <a:cubicBezTo>
                  <a:pt x="15422" y="156506"/>
                  <a:pt x="4936" y="164148"/>
                  <a:pt x="883" y="178433"/>
                </a:cubicBezTo>
                <a:cubicBezTo>
                  <a:pt x="-3624" y="194325"/>
                  <a:pt x="9759" y="205544"/>
                  <a:pt x="26537" y="205544"/>
                </a:cubicBezTo>
                <a:cubicBezTo>
                  <a:pt x="33310" y="205544"/>
                  <a:pt x="40635" y="203716"/>
                  <a:pt x="47561" y="199629"/>
                </a:cubicBezTo>
                <a:cubicBezTo>
                  <a:pt x="59432" y="192372"/>
                  <a:pt x="66432" y="181228"/>
                  <a:pt x="68309" y="166339"/>
                </a:cubicBezTo>
                <a:cubicBezTo>
                  <a:pt x="69096" y="159804"/>
                  <a:pt x="71589" y="144243"/>
                  <a:pt x="73733" y="132171"/>
                </a:cubicBezTo>
                <a:cubicBezTo>
                  <a:pt x="75932" y="119905"/>
                  <a:pt x="78204" y="105126"/>
                  <a:pt x="79022" y="99233"/>
                </a:cubicBezTo>
                <a:cubicBezTo>
                  <a:pt x="79860" y="92016"/>
                  <a:pt x="80270" y="89291"/>
                  <a:pt x="83210" y="89291"/>
                </a:cubicBezTo>
                <a:cubicBezTo>
                  <a:pt x="84935" y="89291"/>
                  <a:pt x="87532" y="90229"/>
                  <a:pt x="91597" y="91749"/>
                </a:cubicBezTo>
                <a:cubicBezTo>
                  <a:pt x="98352" y="94257"/>
                  <a:pt x="111295" y="105029"/>
                  <a:pt x="115390" y="111654"/>
                </a:cubicBezTo>
                <a:cubicBezTo>
                  <a:pt x="117294" y="114717"/>
                  <a:pt x="119607" y="120848"/>
                  <a:pt x="120475" y="125310"/>
                </a:cubicBezTo>
                <a:cubicBezTo>
                  <a:pt x="122724" y="135434"/>
                  <a:pt x="120542" y="157414"/>
                  <a:pt x="116851" y="164411"/>
                </a:cubicBezTo>
                <a:cubicBezTo>
                  <a:pt x="114602" y="168482"/>
                  <a:pt x="114432" y="170310"/>
                  <a:pt x="115390" y="170310"/>
                </a:cubicBezTo>
                <a:cubicBezTo>
                  <a:pt x="116673" y="170310"/>
                  <a:pt x="119975" y="167037"/>
                  <a:pt x="123016" y="161479"/>
                </a:cubicBezTo>
                <a:cubicBezTo>
                  <a:pt x="129478" y="149975"/>
                  <a:pt x="132836" y="132120"/>
                  <a:pt x="131302" y="117974"/>
                </a:cubicBezTo>
                <a:cubicBezTo>
                  <a:pt x="130570" y="112282"/>
                  <a:pt x="131114" y="102090"/>
                  <a:pt x="132550" y="95524"/>
                </a:cubicBezTo>
                <a:cubicBezTo>
                  <a:pt x="136987" y="73115"/>
                  <a:pt x="130923" y="55387"/>
                  <a:pt x="111009" y="32336"/>
                </a:cubicBezTo>
                <a:cubicBezTo>
                  <a:pt x="103294" y="23438"/>
                  <a:pt x="101445" y="20181"/>
                  <a:pt x="95277" y="4324"/>
                </a:cubicBezTo>
                <a:cubicBezTo>
                  <a:pt x="94246" y="1785"/>
                  <a:pt x="92858" y="0"/>
                  <a:pt x="91881" y="0"/>
                </a:cubicBezTo>
                <a:close/>
              </a:path>
            </a:pathLst>
          </a:custGeom>
          <a:solidFill>
            <a:srgbClr val="000000"/>
          </a:solidFill>
          <a:ln w="7382" cap="flat">
            <a:noFill/>
            <a:prstDash val="solid"/>
            <a:miter/>
          </a:ln>
        </p:spPr>
        <p:txBody>
          <a:bodyPr/>
          <a:lstStyle/>
          <a:p>
            <a:endParaRPr lang="en-AU"/>
          </a:p>
        </p:txBody>
      </p:sp>
      <p:sp>
        <p:nvSpPr>
          <p:cNvPr id="56" name="Freeform: Shape 55">
            <a:extLst>
              <a:ext uri="{FF2B5EF4-FFF2-40B4-BE49-F238E27FC236}">
                <a16:creationId xmlns:a16="http://schemas.microsoft.com/office/drawing/2014/main" id="{5D469513-3253-7766-5801-A24639CB5A3D}"/>
              </a:ext>
            </a:extLst>
          </p:cNvPr>
          <p:cNvSpPr/>
          <p:nvPr/>
        </p:nvSpPr>
        <p:spPr>
          <a:xfrm flipH="1">
            <a:off x="1923166" y="3399474"/>
            <a:ext cx="112601" cy="128304"/>
          </a:xfrm>
          <a:custGeom>
            <a:avLst/>
            <a:gdLst>
              <a:gd name="csX0" fmla="*/ 111050 w 112601"/>
              <a:gd name="csY0" fmla="*/ 1 h 128304"/>
              <a:gd name="csX1" fmla="*/ 103698 w 112601"/>
              <a:gd name="csY1" fmla="*/ 1285 h 128304"/>
              <a:gd name="csX2" fmla="*/ 93385 w 112601"/>
              <a:gd name="csY2" fmla="*/ 1955 h 128304"/>
              <a:gd name="csX3" fmla="*/ 83358 w 112601"/>
              <a:gd name="csY3" fmla="*/ 1545 h 128304"/>
              <a:gd name="csX4" fmla="*/ 67107 w 112601"/>
              <a:gd name="csY4" fmla="*/ 1010 h 128304"/>
              <a:gd name="csX5" fmla="*/ 62789 w 112601"/>
              <a:gd name="csY5" fmla="*/ 1110 h 128304"/>
              <a:gd name="csX6" fmla="*/ 36643 w 112601"/>
              <a:gd name="csY6" fmla="*/ 14326 h 128304"/>
              <a:gd name="csX7" fmla="*/ 25706 w 112601"/>
              <a:gd name="csY7" fmla="*/ 22052 h 128304"/>
              <a:gd name="csX8" fmla="*/ 1197 w 112601"/>
              <a:gd name="csY8" fmla="*/ 47543 h 128304"/>
              <a:gd name="csX9" fmla="*/ 1299 w 112601"/>
              <a:gd name="csY9" fmla="*/ 47555 h 128304"/>
              <a:gd name="csX10" fmla="*/ 8589 w 112601"/>
              <a:gd name="csY10" fmla="*/ 41784 h 128304"/>
              <a:gd name="csX11" fmla="*/ 37646 w 112601"/>
              <a:gd name="csY11" fmla="*/ 29872 h 128304"/>
              <a:gd name="csX12" fmla="*/ 53632 w 112601"/>
              <a:gd name="csY12" fmla="*/ 33397 h 128304"/>
              <a:gd name="csX13" fmla="*/ 28729 w 112601"/>
              <a:gd name="csY13" fmla="*/ 70809 h 128304"/>
              <a:gd name="csX14" fmla="*/ 9711 w 112601"/>
              <a:gd name="csY14" fmla="*/ 94235 h 128304"/>
              <a:gd name="csX15" fmla="*/ 25982 w 112601"/>
              <a:gd name="csY15" fmla="*/ 128305 h 128304"/>
              <a:gd name="csX16" fmla="*/ 33899 w 112601"/>
              <a:gd name="csY16" fmla="*/ 126285 h 128304"/>
              <a:gd name="csX17" fmla="*/ 31948 w 112601"/>
              <a:gd name="csY17" fmla="*/ 83526 h 128304"/>
              <a:gd name="csX18" fmla="*/ 27126 w 112601"/>
              <a:gd name="csY18" fmla="*/ 77963 h 128304"/>
              <a:gd name="csX19" fmla="*/ 92247 w 112601"/>
              <a:gd name="csY19" fmla="*/ 19846 h 128304"/>
              <a:gd name="csX20" fmla="*/ 111086 w 112601"/>
              <a:gd name="csY20" fmla="*/ 0 h 12830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</a:cxnLst>
            <a:rect l="l" t="t" r="r" b="b"/>
            <a:pathLst>
              <a:path w="112601" h="128304">
                <a:moveTo>
                  <a:pt x="111050" y="1"/>
                </a:moveTo>
                <a:cubicBezTo>
                  <a:pt x="109575" y="5"/>
                  <a:pt x="107079" y="504"/>
                  <a:pt x="103698" y="1285"/>
                </a:cubicBezTo>
                <a:cubicBezTo>
                  <a:pt x="101728" y="1713"/>
                  <a:pt x="97820" y="1955"/>
                  <a:pt x="93385" y="1955"/>
                </a:cubicBezTo>
                <a:cubicBezTo>
                  <a:pt x="90140" y="1955"/>
                  <a:pt x="86613" y="1825"/>
                  <a:pt x="83358" y="1545"/>
                </a:cubicBezTo>
                <a:cubicBezTo>
                  <a:pt x="77807" y="1211"/>
                  <a:pt x="71565" y="1010"/>
                  <a:pt x="67107" y="1010"/>
                </a:cubicBezTo>
                <a:cubicBezTo>
                  <a:pt x="65333" y="1010"/>
                  <a:pt x="63842" y="1041"/>
                  <a:pt x="62789" y="1110"/>
                </a:cubicBezTo>
                <a:cubicBezTo>
                  <a:pt x="55289" y="1982"/>
                  <a:pt x="37642" y="10803"/>
                  <a:pt x="36643" y="14326"/>
                </a:cubicBezTo>
                <a:cubicBezTo>
                  <a:pt x="36255" y="15694"/>
                  <a:pt x="31419" y="19206"/>
                  <a:pt x="25706" y="22052"/>
                </a:cubicBezTo>
                <a:cubicBezTo>
                  <a:pt x="11437" y="29489"/>
                  <a:pt x="-4537" y="45950"/>
                  <a:pt x="1197" y="47543"/>
                </a:cubicBezTo>
                <a:cubicBezTo>
                  <a:pt x="1227" y="47551"/>
                  <a:pt x="1261" y="47555"/>
                  <a:pt x="1299" y="47555"/>
                </a:cubicBezTo>
                <a:cubicBezTo>
                  <a:pt x="2244" y="47555"/>
                  <a:pt x="5431" y="44968"/>
                  <a:pt x="8589" y="41784"/>
                </a:cubicBezTo>
                <a:cubicBezTo>
                  <a:pt x="16104" y="34040"/>
                  <a:pt x="27010" y="29872"/>
                  <a:pt x="37646" y="29872"/>
                </a:cubicBezTo>
                <a:cubicBezTo>
                  <a:pt x="43224" y="29872"/>
                  <a:pt x="48728" y="31018"/>
                  <a:pt x="53632" y="33397"/>
                </a:cubicBezTo>
                <a:cubicBezTo>
                  <a:pt x="64490" y="38734"/>
                  <a:pt x="63033" y="40863"/>
                  <a:pt x="28729" y="70809"/>
                </a:cubicBezTo>
                <a:cubicBezTo>
                  <a:pt x="14568" y="83130"/>
                  <a:pt x="11932" y="86408"/>
                  <a:pt x="9711" y="94235"/>
                </a:cubicBezTo>
                <a:cubicBezTo>
                  <a:pt x="4576" y="112340"/>
                  <a:pt x="13387" y="128305"/>
                  <a:pt x="25982" y="128305"/>
                </a:cubicBezTo>
                <a:cubicBezTo>
                  <a:pt x="28497" y="128305"/>
                  <a:pt x="31163" y="127668"/>
                  <a:pt x="33899" y="126285"/>
                </a:cubicBezTo>
                <a:cubicBezTo>
                  <a:pt x="46703" y="119498"/>
                  <a:pt x="45596" y="94071"/>
                  <a:pt x="31948" y="83526"/>
                </a:cubicBezTo>
                <a:cubicBezTo>
                  <a:pt x="29173" y="81276"/>
                  <a:pt x="26904" y="78746"/>
                  <a:pt x="27126" y="77963"/>
                </a:cubicBezTo>
                <a:cubicBezTo>
                  <a:pt x="27681" y="76008"/>
                  <a:pt x="65074" y="42697"/>
                  <a:pt x="92247" y="19846"/>
                </a:cubicBezTo>
                <a:cubicBezTo>
                  <a:pt x="110503" y="4624"/>
                  <a:pt x="115522" y="13"/>
                  <a:pt x="111086" y="0"/>
                </a:cubicBezTo>
                <a:close/>
              </a:path>
            </a:pathLst>
          </a:custGeom>
          <a:solidFill>
            <a:srgbClr val="000000"/>
          </a:solidFill>
          <a:ln w="7382" cap="flat">
            <a:noFill/>
            <a:prstDash val="solid"/>
            <a:miter/>
          </a:ln>
        </p:spPr>
        <p:txBody>
          <a:bodyPr/>
          <a:lstStyle/>
          <a:p>
            <a:endParaRPr lang="en-AU"/>
          </a:p>
        </p:txBody>
      </p:sp>
      <p:sp>
        <p:nvSpPr>
          <p:cNvPr id="57" name="Freeform: Shape 56">
            <a:extLst>
              <a:ext uri="{FF2B5EF4-FFF2-40B4-BE49-F238E27FC236}">
                <a16:creationId xmlns:a16="http://schemas.microsoft.com/office/drawing/2014/main" id="{8DC1B79B-EE34-4773-5CDE-C6888F2DB36C}"/>
              </a:ext>
            </a:extLst>
          </p:cNvPr>
          <p:cNvSpPr/>
          <p:nvPr/>
        </p:nvSpPr>
        <p:spPr>
          <a:xfrm flipH="1">
            <a:off x="4729917" y="1544622"/>
            <a:ext cx="128607" cy="198507"/>
          </a:xfrm>
          <a:custGeom>
            <a:avLst/>
            <a:gdLst>
              <a:gd name="csX0" fmla="*/ 87742 w 128607"/>
              <a:gd name="csY0" fmla="*/ 1 h 198507"/>
              <a:gd name="csX1" fmla="*/ 83817 w 128607"/>
              <a:gd name="csY1" fmla="*/ 9795 h 198507"/>
              <a:gd name="csX2" fmla="*/ 77536 w 128607"/>
              <a:gd name="csY2" fmla="*/ 47737 h 198507"/>
              <a:gd name="csX3" fmla="*/ 70547 w 128607"/>
              <a:gd name="csY3" fmla="*/ 91178 h 198507"/>
              <a:gd name="csX4" fmla="*/ 66651 w 128607"/>
              <a:gd name="csY4" fmla="*/ 120705 h 198507"/>
              <a:gd name="csX5" fmla="*/ 62128 w 128607"/>
              <a:gd name="csY5" fmla="*/ 142668 h 198507"/>
              <a:gd name="csX6" fmla="*/ 59037 w 128607"/>
              <a:gd name="csY6" fmla="*/ 151310 h 198507"/>
              <a:gd name="csX7" fmla="*/ 47829 w 128607"/>
              <a:gd name="csY7" fmla="*/ 149463 h 198507"/>
              <a:gd name="csX8" fmla="*/ 35600 w 128607"/>
              <a:gd name="csY8" fmla="*/ 148325 h 198507"/>
              <a:gd name="csX9" fmla="*/ 17353 w 128607"/>
              <a:gd name="csY9" fmla="*/ 153875 h 198507"/>
              <a:gd name="csX10" fmla="*/ 1906 w 128607"/>
              <a:gd name="csY10" fmla="*/ 186526 h 198507"/>
              <a:gd name="csX11" fmla="*/ 16962 w 128607"/>
              <a:gd name="csY11" fmla="*/ 196618 h 198507"/>
              <a:gd name="csX12" fmla="*/ 28001 w 128607"/>
              <a:gd name="csY12" fmla="*/ 198508 h 198507"/>
              <a:gd name="csX13" fmla="*/ 38006 w 128607"/>
              <a:gd name="csY13" fmla="*/ 196130 h 198507"/>
              <a:gd name="csX14" fmla="*/ 58987 w 128607"/>
              <a:gd name="csY14" fmla="*/ 182325 h 198507"/>
              <a:gd name="csX15" fmla="*/ 72229 w 128607"/>
              <a:gd name="csY15" fmla="*/ 119088 h 198507"/>
              <a:gd name="csX16" fmla="*/ 77349 w 128607"/>
              <a:gd name="csY16" fmla="*/ 92013 h 198507"/>
              <a:gd name="csX17" fmla="*/ 81648 w 128607"/>
              <a:gd name="csY17" fmla="*/ 86348 h 198507"/>
              <a:gd name="csX18" fmla="*/ 87090 w 128607"/>
              <a:gd name="csY18" fmla="*/ 87752 h 198507"/>
              <a:gd name="csX19" fmla="*/ 113668 w 128607"/>
              <a:gd name="csY19" fmla="*/ 154238 h 198507"/>
              <a:gd name="csX20" fmla="*/ 111573 w 128607"/>
              <a:gd name="csY20" fmla="*/ 164454 h 198507"/>
              <a:gd name="csX21" fmla="*/ 114692 w 128607"/>
              <a:gd name="csY21" fmla="*/ 161911 h 198507"/>
              <a:gd name="csX22" fmla="*/ 126042 w 128607"/>
              <a:gd name="csY22" fmla="*/ 115880 h 198507"/>
              <a:gd name="csX23" fmla="*/ 126408 w 128607"/>
              <a:gd name="csY23" fmla="*/ 98039 h 198507"/>
              <a:gd name="csX24" fmla="*/ 105655 w 128607"/>
              <a:gd name="csY24" fmla="*/ 28314 h 198507"/>
              <a:gd name="csX25" fmla="*/ 92576 w 128607"/>
              <a:gd name="csY25" fmla="*/ 6739 h 198507"/>
              <a:gd name="csX26" fmla="*/ 88482 w 128607"/>
              <a:gd name="csY26" fmla="*/ 113 h 198507"/>
              <a:gd name="csX27" fmla="*/ 87741 w 128607"/>
              <a:gd name="csY27" fmla="*/ 0 h 19850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</a:cxnLst>
            <a:rect l="l" t="t" r="r" b="b"/>
            <a:pathLst>
              <a:path w="128607" h="198507">
                <a:moveTo>
                  <a:pt x="87742" y="1"/>
                </a:moveTo>
                <a:cubicBezTo>
                  <a:pt x="85921" y="1"/>
                  <a:pt x="85135" y="2474"/>
                  <a:pt x="83817" y="9795"/>
                </a:cubicBezTo>
                <a:cubicBezTo>
                  <a:pt x="82801" y="15634"/>
                  <a:pt x="80061" y="32816"/>
                  <a:pt x="77536" y="47737"/>
                </a:cubicBezTo>
                <a:cubicBezTo>
                  <a:pt x="75208" y="62710"/>
                  <a:pt x="72198" y="82349"/>
                  <a:pt x="70547" y="91178"/>
                </a:cubicBezTo>
                <a:cubicBezTo>
                  <a:pt x="69093" y="100063"/>
                  <a:pt x="67463" y="113331"/>
                  <a:pt x="66651" y="120705"/>
                </a:cubicBezTo>
                <a:cubicBezTo>
                  <a:pt x="65840" y="128078"/>
                  <a:pt x="63855" y="138082"/>
                  <a:pt x="62128" y="142668"/>
                </a:cubicBezTo>
                <a:lnTo>
                  <a:pt x="59037" y="151310"/>
                </a:lnTo>
                <a:lnTo>
                  <a:pt x="47829" y="149463"/>
                </a:lnTo>
                <a:cubicBezTo>
                  <a:pt x="42918" y="148732"/>
                  <a:pt x="39004" y="148325"/>
                  <a:pt x="35600" y="148325"/>
                </a:cubicBezTo>
                <a:cubicBezTo>
                  <a:pt x="28789" y="148325"/>
                  <a:pt x="24012" y="149953"/>
                  <a:pt x="17353" y="153875"/>
                </a:cubicBezTo>
                <a:cubicBezTo>
                  <a:pt x="2554" y="162430"/>
                  <a:pt x="-3394" y="175133"/>
                  <a:pt x="1906" y="186526"/>
                </a:cubicBezTo>
                <a:cubicBezTo>
                  <a:pt x="4869" y="192626"/>
                  <a:pt x="6482" y="193707"/>
                  <a:pt x="16962" y="196618"/>
                </a:cubicBezTo>
                <a:cubicBezTo>
                  <a:pt x="21761" y="197849"/>
                  <a:pt x="25033" y="198508"/>
                  <a:pt x="28001" y="198508"/>
                </a:cubicBezTo>
                <a:cubicBezTo>
                  <a:pt x="31182" y="198508"/>
                  <a:pt x="34015" y="197751"/>
                  <a:pt x="38006" y="196130"/>
                </a:cubicBezTo>
                <a:cubicBezTo>
                  <a:pt x="49495" y="191722"/>
                  <a:pt x="52899" y="189500"/>
                  <a:pt x="58987" y="182325"/>
                </a:cubicBezTo>
                <a:cubicBezTo>
                  <a:pt x="64093" y="176356"/>
                  <a:pt x="67155" y="161796"/>
                  <a:pt x="72229" y="119088"/>
                </a:cubicBezTo>
                <a:cubicBezTo>
                  <a:pt x="73501" y="107832"/>
                  <a:pt x="75899" y="95620"/>
                  <a:pt x="77349" y="92013"/>
                </a:cubicBezTo>
                <a:cubicBezTo>
                  <a:pt x="78916" y="87914"/>
                  <a:pt x="79594" y="86348"/>
                  <a:pt x="81648" y="86348"/>
                </a:cubicBezTo>
                <a:cubicBezTo>
                  <a:pt x="82845" y="86348"/>
                  <a:pt x="84509" y="86880"/>
                  <a:pt x="87090" y="87752"/>
                </a:cubicBezTo>
                <a:cubicBezTo>
                  <a:pt x="110232" y="95657"/>
                  <a:pt x="121851" y="124638"/>
                  <a:pt x="113668" y="154238"/>
                </a:cubicBezTo>
                <a:cubicBezTo>
                  <a:pt x="111568" y="161640"/>
                  <a:pt x="110771" y="164454"/>
                  <a:pt x="111573" y="164454"/>
                </a:cubicBezTo>
                <a:cubicBezTo>
                  <a:pt x="112043" y="164454"/>
                  <a:pt x="113062" y="163487"/>
                  <a:pt x="114692" y="161911"/>
                </a:cubicBezTo>
                <a:cubicBezTo>
                  <a:pt x="121879" y="154620"/>
                  <a:pt x="128414" y="128572"/>
                  <a:pt x="126042" y="115880"/>
                </a:cubicBezTo>
                <a:cubicBezTo>
                  <a:pt x="125055" y="110330"/>
                  <a:pt x="125187" y="102344"/>
                  <a:pt x="126408" y="98039"/>
                </a:cubicBezTo>
                <a:cubicBezTo>
                  <a:pt x="132402" y="76906"/>
                  <a:pt x="126356" y="56862"/>
                  <a:pt x="105655" y="28314"/>
                </a:cubicBezTo>
                <a:cubicBezTo>
                  <a:pt x="99181" y="19550"/>
                  <a:pt x="93381" y="9917"/>
                  <a:pt x="92576" y="6739"/>
                </a:cubicBezTo>
                <a:cubicBezTo>
                  <a:pt x="91968" y="3614"/>
                  <a:pt x="90064" y="553"/>
                  <a:pt x="88482" y="113"/>
                </a:cubicBezTo>
                <a:cubicBezTo>
                  <a:pt x="88216" y="40"/>
                  <a:pt x="87971" y="0"/>
                  <a:pt x="87741" y="0"/>
                </a:cubicBezTo>
                <a:close/>
              </a:path>
            </a:pathLst>
          </a:custGeom>
          <a:solidFill>
            <a:srgbClr val="FFC000"/>
          </a:solidFill>
          <a:ln w="7382" cap="flat">
            <a:noFill/>
            <a:prstDash val="solid"/>
            <a:miter/>
          </a:ln>
        </p:spPr>
        <p:txBody>
          <a:bodyPr/>
          <a:lstStyle/>
          <a:p>
            <a:endParaRPr lang="en-AU"/>
          </a:p>
        </p:txBody>
      </p:sp>
      <p:sp>
        <p:nvSpPr>
          <p:cNvPr id="58" name="Freeform: Shape 57">
            <a:extLst>
              <a:ext uri="{FF2B5EF4-FFF2-40B4-BE49-F238E27FC236}">
                <a16:creationId xmlns:a16="http://schemas.microsoft.com/office/drawing/2014/main" id="{149B4CC0-F700-0517-17F1-98F136718A0A}"/>
              </a:ext>
            </a:extLst>
          </p:cNvPr>
          <p:cNvSpPr/>
          <p:nvPr/>
        </p:nvSpPr>
        <p:spPr>
          <a:xfrm flipH="1">
            <a:off x="4229758" y="1629469"/>
            <a:ext cx="110269" cy="193730"/>
          </a:xfrm>
          <a:custGeom>
            <a:avLst/>
            <a:gdLst>
              <a:gd name="csX0" fmla="*/ 57264 w 110269"/>
              <a:gd name="csY0" fmla="*/ 0 h 193730"/>
              <a:gd name="csX1" fmla="*/ 56187 w 110269"/>
              <a:gd name="csY1" fmla="*/ 1672 h 193730"/>
              <a:gd name="csX2" fmla="*/ 54361 w 110269"/>
              <a:gd name="csY2" fmla="*/ 99111 h 193730"/>
              <a:gd name="csX3" fmla="*/ 54226 w 110269"/>
              <a:gd name="csY3" fmla="*/ 124405 h 193730"/>
              <a:gd name="csX4" fmla="*/ 50147 w 110269"/>
              <a:gd name="csY4" fmla="*/ 144804 h 193730"/>
              <a:gd name="csX5" fmla="*/ 45310 w 110269"/>
              <a:gd name="csY5" fmla="*/ 145547 h 193730"/>
              <a:gd name="csX6" fmla="*/ 41121 w 110269"/>
              <a:gd name="csY6" fmla="*/ 145041 h 193730"/>
              <a:gd name="csX7" fmla="*/ 35021 w 110269"/>
              <a:gd name="csY7" fmla="*/ 144248 h 193730"/>
              <a:gd name="csX8" fmla="*/ 4522 w 110269"/>
              <a:gd name="csY8" fmla="*/ 161262 h 193730"/>
              <a:gd name="csX9" fmla="*/ 22040 w 110269"/>
              <a:gd name="csY9" fmla="*/ 193731 h 193730"/>
              <a:gd name="csX10" fmla="*/ 33187 w 110269"/>
              <a:gd name="csY10" fmla="*/ 191810 h 193730"/>
              <a:gd name="csX11" fmla="*/ 57765 w 110269"/>
              <a:gd name="csY11" fmla="*/ 169084 h 193730"/>
              <a:gd name="csX12" fmla="*/ 59440 w 110269"/>
              <a:gd name="csY12" fmla="*/ 147384 h 193730"/>
              <a:gd name="csX13" fmla="*/ 59297 w 110269"/>
              <a:gd name="csY13" fmla="*/ 111036 h 193730"/>
              <a:gd name="csX14" fmla="*/ 59043 w 110269"/>
              <a:gd name="csY14" fmla="*/ 75081 h 193730"/>
              <a:gd name="csX15" fmla="*/ 63687 w 110269"/>
              <a:gd name="csY15" fmla="*/ 52618 h 193730"/>
              <a:gd name="csX16" fmla="*/ 77248 w 110269"/>
              <a:gd name="csY16" fmla="*/ 59028 h 193730"/>
              <a:gd name="csX17" fmla="*/ 99115 w 110269"/>
              <a:gd name="csY17" fmla="*/ 119562 h 193730"/>
              <a:gd name="csX18" fmla="*/ 97689 w 110269"/>
              <a:gd name="csY18" fmla="*/ 134366 h 193730"/>
              <a:gd name="csX19" fmla="*/ 98026 w 110269"/>
              <a:gd name="csY19" fmla="*/ 134532 h 193730"/>
              <a:gd name="csX20" fmla="*/ 109449 w 110269"/>
              <a:gd name="csY20" fmla="*/ 103435 h 193730"/>
              <a:gd name="csX21" fmla="*/ 84688 w 110269"/>
              <a:gd name="csY21" fmla="*/ 39564 h 193730"/>
              <a:gd name="csX22" fmla="*/ 65094 w 110269"/>
              <a:gd name="csY22" fmla="*/ 12380 h 193730"/>
              <a:gd name="csX23" fmla="*/ 57263 w 110269"/>
              <a:gd name="csY23" fmla="*/ 1 h 19373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</a:cxnLst>
            <a:rect l="l" t="t" r="r" b="b"/>
            <a:pathLst>
              <a:path w="110269" h="193730">
                <a:moveTo>
                  <a:pt x="57264" y="0"/>
                </a:moveTo>
                <a:cubicBezTo>
                  <a:pt x="56795" y="0"/>
                  <a:pt x="56486" y="616"/>
                  <a:pt x="56187" y="1672"/>
                </a:cubicBezTo>
                <a:cubicBezTo>
                  <a:pt x="55410" y="4411"/>
                  <a:pt x="54512" y="47435"/>
                  <a:pt x="54361" y="99111"/>
                </a:cubicBezTo>
                <a:cubicBezTo>
                  <a:pt x="54264" y="102462"/>
                  <a:pt x="54233" y="113853"/>
                  <a:pt x="54226" y="124405"/>
                </a:cubicBezTo>
                <a:cubicBezTo>
                  <a:pt x="54025" y="141658"/>
                  <a:pt x="53724" y="143475"/>
                  <a:pt x="50147" y="144804"/>
                </a:cubicBezTo>
                <a:cubicBezTo>
                  <a:pt x="48943" y="145290"/>
                  <a:pt x="47145" y="145547"/>
                  <a:pt x="45310" y="145547"/>
                </a:cubicBezTo>
                <a:cubicBezTo>
                  <a:pt x="43842" y="145547"/>
                  <a:pt x="42351" y="145383"/>
                  <a:pt x="41121" y="145041"/>
                </a:cubicBezTo>
                <a:cubicBezTo>
                  <a:pt x="39189" y="144504"/>
                  <a:pt x="37137" y="144248"/>
                  <a:pt x="35021" y="144248"/>
                </a:cubicBezTo>
                <a:cubicBezTo>
                  <a:pt x="24140" y="144248"/>
                  <a:pt x="11536" y="151017"/>
                  <a:pt x="4522" y="161262"/>
                </a:cubicBezTo>
                <a:cubicBezTo>
                  <a:pt x="-6596" y="177791"/>
                  <a:pt x="4136" y="193731"/>
                  <a:pt x="22040" y="193731"/>
                </a:cubicBezTo>
                <a:cubicBezTo>
                  <a:pt x="25520" y="193731"/>
                  <a:pt x="29272" y="193128"/>
                  <a:pt x="33187" y="191810"/>
                </a:cubicBezTo>
                <a:cubicBezTo>
                  <a:pt x="44313" y="187934"/>
                  <a:pt x="55212" y="178086"/>
                  <a:pt x="57765" y="169084"/>
                </a:cubicBezTo>
                <a:cubicBezTo>
                  <a:pt x="58764" y="165562"/>
                  <a:pt x="59395" y="155816"/>
                  <a:pt x="59440" y="147384"/>
                </a:cubicBezTo>
                <a:cubicBezTo>
                  <a:pt x="59232" y="139094"/>
                  <a:pt x="59211" y="122622"/>
                  <a:pt x="59297" y="111036"/>
                </a:cubicBezTo>
                <a:cubicBezTo>
                  <a:pt x="59383" y="99451"/>
                  <a:pt x="59251" y="83371"/>
                  <a:pt x="59043" y="75081"/>
                </a:cubicBezTo>
                <a:cubicBezTo>
                  <a:pt x="58791" y="59088"/>
                  <a:pt x="59155" y="52618"/>
                  <a:pt x="63687" y="52618"/>
                </a:cubicBezTo>
                <a:cubicBezTo>
                  <a:pt x="66425" y="52618"/>
                  <a:pt x="70684" y="54979"/>
                  <a:pt x="77248" y="59028"/>
                </a:cubicBezTo>
                <a:cubicBezTo>
                  <a:pt x="95754" y="70500"/>
                  <a:pt x="104298" y="93772"/>
                  <a:pt x="99115" y="119562"/>
                </a:cubicBezTo>
                <a:cubicBezTo>
                  <a:pt x="97456" y="126912"/>
                  <a:pt x="96813" y="133699"/>
                  <a:pt x="97689" y="134366"/>
                </a:cubicBezTo>
                <a:cubicBezTo>
                  <a:pt x="97787" y="134478"/>
                  <a:pt x="97899" y="134532"/>
                  <a:pt x="98026" y="134532"/>
                </a:cubicBezTo>
                <a:cubicBezTo>
                  <a:pt x="100408" y="134532"/>
                  <a:pt x="107683" y="115371"/>
                  <a:pt x="109449" y="103435"/>
                </a:cubicBezTo>
                <a:cubicBezTo>
                  <a:pt x="112872" y="81588"/>
                  <a:pt x="105763" y="63781"/>
                  <a:pt x="84688" y="39564"/>
                </a:cubicBezTo>
                <a:cubicBezTo>
                  <a:pt x="77399" y="31417"/>
                  <a:pt x="68737" y="19091"/>
                  <a:pt x="65094" y="12380"/>
                </a:cubicBezTo>
                <a:cubicBezTo>
                  <a:pt x="60330" y="3369"/>
                  <a:pt x="58359" y="1"/>
                  <a:pt x="57263" y="1"/>
                </a:cubicBezTo>
                <a:close/>
              </a:path>
            </a:pathLst>
          </a:custGeom>
          <a:solidFill>
            <a:schemeClr val="accent6">
              <a:lumMod val="50000"/>
            </a:schemeClr>
          </a:solidFill>
          <a:ln w="7382" cap="flat">
            <a:noFill/>
            <a:prstDash val="solid"/>
            <a:miter/>
          </a:ln>
        </p:spPr>
        <p:txBody>
          <a:bodyPr/>
          <a:lstStyle/>
          <a:p>
            <a:endParaRPr lang="en-AU"/>
          </a:p>
        </p:txBody>
      </p:sp>
      <p:sp>
        <p:nvSpPr>
          <p:cNvPr id="59" name="Freeform: Shape 58">
            <a:extLst>
              <a:ext uri="{FF2B5EF4-FFF2-40B4-BE49-F238E27FC236}">
                <a16:creationId xmlns:a16="http://schemas.microsoft.com/office/drawing/2014/main" id="{0D506678-AD54-0654-E752-CE203984CC03}"/>
              </a:ext>
            </a:extLst>
          </p:cNvPr>
          <p:cNvSpPr/>
          <p:nvPr/>
        </p:nvSpPr>
        <p:spPr>
          <a:xfrm flipH="1">
            <a:off x="4435715" y="1638936"/>
            <a:ext cx="168592" cy="281825"/>
          </a:xfrm>
          <a:custGeom>
            <a:avLst/>
            <a:gdLst>
              <a:gd name="csX0" fmla="*/ 31795 w 168592"/>
              <a:gd name="csY0" fmla="*/ 0 h 281825"/>
              <a:gd name="csX1" fmla="*/ 3617 w 168592"/>
              <a:gd name="csY1" fmla="*/ 43872 h 281825"/>
              <a:gd name="csX2" fmla="*/ 36740 w 168592"/>
              <a:gd name="csY2" fmla="*/ 68482 h 281825"/>
              <a:gd name="csX3" fmla="*/ 53501 w 168592"/>
              <a:gd name="csY3" fmla="*/ 71520 h 281825"/>
              <a:gd name="csX4" fmla="*/ 65749 w 168592"/>
              <a:gd name="csY4" fmla="*/ 69995 h 281825"/>
              <a:gd name="csX5" fmla="*/ 77281 w 168592"/>
              <a:gd name="csY5" fmla="*/ 68601 h 281825"/>
              <a:gd name="csX6" fmla="*/ 81065 w 168592"/>
              <a:gd name="csY6" fmla="*/ 69394 h 281825"/>
              <a:gd name="csX7" fmla="*/ 84931 w 168592"/>
              <a:gd name="csY7" fmla="*/ 111419 h 281825"/>
              <a:gd name="csX8" fmla="*/ 89760 w 168592"/>
              <a:gd name="csY8" fmla="*/ 166588 h 281825"/>
              <a:gd name="csX9" fmla="*/ 92668 w 168592"/>
              <a:gd name="csY9" fmla="*/ 196948 h 281825"/>
              <a:gd name="csX10" fmla="*/ 95684 w 168592"/>
              <a:gd name="csY10" fmla="*/ 244227 h 281825"/>
              <a:gd name="csX11" fmla="*/ 98898 w 168592"/>
              <a:gd name="csY11" fmla="*/ 279527 h 281825"/>
              <a:gd name="csX12" fmla="*/ 101500 w 168592"/>
              <a:gd name="csY12" fmla="*/ 281826 h 281825"/>
              <a:gd name="csX13" fmla="*/ 109434 w 168592"/>
              <a:gd name="csY13" fmla="*/ 270210 h 281825"/>
              <a:gd name="csX14" fmla="*/ 136536 w 168592"/>
              <a:gd name="csY14" fmla="*/ 232565 h 281825"/>
              <a:gd name="csX15" fmla="*/ 165535 w 168592"/>
              <a:gd name="csY15" fmla="*/ 148374 h 281825"/>
              <a:gd name="csX16" fmla="*/ 166600 w 168592"/>
              <a:gd name="csY16" fmla="*/ 128827 h 281825"/>
              <a:gd name="csX17" fmla="*/ 157364 w 168592"/>
              <a:gd name="csY17" fmla="*/ 60612 h 281825"/>
              <a:gd name="csX18" fmla="*/ 150803 w 168592"/>
              <a:gd name="csY18" fmla="*/ 51402 h 281825"/>
              <a:gd name="csX19" fmla="*/ 149022 w 168592"/>
              <a:gd name="csY19" fmla="*/ 49839 h 281825"/>
              <a:gd name="csX20" fmla="*/ 148986 w 168592"/>
              <a:gd name="csY20" fmla="*/ 49839 h 281825"/>
              <a:gd name="csX21" fmla="*/ 150214 w 168592"/>
              <a:gd name="csY21" fmla="*/ 57994 h 281825"/>
              <a:gd name="csX22" fmla="*/ 153723 w 168592"/>
              <a:gd name="csY22" fmla="*/ 114063 h 281825"/>
              <a:gd name="csX23" fmla="*/ 128946 w 168592"/>
              <a:gd name="csY23" fmla="*/ 148766 h 281825"/>
              <a:gd name="csX24" fmla="*/ 101420 w 168592"/>
              <a:gd name="csY24" fmla="*/ 161743 h 281825"/>
              <a:gd name="csX25" fmla="*/ 99184 w 168592"/>
              <a:gd name="csY25" fmla="*/ 161186 h 281825"/>
              <a:gd name="csX26" fmla="*/ 95524 w 168592"/>
              <a:gd name="csY26" fmla="*/ 144761 h 281825"/>
              <a:gd name="csX27" fmla="*/ 89552 w 168592"/>
              <a:gd name="csY27" fmla="*/ 68799 h 281825"/>
              <a:gd name="csX28" fmla="*/ 86756 w 168592"/>
              <a:gd name="csY28" fmla="*/ 38047 h 281825"/>
              <a:gd name="csX29" fmla="*/ 36672 w 168592"/>
              <a:gd name="csY29" fmla="*/ 283 h 281825"/>
              <a:gd name="csX30" fmla="*/ 31793 w 168592"/>
              <a:gd name="csY30" fmla="*/ 2 h 28182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</a:cxnLst>
            <a:rect l="l" t="t" r="r" b="b"/>
            <a:pathLst>
              <a:path w="168592" h="281825">
                <a:moveTo>
                  <a:pt x="31795" y="0"/>
                </a:moveTo>
                <a:cubicBezTo>
                  <a:pt x="7555" y="0"/>
                  <a:pt x="-7238" y="21442"/>
                  <a:pt x="3617" y="43872"/>
                </a:cubicBezTo>
                <a:cubicBezTo>
                  <a:pt x="9772" y="56771"/>
                  <a:pt x="18747" y="63485"/>
                  <a:pt x="36740" y="68482"/>
                </a:cubicBezTo>
                <a:cubicBezTo>
                  <a:pt x="44164" y="70544"/>
                  <a:pt x="48693" y="71520"/>
                  <a:pt x="53501" y="71520"/>
                </a:cubicBezTo>
                <a:cubicBezTo>
                  <a:pt x="57020" y="71520"/>
                  <a:pt x="60688" y="70998"/>
                  <a:pt x="65749" y="69995"/>
                </a:cubicBezTo>
                <a:cubicBezTo>
                  <a:pt x="70301" y="69076"/>
                  <a:pt x="74444" y="68601"/>
                  <a:pt x="77281" y="68601"/>
                </a:cubicBezTo>
                <a:cubicBezTo>
                  <a:pt x="79379" y="68601"/>
                  <a:pt x="80763" y="68860"/>
                  <a:pt x="81065" y="69394"/>
                </a:cubicBezTo>
                <a:cubicBezTo>
                  <a:pt x="81776" y="70647"/>
                  <a:pt x="83473" y="89483"/>
                  <a:pt x="84931" y="111419"/>
                </a:cubicBezTo>
                <a:cubicBezTo>
                  <a:pt x="86586" y="133409"/>
                  <a:pt x="88761" y="158079"/>
                  <a:pt x="89760" y="166588"/>
                </a:cubicBezTo>
                <a:cubicBezTo>
                  <a:pt x="90816" y="174903"/>
                  <a:pt x="92262" y="188602"/>
                  <a:pt x="92668" y="196948"/>
                </a:cubicBezTo>
                <a:cubicBezTo>
                  <a:pt x="93328" y="205153"/>
                  <a:pt x="94557" y="226393"/>
                  <a:pt x="95684" y="244227"/>
                </a:cubicBezTo>
                <a:cubicBezTo>
                  <a:pt x="96670" y="261810"/>
                  <a:pt x="98100" y="277829"/>
                  <a:pt x="98898" y="279527"/>
                </a:cubicBezTo>
                <a:cubicBezTo>
                  <a:pt x="99552" y="281100"/>
                  <a:pt x="100465" y="281826"/>
                  <a:pt x="101500" y="281826"/>
                </a:cubicBezTo>
                <a:cubicBezTo>
                  <a:pt x="104076" y="281826"/>
                  <a:pt x="107414" y="277329"/>
                  <a:pt x="109434" y="270210"/>
                </a:cubicBezTo>
                <a:cubicBezTo>
                  <a:pt x="112431" y="259644"/>
                  <a:pt x="116635" y="253846"/>
                  <a:pt x="136536" y="232565"/>
                </a:cubicBezTo>
                <a:cubicBezTo>
                  <a:pt x="164100" y="203068"/>
                  <a:pt x="171447" y="181679"/>
                  <a:pt x="165535" y="148374"/>
                </a:cubicBezTo>
                <a:cubicBezTo>
                  <a:pt x="164407" y="142572"/>
                  <a:pt x="164823" y="135088"/>
                  <a:pt x="166600" y="128827"/>
                </a:cubicBezTo>
                <a:cubicBezTo>
                  <a:pt x="171650" y="111020"/>
                  <a:pt x="166564" y="73300"/>
                  <a:pt x="157364" y="60612"/>
                </a:cubicBezTo>
                <a:cubicBezTo>
                  <a:pt x="154724" y="57134"/>
                  <a:pt x="151656" y="52906"/>
                  <a:pt x="150803" y="51402"/>
                </a:cubicBezTo>
                <a:cubicBezTo>
                  <a:pt x="150020" y="50337"/>
                  <a:pt x="149425" y="49854"/>
                  <a:pt x="149022" y="49839"/>
                </a:cubicBezTo>
                <a:lnTo>
                  <a:pt x="148986" y="49839"/>
                </a:lnTo>
                <a:cubicBezTo>
                  <a:pt x="147929" y="49878"/>
                  <a:pt x="148291" y="53332"/>
                  <a:pt x="150214" y="57994"/>
                </a:cubicBezTo>
                <a:cubicBezTo>
                  <a:pt x="155467" y="71060"/>
                  <a:pt x="157354" y="100505"/>
                  <a:pt x="153723" y="114063"/>
                </a:cubicBezTo>
                <a:cubicBezTo>
                  <a:pt x="151280" y="122672"/>
                  <a:pt x="138191" y="140990"/>
                  <a:pt x="128946" y="148766"/>
                </a:cubicBezTo>
                <a:cubicBezTo>
                  <a:pt x="120614" y="155650"/>
                  <a:pt x="107212" y="161743"/>
                  <a:pt x="101420" y="161743"/>
                </a:cubicBezTo>
                <a:cubicBezTo>
                  <a:pt x="100433" y="161743"/>
                  <a:pt x="99667" y="161566"/>
                  <a:pt x="99184" y="161186"/>
                </a:cubicBezTo>
                <a:cubicBezTo>
                  <a:pt x="97967" y="160216"/>
                  <a:pt x="96239" y="152769"/>
                  <a:pt x="95524" y="144761"/>
                </a:cubicBezTo>
                <a:cubicBezTo>
                  <a:pt x="92013" y="106000"/>
                  <a:pt x="90844" y="91322"/>
                  <a:pt x="89552" y="68799"/>
                </a:cubicBezTo>
                <a:cubicBezTo>
                  <a:pt x="88699" y="55262"/>
                  <a:pt x="87504" y="41422"/>
                  <a:pt x="86756" y="38047"/>
                </a:cubicBezTo>
                <a:cubicBezTo>
                  <a:pt x="83293" y="21675"/>
                  <a:pt x="57982" y="2613"/>
                  <a:pt x="36672" y="283"/>
                </a:cubicBezTo>
                <a:cubicBezTo>
                  <a:pt x="35008" y="94"/>
                  <a:pt x="33380" y="2"/>
                  <a:pt x="31793" y="2"/>
                </a:cubicBezTo>
                <a:close/>
              </a:path>
            </a:pathLst>
          </a:custGeom>
          <a:solidFill>
            <a:srgbClr val="C00000"/>
          </a:solidFill>
          <a:ln w="7382" cap="flat">
            <a:noFill/>
            <a:prstDash val="solid"/>
            <a:miter/>
          </a:ln>
        </p:spPr>
        <p:txBody>
          <a:bodyPr/>
          <a:lstStyle/>
          <a:p>
            <a:endParaRPr lang="en-AU"/>
          </a:p>
        </p:txBody>
      </p:sp>
      <p:sp>
        <p:nvSpPr>
          <p:cNvPr id="60" name="Freeform: Shape 59">
            <a:extLst>
              <a:ext uri="{FF2B5EF4-FFF2-40B4-BE49-F238E27FC236}">
                <a16:creationId xmlns:a16="http://schemas.microsoft.com/office/drawing/2014/main" id="{A0581AF4-447D-8231-A365-B3DF703EC235}"/>
              </a:ext>
            </a:extLst>
          </p:cNvPr>
          <p:cNvSpPr/>
          <p:nvPr/>
        </p:nvSpPr>
        <p:spPr>
          <a:xfrm flipH="1">
            <a:off x="725363" y="3507192"/>
            <a:ext cx="4129925" cy="2225772"/>
          </a:xfrm>
          <a:custGeom>
            <a:avLst/>
            <a:gdLst>
              <a:gd name="csX0" fmla="*/ 2074117 w 4129925"/>
              <a:gd name="csY0" fmla="*/ 569749 h 2225772"/>
              <a:gd name="csX1" fmla="*/ 2074117 w 4129925"/>
              <a:gd name="csY1" fmla="*/ 820228 h 2225772"/>
              <a:gd name="csX2" fmla="*/ 534486 w 4129925"/>
              <a:gd name="csY2" fmla="*/ 829206 h 2225772"/>
              <a:gd name="csX3" fmla="*/ 2074117 w 4129925"/>
              <a:gd name="csY3" fmla="*/ 569746 h 2225772"/>
              <a:gd name="csX4" fmla="*/ 4016026 w 4129925"/>
              <a:gd name="csY4" fmla="*/ 1267368 h 2225772"/>
              <a:gd name="csX5" fmla="*/ 4021693 w 4129925"/>
              <a:gd name="csY5" fmla="*/ 1367130 h 2225772"/>
              <a:gd name="csX6" fmla="*/ 4028246 w 4129925"/>
              <a:gd name="csY6" fmla="*/ 1482361 h 2225772"/>
              <a:gd name="csX7" fmla="*/ 4033624 w 4129925"/>
              <a:gd name="csY7" fmla="*/ 1522870 h 2225772"/>
              <a:gd name="csX8" fmla="*/ 4052927 w 4129925"/>
              <a:gd name="csY8" fmla="*/ 1630715 h 2225772"/>
              <a:gd name="csX9" fmla="*/ 4071574 w 4129925"/>
              <a:gd name="csY9" fmla="*/ 2011658 h 2225772"/>
              <a:gd name="csX10" fmla="*/ 4058854 w 4129925"/>
              <a:gd name="csY10" fmla="*/ 2040618 h 2225772"/>
              <a:gd name="csX11" fmla="*/ 3993550 w 4129925"/>
              <a:gd name="csY11" fmla="*/ 2109648 h 2225772"/>
              <a:gd name="csX12" fmla="*/ 3973355 w 4129925"/>
              <a:gd name="csY12" fmla="*/ 2117043 h 2225772"/>
              <a:gd name="csX13" fmla="*/ 3927401 w 4129925"/>
              <a:gd name="csY13" fmla="*/ 2130630 h 2225772"/>
              <a:gd name="csX14" fmla="*/ 3927355 w 4129925"/>
              <a:gd name="csY14" fmla="*/ 2130630 h 2225772"/>
              <a:gd name="csX15" fmla="*/ 3922325 w 4129925"/>
              <a:gd name="csY15" fmla="*/ 2129747 h 2225772"/>
              <a:gd name="csX16" fmla="*/ 3939834 w 4129925"/>
              <a:gd name="csY16" fmla="*/ 2103935 h 2225772"/>
              <a:gd name="csX17" fmla="*/ 3983348 w 4129925"/>
              <a:gd name="csY17" fmla="*/ 2043359 h 2225772"/>
              <a:gd name="csX18" fmla="*/ 4000795 w 4129925"/>
              <a:gd name="csY18" fmla="*/ 1975453 h 2225772"/>
              <a:gd name="csX19" fmla="*/ 3970359 w 4129925"/>
              <a:gd name="csY19" fmla="*/ 1890778 h 2225772"/>
              <a:gd name="csX20" fmla="*/ 3890549 w 4129925"/>
              <a:gd name="csY20" fmla="*/ 1860374 h 2225772"/>
              <a:gd name="csX21" fmla="*/ 3866616 w 4129925"/>
              <a:gd name="csY21" fmla="*/ 1856725 h 2225772"/>
              <a:gd name="csX22" fmla="*/ 3863339 w 4129925"/>
              <a:gd name="csY22" fmla="*/ 1798846 h 2225772"/>
              <a:gd name="csX23" fmla="*/ 3852042 w 4129925"/>
              <a:gd name="csY23" fmla="*/ 1712039 h 2225772"/>
              <a:gd name="csX24" fmla="*/ 3833282 w 4129925"/>
              <a:gd name="csY24" fmla="*/ 1611560 h 2225772"/>
              <a:gd name="csX25" fmla="*/ 3867869 w 4129925"/>
              <a:gd name="csY25" fmla="*/ 1572227 h 2225772"/>
              <a:gd name="csX26" fmla="*/ 3867878 w 4129925"/>
              <a:gd name="csY26" fmla="*/ 1572227 h 2225772"/>
              <a:gd name="csX27" fmla="*/ 3869383 w 4129925"/>
              <a:gd name="csY27" fmla="*/ 1572569 h 2225772"/>
              <a:gd name="csX28" fmla="*/ 3874189 w 4129925"/>
              <a:gd name="csY28" fmla="*/ 1585716 h 2225772"/>
              <a:gd name="csX29" fmla="*/ 3917319 w 4129925"/>
              <a:gd name="csY29" fmla="*/ 1627751 h 2225772"/>
              <a:gd name="csX30" fmla="*/ 3917324 w 4129925"/>
              <a:gd name="csY30" fmla="*/ 1627751 h 2225772"/>
              <a:gd name="csX31" fmla="*/ 3938576 w 4129925"/>
              <a:gd name="csY31" fmla="*/ 1615618 h 2225772"/>
              <a:gd name="csX32" fmla="*/ 3960310 w 4129925"/>
              <a:gd name="csY32" fmla="*/ 1569805 h 2225772"/>
              <a:gd name="csX33" fmla="*/ 3969784 w 4129925"/>
              <a:gd name="csY33" fmla="*/ 1504015 h 2225772"/>
              <a:gd name="csX34" fmla="*/ 3980329 w 4129925"/>
              <a:gd name="csY34" fmla="*/ 1443486 h 2225772"/>
              <a:gd name="csX35" fmla="*/ 3990346 w 4129925"/>
              <a:gd name="csY35" fmla="*/ 1385588 h 2225772"/>
              <a:gd name="csX36" fmla="*/ 4000356 w 4129925"/>
              <a:gd name="csY36" fmla="*/ 1322429 h 2225772"/>
              <a:gd name="csX37" fmla="*/ 4012512 w 4129925"/>
              <a:gd name="csY37" fmla="*/ 1272422 h 2225772"/>
              <a:gd name="csX38" fmla="*/ 4016024 w 4129925"/>
              <a:gd name="csY38" fmla="*/ 1267362 h 2225772"/>
              <a:gd name="csX39" fmla="*/ 3411761 w 4129925"/>
              <a:gd name="csY39" fmla="*/ 2 h 2225772"/>
              <a:gd name="csX40" fmla="*/ 3410794 w 4129925"/>
              <a:gd name="csY40" fmla="*/ 3 h 2225772"/>
              <a:gd name="csX41" fmla="*/ 3371557 w 4129925"/>
              <a:gd name="csY41" fmla="*/ 2330 h 2225772"/>
              <a:gd name="csX42" fmla="*/ 3331945 w 4129925"/>
              <a:gd name="csY42" fmla="*/ 9419 h 2225772"/>
              <a:gd name="csX43" fmla="*/ 3323041 w 4129925"/>
              <a:gd name="csY43" fmla="*/ 11853 h 2225772"/>
              <a:gd name="csX44" fmla="*/ 3221986 w 4129925"/>
              <a:gd name="csY44" fmla="*/ 68775 h 2225772"/>
              <a:gd name="csX45" fmla="*/ 3186835 w 4129925"/>
              <a:gd name="csY45" fmla="*/ 118089 h 2225772"/>
              <a:gd name="csX46" fmla="*/ 3169629 w 4129925"/>
              <a:gd name="csY46" fmla="*/ 192060 h 2225772"/>
              <a:gd name="csX47" fmla="*/ 3178142 w 4129925"/>
              <a:gd name="csY47" fmla="*/ 227371 h 2225772"/>
              <a:gd name="csX48" fmla="*/ 3180002 w 4129925"/>
              <a:gd name="csY48" fmla="*/ 230235 h 2225772"/>
              <a:gd name="csX49" fmla="*/ 3177730 w 4129925"/>
              <a:gd name="csY49" fmla="*/ 235426 h 2225772"/>
              <a:gd name="csX50" fmla="*/ 3157438 w 4129925"/>
              <a:gd name="csY50" fmla="*/ 275758 h 2225772"/>
              <a:gd name="csX51" fmla="*/ 3130884 w 4129925"/>
              <a:gd name="csY51" fmla="*/ 331947 h 2225772"/>
              <a:gd name="csX52" fmla="*/ 3130047 w 4129925"/>
              <a:gd name="csY52" fmla="*/ 350210 h 2225772"/>
              <a:gd name="csX53" fmla="*/ 3148963 w 4129925"/>
              <a:gd name="csY53" fmla="*/ 361222 h 2225772"/>
              <a:gd name="csX54" fmla="*/ 3158116 w 4129925"/>
              <a:gd name="csY54" fmla="*/ 363004 h 2225772"/>
              <a:gd name="csX55" fmla="*/ 3158141 w 4129925"/>
              <a:gd name="csY55" fmla="*/ 363004 h 2225772"/>
              <a:gd name="csX56" fmla="*/ 3159593 w 4129925"/>
              <a:gd name="csY56" fmla="*/ 362950 h 2225772"/>
              <a:gd name="csX57" fmla="*/ 3164753 w 4129925"/>
              <a:gd name="csY57" fmla="*/ 362779 h 2225772"/>
              <a:gd name="csX58" fmla="*/ 3164841 w 4129925"/>
              <a:gd name="csY58" fmla="*/ 362779 h 2225772"/>
              <a:gd name="csX59" fmla="*/ 3176525 w 4129925"/>
              <a:gd name="csY59" fmla="*/ 366035 h 2225772"/>
              <a:gd name="csX60" fmla="*/ 3177992 w 4129925"/>
              <a:gd name="csY60" fmla="*/ 376803 h 2225772"/>
              <a:gd name="csX61" fmla="*/ 3177475 w 4129925"/>
              <a:gd name="csY61" fmla="*/ 384340 h 2225772"/>
              <a:gd name="csX62" fmla="*/ 3174531 w 4129925"/>
              <a:gd name="csY62" fmla="*/ 394556 h 2225772"/>
              <a:gd name="csX63" fmla="*/ 3171879 w 4129925"/>
              <a:gd name="csY63" fmla="*/ 405496 h 2225772"/>
              <a:gd name="csX64" fmla="*/ 3184634 w 4129925"/>
              <a:gd name="csY64" fmla="*/ 416836 h 2225772"/>
              <a:gd name="csX65" fmla="*/ 3188509 w 4129925"/>
              <a:gd name="csY65" fmla="*/ 419157 h 2225772"/>
              <a:gd name="csX66" fmla="*/ 3184968 w 4129925"/>
              <a:gd name="csY66" fmla="*/ 428120 h 2225772"/>
              <a:gd name="csX67" fmla="*/ 3181482 w 4129925"/>
              <a:gd name="csY67" fmla="*/ 437609 h 2225772"/>
              <a:gd name="csX68" fmla="*/ 3189248 w 4129925"/>
              <a:gd name="csY68" fmla="*/ 445282 h 2225772"/>
              <a:gd name="csX69" fmla="*/ 3201815 w 4129925"/>
              <a:gd name="csY69" fmla="*/ 460622 h 2225772"/>
              <a:gd name="csX70" fmla="*/ 3201009 w 4129925"/>
              <a:gd name="csY70" fmla="*/ 477805 h 2225772"/>
              <a:gd name="csX71" fmla="*/ 3201861 w 4129925"/>
              <a:gd name="csY71" fmla="*/ 510903 h 2225772"/>
              <a:gd name="csX72" fmla="*/ 3228305 w 4129925"/>
              <a:gd name="csY72" fmla="*/ 530856 h 2225772"/>
              <a:gd name="csX73" fmla="*/ 3242423 w 4129925"/>
              <a:gd name="csY73" fmla="*/ 533221 h 2225772"/>
              <a:gd name="csX74" fmla="*/ 3246931 w 4129925"/>
              <a:gd name="csY74" fmla="*/ 533510 h 2225772"/>
              <a:gd name="csX75" fmla="*/ 3288120 w 4129925"/>
              <a:gd name="csY75" fmla="*/ 525669 h 2225772"/>
              <a:gd name="csX76" fmla="*/ 3329255 w 4129925"/>
              <a:gd name="csY76" fmla="*/ 517789 h 2225772"/>
              <a:gd name="csX77" fmla="*/ 3331523 w 4129925"/>
              <a:gd name="csY77" fmla="*/ 519496 h 2225772"/>
              <a:gd name="csX78" fmla="*/ 3343948 w 4129925"/>
              <a:gd name="csY78" fmla="*/ 535843 h 2225772"/>
              <a:gd name="csX79" fmla="*/ 3351257 w 4129925"/>
              <a:gd name="csY79" fmla="*/ 550312 h 2225772"/>
              <a:gd name="csX80" fmla="*/ 3351193 w 4129925"/>
              <a:gd name="csY80" fmla="*/ 550312 h 2225772"/>
              <a:gd name="csX81" fmla="*/ 3346611 w 4129925"/>
              <a:gd name="csY81" fmla="*/ 552554 h 2225772"/>
              <a:gd name="csX82" fmla="*/ 3346675 w 4129925"/>
              <a:gd name="csY82" fmla="*/ 552554 h 2225772"/>
              <a:gd name="csX83" fmla="*/ 3348345 w 4129925"/>
              <a:gd name="csY83" fmla="*/ 555170 h 2225772"/>
              <a:gd name="csX84" fmla="*/ 3352652 w 4129925"/>
              <a:gd name="csY84" fmla="*/ 590945 h 2225772"/>
              <a:gd name="csX85" fmla="*/ 3309311 w 4129925"/>
              <a:gd name="csY85" fmla="*/ 767288 h 2225772"/>
              <a:gd name="csX86" fmla="*/ 3285537 w 4129925"/>
              <a:gd name="csY86" fmla="*/ 870986 h 2225772"/>
              <a:gd name="csX87" fmla="*/ 3247926 w 4129925"/>
              <a:gd name="csY87" fmla="*/ 968389 h 2225772"/>
              <a:gd name="csX88" fmla="*/ 3227425 w 4129925"/>
              <a:gd name="csY88" fmla="*/ 1127857 h 2225772"/>
              <a:gd name="csX89" fmla="*/ 3221650 w 4129925"/>
              <a:gd name="csY89" fmla="*/ 1177330 h 2225772"/>
              <a:gd name="csX90" fmla="*/ 3214820 w 4129925"/>
              <a:gd name="csY90" fmla="*/ 1233644 h 2225772"/>
              <a:gd name="csX91" fmla="*/ 3211704 w 4129925"/>
              <a:gd name="csY91" fmla="*/ 1283638 h 2225772"/>
              <a:gd name="csX92" fmla="*/ 3164907 w 4129925"/>
              <a:gd name="csY92" fmla="*/ 1282127 h 2225772"/>
              <a:gd name="csX93" fmla="*/ 3148539 w 4129925"/>
              <a:gd name="csY93" fmla="*/ 1281840 h 2225772"/>
              <a:gd name="csX94" fmla="*/ 3147979 w 4129925"/>
              <a:gd name="csY94" fmla="*/ 1281840 h 2225772"/>
              <a:gd name="csX95" fmla="*/ 3110144 w 4129925"/>
              <a:gd name="csY95" fmla="*/ 1287469 h 2225772"/>
              <a:gd name="csX96" fmla="*/ 3069743 w 4129925"/>
              <a:gd name="csY96" fmla="*/ 1295947 h 2225772"/>
              <a:gd name="csX97" fmla="*/ 3057352 w 4129925"/>
              <a:gd name="csY97" fmla="*/ 1296319 h 2225772"/>
              <a:gd name="csX98" fmla="*/ 3057142 w 4129925"/>
              <a:gd name="csY98" fmla="*/ 1296319 h 2225772"/>
              <a:gd name="csX99" fmla="*/ 2975030 w 4129925"/>
              <a:gd name="csY99" fmla="*/ 1255567 h 2225772"/>
              <a:gd name="csX100" fmla="*/ 2932459 w 4129925"/>
              <a:gd name="csY100" fmla="*/ 1234581 h 2225772"/>
              <a:gd name="csX101" fmla="*/ 2902130 w 4129925"/>
              <a:gd name="csY101" fmla="*/ 1222522 h 2225772"/>
              <a:gd name="csX102" fmla="*/ 2886664 w 4129925"/>
              <a:gd name="csY102" fmla="*/ 1220078 h 2225772"/>
              <a:gd name="csX103" fmla="*/ 2886527 w 4129925"/>
              <a:gd name="csY103" fmla="*/ 1220078 h 2225772"/>
              <a:gd name="csX104" fmla="*/ 2872882 w 4129925"/>
              <a:gd name="csY104" fmla="*/ 1220987 h 2225772"/>
              <a:gd name="csX105" fmla="*/ 2812803 w 4129925"/>
              <a:gd name="csY105" fmla="*/ 1227388 h 2225772"/>
              <a:gd name="csX106" fmla="*/ 2757006 w 4129925"/>
              <a:gd name="csY106" fmla="*/ 1252200 h 2225772"/>
              <a:gd name="csX107" fmla="*/ 2741087 w 4129925"/>
              <a:gd name="csY107" fmla="*/ 1275377 h 2225772"/>
              <a:gd name="csX108" fmla="*/ 2733611 w 4129925"/>
              <a:gd name="csY108" fmla="*/ 1284900 h 2225772"/>
              <a:gd name="csX109" fmla="*/ 2498750 w 4129925"/>
              <a:gd name="csY109" fmla="*/ 1276646 h 2225772"/>
              <a:gd name="csX110" fmla="*/ 2495909 w 4129925"/>
              <a:gd name="csY110" fmla="*/ 817827 h 2225772"/>
              <a:gd name="csX111" fmla="*/ 2107695 w 4129925"/>
              <a:gd name="csY111" fmla="*/ 820091 h 2225772"/>
              <a:gd name="csX112" fmla="*/ 2107695 w 4129925"/>
              <a:gd name="csY112" fmla="*/ 564144 h 2225772"/>
              <a:gd name="csX113" fmla="*/ 2510630 w 4129925"/>
              <a:gd name="csY113" fmla="*/ 496239 h 2225772"/>
              <a:gd name="csX114" fmla="*/ 2501996 w 4129925"/>
              <a:gd name="csY114" fmla="*/ 441479 h 2225772"/>
              <a:gd name="csX115" fmla="*/ 2501873 w 4129925"/>
              <a:gd name="csY115" fmla="*/ 440762 h 2225772"/>
              <a:gd name="csX116" fmla="*/ 184473 w 4129925"/>
              <a:gd name="csY116" fmla="*/ 831302 h 2225772"/>
              <a:gd name="csX117" fmla="*/ 3173 w 4129925"/>
              <a:gd name="csY117" fmla="*/ 832359 h 2225772"/>
              <a:gd name="csX118" fmla="*/ 0 w 4129925"/>
              <a:gd name="csY118" fmla="*/ 832379 h 2225772"/>
              <a:gd name="csX119" fmla="*/ 4301 w 4129925"/>
              <a:gd name="csY119" fmla="*/ 1527099 h 2225772"/>
              <a:gd name="csX120" fmla="*/ 94600 w 4129925"/>
              <a:gd name="csY120" fmla="*/ 1526556 h 2225772"/>
              <a:gd name="csX121" fmla="*/ 101106 w 4129925"/>
              <a:gd name="csY121" fmla="*/ 2225773 h 2225772"/>
              <a:gd name="csX122" fmla="*/ 205667 w 4129925"/>
              <a:gd name="csY122" fmla="*/ 2225773 h 2225772"/>
              <a:gd name="csX123" fmla="*/ 199347 w 4129925"/>
              <a:gd name="csY123" fmla="*/ 1525929 h 2225772"/>
              <a:gd name="csX124" fmla="*/ 369454 w 4129925"/>
              <a:gd name="csY124" fmla="*/ 1524906 h 2225772"/>
              <a:gd name="csX125" fmla="*/ 368885 w 4129925"/>
              <a:gd name="csY125" fmla="*/ 1672268 h 2225772"/>
              <a:gd name="csX126" fmla="*/ 370087 w 4129925"/>
              <a:gd name="csY126" fmla="*/ 1673522 h 2225772"/>
              <a:gd name="csX127" fmla="*/ 371356 w 4129925"/>
              <a:gd name="csY127" fmla="*/ 1673446 h 2225772"/>
              <a:gd name="csX128" fmla="*/ 1373258 w 4129925"/>
              <a:gd name="csY128" fmla="*/ 1677217 h 2225772"/>
              <a:gd name="csX129" fmla="*/ 1375394 w 4129925"/>
              <a:gd name="csY129" fmla="*/ 1907768 h 2225772"/>
              <a:gd name="csX130" fmla="*/ 1378339 w 4129925"/>
              <a:gd name="csY130" fmla="*/ 2225769 h 2225772"/>
              <a:gd name="csX131" fmla="*/ 1469037 w 4129925"/>
              <a:gd name="csY131" fmla="*/ 2225769 h 2225772"/>
              <a:gd name="csX132" fmla="*/ 1470049 w 4129925"/>
              <a:gd name="csY132" fmla="*/ 1909733 h 2225772"/>
              <a:gd name="csX133" fmla="*/ 1470952 w 4129925"/>
              <a:gd name="csY133" fmla="*/ 1677584 h 2225772"/>
              <a:gd name="csX134" fmla="*/ 1470973 w 4129925"/>
              <a:gd name="csY134" fmla="*/ 1677584 h 2225772"/>
              <a:gd name="csX135" fmla="*/ 1905873 w 4129925"/>
              <a:gd name="csY135" fmla="*/ 1679221 h 2225772"/>
              <a:gd name="csX136" fmla="*/ 1906313 w 4129925"/>
              <a:gd name="csY136" fmla="*/ 1565308 h 2225772"/>
              <a:gd name="csX137" fmla="*/ 1906339 w 4129925"/>
              <a:gd name="csY137" fmla="*/ 1565308 h 2225772"/>
              <a:gd name="csX138" fmla="*/ 2189536 w 4129925"/>
              <a:gd name="csY138" fmla="*/ 1566651 h 2225772"/>
              <a:gd name="csX139" fmla="*/ 2189536 w 4129925"/>
              <a:gd name="csY139" fmla="*/ 1566651 h 2225772"/>
              <a:gd name="csX140" fmla="*/ 2195360 w 4129925"/>
              <a:gd name="csY140" fmla="*/ 1907621 h 2225772"/>
              <a:gd name="csX141" fmla="*/ 2197322 w 4129925"/>
              <a:gd name="csY141" fmla="*/ 2225764 h 2225772"/>
              <a:gd name="csX142" fmla="*/ 2287935 w 4129925"/>
              <a:gd name="csY142" fmla="*/ 2225764 h 2225772"/>
              <a:gd name="csX143" fmla="*/ 2288952 w 4129925"/>
              <a:gd name="csY143" fmla="*/ 1909585 h 2225772"/>
              <a:gd name="csX144" fmla="*/ 2294292 w 4129925"/>
              <a:gd name="csY144" fmla="*/ 1567018 h 2225772"/>
              <a:gd name="csX145" fmla="*/ 2621854 w 4129925"/>
              <a:gd name="csY145" fmla="*/ 1563909 h 2225772"/>
              <a:gd name="csX146" fmla="*/ 2945518 w 4129925"/>
              <a:gd name="csY146" fmla="*/ 1560065 h 2225772"/>
              <a:gd name="csX147" fmla="*/ 2945554 w 4129925"/>
              <a:gd name="csY147" fmla="*/ 1560065 h 2225772"/>
              <a:gd name="csX148" fmla="*/ 2984580 w 4129925"/>
              <a:gd name="csY148" fmla="*/ 1561453 h 2225772"/>
              <a:gd name="csX149" fmla="*/ 3007820 w 4129925"/>
              <a:gd name="csY149" fmla="*/ 1561950 h 2225772"/>
              <a:gd name="csX150" fmla="*/ 3012774 w 4129925"/>
              <a:gd name="csY150" fmla="*/ 1422304 h 2225772"/>
              <a:gd name="csX151" fmla="*/ 3012811 w 4129925"/>
              <a:gd name="csY151" fmla="*/ 1422304 h 2225772"/>
              <a:gd name="csX152" fmla="*/ 3030067 w 4129925"/>
              <a:gd name="csY152" fmla="*/ 1449127 h 2225772"/>
              <a:gd name="csX153" fmla="*/ 3060957 w 4129925"/>
              <a:gd name="csY153" fmla="*/ 1480655 h 2225772"/>
              <a:gd name="csX154" fmla="*/ 3099261 w 4129925"/>
              <a:gd name="csY154" fmla="*/ 1492177 h 2225772"/>
              <a:gd name="csX155" fmla="*/ 3112552 w 4129925"/>
              <a:gd name="csY155" fmla="*/ 1502681 h 2225772"/>
              <a:gd name="csX156" fmla="*/ 3112612 w 4129925"/>
              <a:gd name="csY156" fmla="*/ 1502681 h 2225772"/>
              <a:gd name="csX157" fmla="*/ 3126402 w 4129925"/>
              <a:gd name="csY157" fmla="*/ 1507398 h 2225772"/>
              <a:gd name="csX158" fmla="*/ 3083370 w 4129925"/>
              <a:gd name="csY158" fmla="*/ 1534295 h 2225772"/>
              <a:gd name="csX159" fmla="*/ 3052025 w 4129925"/>
              <a:gd name="csY159" fmla="*/ 1553812 h 2225772"/>
              <a:gd name="csX160" fmla="*/ 2982978 w 4129925"/>
              <a:gd name="csY160" fmla="*/ 1608111 h 2225772"/>
              <a:gd name="csX161" fmla="*/ 2961199 w 4129925"/>
              <a:gd name="csY161" fmla="*/ 1623929 h 2225772"/>
              <a:gd name="csX162" fmla="*/ 2887309 w 4129925"/>
              <a:gd name="csY162" fmla="*/ 1639823 h 2225772"/>
              <a:gd name="csX163" fmla="*/ 2813934 w 4129925"/>
              <a:gd name="csY163" fmla="*/ 1645191 h 2225772"/>
              <a:gd name="csX164" fmla="*/ 2717714 w 4129925"/>
              <a:gd name="csY164" fmla="*/ 1663749 h 2225772"/>
              <a:gd name="csX165" fmla="*/ 2497107 w 4129925"/>
              <a:gd name="csY165" fmla="*/ 1714060 h 2225772"/>
              <a:gd name="csX166" fmla="*/ 2449329 w 4129925"/>
              <a:gd name="csY166" fmla="*/ 1767803 h 2225772"/>
              <a:gd name="csX167" fmla="*/ 2440379 w 4129925"/>
              <a:gd name="csY167" fmla="*/ 1828330 h 2225772"/>
              <a:gd name="csX168" fmla="*/ 2474017 w 4129925"/>
              <a:gd name="csY168" fmla="*/ 1920368 h 2225772"/>
              <a:gd name="csX169" fmla="*/ 2497464 w 4129925"/>
              <a:gd name="csY169" fmla="*/ 1954536 h 2225772"/>
              <a:gd name="csX170" fmla="*/ 2508680 w 4129925"/>
              <a:gd name="csY170" fmla="*/ 1987671 h 2225772"/>
              <a:gd name="csX171" fmla="*/ 2527370 w 4129925"/>
              <a:gd name="csY171" fmla="*/ 2040264 h 2225772"/>
              <a:gd name="csX172" fmla="*/ 2566333 w 4129925"/>
              <a:gd name="csY172" fmla="*/ 2136503 h 2225772"/>
              <a:gd name="csX173" fmla="*/ 2601539 w 4129925"/>
              <a:gd name="csY173" fmla="*/ 2210647 h 2225772"/>
              <a:gd name="csX174" fmla="*/ 2609296 w 4129925"/>
              <a:gd name="csY174" fmla="*/ 2225766 h 2225772"/>
              <a:gd name="csX175" fmla="*/ 2937540 w 4129925"/>
              <a:gd name="csY175" fmla="*/ 2225766 h 2225772"/>
              <a:gd name="csX176" fmla="*/ 2938144 w 4129925"/>
              <a:gd name="csY176" fmla="*/ 2211736 h 2225772"/>
              <a:gd name="csX177" fmla="*/ 2929022 w 4129925"/>
              <a:gd name="csY177" fmla="*/ 2156497 h 2225772"/>
              <a:gd name="csX178" fmla="*/ 2911937 w 4129925"/>
              <a:gd name="csY178" fmla="*/ 2110742 h 2225772"/>
              <a:gd name="csX179" fmla="*/ 2886845 w 4129925"/>
              <a:gd name="csY179" fmla="*/ 2043950 h 2225772"/>
              <a:gd name="csX180" fmla="*/ 2874090 w 4129925"/>
              <a:gd name="csY180" fmla="*/ 1995960 h 2225772"/>
              <a:gd name="csX181" fmla="*/ 2874149 w 4129925"/>
              <a:gd name="csY181" fmla="*/ 1995960 h 2225772"/>
              <a:gd name="csX182" fmla="*/ 2889979 w 4129925"/>
              <a:gd name="csY182" fmla="*/ 2005532 h 2225772"/>
              <a:gd name="csX183" fmla="*/ 2922489 w 4129925"/>
              <a:gd name="csY183" fmla="*/ 2018128 h 2225772"/>
              <a:gd name="csX184" fmla="*/ 2922682 w 4129925"/>
              <a:gd name="csY184" fmla="*/ 2018128 h 2225772"/>
              <a:gd name="csX185" fmla="*/ 2953807 w 4129925"/>
              <a:gd name="csY185" fmla="*/ 2016491 h 2225772"/>
              <a:gd name="csX186" fmla="*/ 2999312 w 4129925"/>
              <a:gd name="csY186" fmla="*/ 2015506 h 2225772"/>
              <a:gd name="csX187" fmla="*/ 3002141 w 4129925"/>
              <a:gd name="csY187" fmla="*/ 2015504 h 2225772"/>
              <a:gd name="csX188" fmla="*/ 3098448 w 4129925"/>
              <a:gd name="csY188" fmla="*/ 2017332 h 2225772"/>
              <a:gd name="csX189" fmla="*/ 3196296 w 4129925"/>
              <a:gd name="csY189" fmla="*/ 2020873 h 2225772"/>
              <a:gd name="csX190" fmla="*/ 3194742 w 4129925"/>
              <a:gd name="csY190" fmla="*/ 2048237 h 2225772"/>
              <a:gd name="csX191" fmla="*/ 3200130 w 4129925"/>
              <a:gd name="csY191" fmla="*/ 2095589 h 2225772"/>
              <a:gd name="csX192" fmla="*/ 3231572 w 4129925"/>
              <a:gd name="csY192" fmla="*/ 2144481 h 2225772"/>
              <a:gd name="csX193" fmla="*/ 3231578 w 4129925"/>
              <a:gd name="csY193" fmla="*/ 2144481 h 2225772"/>
              <a:gd name="csX194" fmla="*/ 3270959 w 4129925"/>
              <a:gd name="csY194" fmla="*/ 2165999 h 2225772"/>
              <a:gd name="csX195" fmla="*/ 3314598 w 4129925"/>
              <a:gd name="csY195" fmla="*/ 2185030 h 2225772"/>
              <a:gd name="csX196" fmla="*/ 3314654 w 4129925"/>
              <a:gd name="csY196" fmla="*/ 2185030 h 2225772"/>
              <a:gd name="csX197" fmla="*/ 3325756 w 4129925"/>
              <a:gd name="csY197" fmla="*/ 2183808 h 2225772"/>
              <a:gd name="csX198" fmla="*/ 3424653 w 4129925"/>
              <a:gd name="csY198" fmla="*/ 2177350 h 2225772"/>
              <a:gd name="csX199" fmla="*/ 3502819 w 4129925"/>
              <a:gd name="csY199" fmla="*/ 2175131 h 2225772"/>
              <a:gd name="csX200" fmla="*/ 3502862 w 4129925"/>
              <a:gd name="csY200" fmla="*/ 2204073 h 2225772"/>
              <a:gd name="csX201" fmla="*/ 3503913 w 4129925"/>
              <a:gd name="csY201" fmla="*/ 2225766 h 2225772"/>
              <a:gd name="csX202" fmla="*/ 3677691 w 4129925"/>
              <a:gd name="csY202" fmla="*/ 2225766 h 2225772"/>
              <a:gd name="csX203" fmla="*/ 3675174 w 4129925"/>
              <a:gd name="csY203" fmla="*/ 2215924 h 2225772"/>
              <a:gd name="csX204" fmla="*/ 3678870 w 4129925"/>
              <a:gd name="csY204" fmla="*/ 2175834 h 2225772"/>
              <a:gd name="csX205" fmla="*/ 3678941 w 4129925"/>
              <a:gd name="csY205" fmla="*/ 2175834 h 2225772"/>
              <a:gd name="csX206" fmla="*/ 3689473 w 4129925"/>
              <a:gd name="csY206" fmla="*/ 2176438 h 2225772"/>
              <a:gd name="csX207" fmla="*/ 3720356 w 4129925"/>
              <a:gd name="csY207" fmla="*/ 2204282 h 2225772"/>
              <a:gd name="csX208" fmla="*/ 3727449 w 4129925"/>
              <a:gd name="csY208" fmla="*/ 2225766 h 2225772"/>
              <a:gd name="csX209" fmla="*/ 3895056 w 4129925"/>
              <a:gd name="csY209" fmla="*/ 2225766 h 2225772"/>
              <a:gd name="csX210" fmla="*/ 3895332 w 4129925"/>
              <a:gd name="csY210" fmla="*/ 2221392 h 2225772"/>
              <a:gd name="csX211" fmla="*/ 3938872 w 4129925"/>
              <a:gd name="csY211" fmla="*/ 2178180 h 2225772"/>
              <a:gd name="csX212" fmla="*/ 3996268 w 4129925"/>
              <a:gd name="csY212" fmla="*/ 2155995 h 2225772"/>
              <a:gd name="csX213" fmla="*/ 4029750 w 4129925"/>
              <a:gd name="csY213" fmla="*/ 2143317 h 2225772"/>
              <a:gd name="csX214" fmla="*/ 4108864 w 4129925"/>
              <a:gd name="csY214" fmla="*/ 2063745 h 2225772"/>
              <a:gd name="csX215" fmla="*/ 4114163 w 4129925"/>
              <a:gd name="csY215" fmla="*/ 2051109 h 2225772"/>
              <a:gd name="csX216" fmla="*/ 4119457 w 4129925"/>
              <a:gd name="csY216" fmla="*/ 2035315 h 2225772"/>
              <a:gd name="csX217" fmla="*/ 4124750 w 4129925"/>
              <a:gd name="csY217" fmla="*/ 2019520 h 2225772"/>
              <a:gd name="csX218" fmla="*/ 4129924 w 4129925"/>
              <a:gd name="csY218" fmla="*/ 1922165 h 2225772"/>
              <a:gd name="csX219" fmla="*/ 4124460 w 4129925"/>
              <a:gd name="csY219" fmla="*/ 1824825 h 2225772"/>
              <a:gd name="csX220" fmla="*/ 4119066 w 4129925"/>
              <a:gd name="csY220" fmla="*/ 1772738 h 2225772"/>
              <a:gd name="csX221" fmla="*/ 4114201 w 4129925"/>
              <a:gd name="csY221" fmla="*/ 1719599 h 2225772"/>
              <a:gd name="csX222" fmla="*/ 4106685 w 4129925"/>
              <a:gd name="csY222" fmla="*/ 1672251 h 2225772"/>
              <a:gd name="csX223" fmla="*/ 4098068 w 4129925"/>
              <a:gd name="csY223" fmla="*/ 1598593 h 2225772"/>
              <a:gd name="csX224" fmla="*/ 4074996 w 4129925"/>
              <a:gd name="csY224" fmla="*/ 1459183 h 2225772"/>
              <a:gd name="csX225" fmla="*/ 4078459 w 4129925"/>
              <a:gd name="csY225" fmla="*/ 1285006 h 2225772"/>
              <a:gd name="csX226" fmla="*/ 4079900 w 4129925"/>
              <a:gd name="csY226" fmla="*/ 1181340 h 2225772"/>
              <a:gd name="csX227" fmla="*/ 4057024 w 4129925"/>
              <a:gd name="csY227" fmla="*/ 1174006 h 2225772"/>
              <a:gd name="csX228" fmla="*/ 4042100 w 4129925"/>
              <a:gd name="csY228" fmla="*/ 1151401 h 2225772"/>
              <a:gd name="csX229" fmla="*/ 4052665 w 4129925"/>
              <a:gd name="csY229" fmla="*/ 1104027 h 2225772"/>
              <a:gd name="csX230" fmla="*/ 4037105 w 4129925"/>
              <a:gd name="csY230" fmla="*/ 1010386 h 2225772"/>
              <a:gd name="csX231" fmla="*/ 4029065 w 4129925"/>
              <a:gd name="csY231" fmla="*/ 1009496 h 2225772"/>
              <a:gd name="csX232" fmla="*/ 4028995 w 4129925"/>
              <a:gd name="csY232" fmla="*/ 1009496 h 2225772"/>
              <a:gd name="csX233" fmla="*/ 3958442 w 4129925"/>
              <a:gd name="csY233" fmla="*/ 1035757 h 2225772"/>
              <a:gd name="csX234" fmla="*/ 3940268 w 4129925"/>
              <a:gd name="csY234" fmla="*/ 1047333 h 2225772"/>
              <a:gd name="csX235" fmla="*/ 3940264 w 4129925"/>
              <a:gd name="csY235" fmla="*/ 1047333 h 2225772"/>
              <a:gd name="csX236" fmla="*/ 3938784 w 4129925"/>
              <a:gd name="csY236" fmla="*/ 1046837 h 2225772"/>
              <a:gd name="csX237" fmla="*/ 3936071 w 4129925"/>
              <a:gd name="csY237" fmla="*/ 1010532 h 2225772"/>
              <a:gd name="csX238" fmla="*/ 3904978 w 4129925"/>
              <a:gd name="csY238" fmla="*/ 841136 h 2225772"/>
              <a:gd name="csX239" fmla="*/ 3847947 w 4129925"/>
              <a:gd name="csY239" fmla="*/ 752290 h 2225772"/>
              <a:gd name="csX240" fmla="*/ 3830361 w 4129925"/>
              <a:gd name="csY240" fmla="*/ 726532 h 2225772"/>
              <a:gd name="csX241" fmla="*/ 3716380 w 4129925"/>
              <a:gd name="csY241" fmla="*/ 602517 h 2225772"/>
              <a:gd name="csX242" fmla="*/ 3702537 w 4129925"/>
              <a:gd name="csY242" fmla="*/ 591487 h 2225772"/>
              <a:gd name="csX243" fmla="*/ 3680708 w 4129925"/>
              <a:gd name="csY243" fmla="*/ 574154 h 2225772"/>
              <a:gd name="csX244" fmla="*/ 3657790 w 4129925"/>
              <a:gd name="csY244" fmla="*/ 538932 h 2225772"/>
              <a:gd name="csX245" fmla="*/ 3639655 w 4129925"/>
              <a:gd name="csY245" fmla="*/ 501072 h 2225772"/>
              <a:gd name="csX246" fmla="*/ 3617560 w 4129925"/>
              <a:gd name="csY246" fmla="*/ 472305 h 2225772"/>
              <a:gd name="csX247" fmla="*/ 3617493 w 4129925"/>
              <a:gd name="csY247" fmla="*/ 472305 h 2225772"/>
              <a:gd name="csX248" fmla="*/ 3607170 w 4129925"/>
              <a:gd name="csY248" fmla="*/ 443804 h 2225772"/>
              <a:gd name="csX249" fmla="*/ 3602957 w 4129925"/>
              <a:gd name="csY249" fmla="*/ 431667 h 2225772"/>
              <a:gd name="csX250" fmla="*/ 3590944 w 4129925"/>
              <a:gd name="csY250" fmla="*/ 390488 h 2225772"/>
              <a:gd name="csX251" fmla="*/ 3591869 w 4129925"/>
              <a:gd name="csY251" fmla="*/ 347257 h 2225772"/>
              <a:gd name="csX252" fmla="*/ 3606957 w 4129925"/>
              <a:gd name="csY252" fmla="*/ 307604 h 2225772"/>
              <a:gd name="csX253" fmla="*/ 3624973 w 4129925"/>
              <a:gd name="csY253" fmla="*/ 250991 h 2225772"/>
              <a:gd name="csX254" fmla="*/ 3621784 w 4129925"/>
              <a:gd name="csY254" fmla="*/ 150989 h 2225772"/>
              <a:gd name="csX255" fmla="*/ 3574989 w 4129925"/>
              <a:gd name="csY255" fmla="*/ 62822 h 2225772"/>
              <a:gd name="csX256" fmla="*/ 3412823 w 4129925"/>
              <a:gd name="csY256" fmla="*/ 1 h 2225772"/>
              <a:gd name="csX257" fmla="*/ 3412560 w 4129925"/>
              <a:gd name="csY257" fmla="*/ 1 h 2225772"/>
              <a:gd name="csX258" fmla="*/ 3411752 w 4129925"/>
              <a:gd name="csY258" fmla="*/ 0 h 222577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  <a:cxn ang="0">
                <a:pos x="csX91" y="csY91"/>
              </a:cxn>
              <a:cxn ang="0">
                <a:pos x="csX92" y="csY92"/>
              </a:cxn>
              <a:cxn ang="0">
                <a:pos x="csX93" y="csY93"/>
              </a:cxn>
              <a:cxn ang="0">
                <a:pos x="csX94" y="csY94"/>
              </a:cxn>
              <a:cxn ang="0">
                <a:pos x="csX95" y="csY95"/>
              </a:cxn>
              <a:cxn ang="0">
                <a:pos x="csX96" y="csY96"/>
              </a:cxn>
              <a:cxn ang="0">
                <a:pos x="csX97" y="csY97"/>
              </a:cxn>
              <a:cxn ang="0">
                <a:pos x="csX98" y="csY98"/>
              </a:cxn>
              <a:cxn ang="0">
                <a:pos x="csX99" y="csY99"/>
              </a:cxn>
              <a:cxn ang="0">
                <a:pos x="csX100" y="csY100"/>
              </a:cxn>
              <a:cxn ang="0">
                <a:pos x="csX101" y="csY101"/>
              </a:cxn>
              <a:cxn ang="0">
                <a:pos x="csX102" y="csY102"/>
              </a:cxn>
              <a:cxn ang="0">
                <a:pos x="csX103" y="csY103"/>
              </a:cxn>
              <a:cxn ang="0">
                <a:pos x="csX104" y="csY104"/>
              </a:cxn>
              <a:cxn ang="0">
                <a:pos x="csX105" y="csY105"/>
              </a:cxn>
              <a:cxn ang="0">
                <a:pos x="csX106" y="csY106"/>
              </a:cxn>
              <a:cxn ang="0">
                <a:pos x="csX107" y="csY107"/>
              </a:cxn>
              <a:cxn ang="0">
                <a:pos x="csX108" y="csY108"/>
              </a:cxn>
              <a:cxn ang="0">
                <a:pos x="csX109" y="csY109"/>
              </a:cxn>
              <a:cxn ang="0">
                <a:pos x="csX110" y="csY110"/>
              </a:cxn>
              <a:cxn ang="0">
                <a:pos x="csX111" y="csY111"/>
              </a:cxn>
              <a:cxn ang="0">
                <a:pos x="csX112" y="csY112"/>
              </a:cxn>
              <a:cxn ang="0">
                <a:pos x="csX113" y="csY113"/>
              </a:cxn>
              <a:cxn ang="0">
                <a:pos x="csX114" y="csY114"/>
              </a:cxn>
              <a:cxn ang="0">
                <a:pos x="csX115" y="csY115"/>
              </a:cxn>
              <a:cxn ang="0">
                <a:pos x="csX116" y="csY116"/>
              </a:cxn>
              <a:cxn ang="0">
                <a:pos x="csX117" y="csY117"/>
              </a:cxn>
              <a:cxn ang="0">
                <a:pos x="csX118" y="csY118"/>
              </a:cxn>
              <a:cxn ang="0">
                <a:pos x="csX119" y="csY119"/>
              </a:cxn>
              <a:cxn ang="0">
                <a:pos x="csX120" y="csY120"/>
              </a:cxn>
              <a:cxn ang="0">
                <a:pos x="csX121" y="csY121"/>
              </a:cxn>
              <a:cxn ang="0">
                <a:pos x="csX122" y="csY122"/>
              </a:cxn>
              <a:cxn ang="0">
                <a:pos x="csX123" y="csY123"/>
              </a:cxn>
              <a:cxn ang="0">
                <a:pos x="csX124" y="csY124"/>
              </a:cxn>
              <a:cxn ang="0">
                <a:pos x="csX125" y="csY125"/>
              </a:cxn>
              <a:cxn ang="0">
                <a:pos x="csX126" y="csY126"/>
              </a:cxn>
              <a:cxn ang="0">
                <a:pos x="csX127" y="csY127"/>
              </a:cxn>
              <a:cxn ang="0">
                <a:pos x="csX128" y="csY128"/>
              </a:cxn>
              <a:cxn ang="0">
                <a:pos x="csX129" y="csY129"/>
              </a:cxn>
              <a:cxn ang="0">
                <a:pos x="csX130" y="csY130"/>
              </a:cxn>
              <a:cxn ang="0">
                <a:pos x="csX131" y="csY131"/>
              </a:cxn>
              <a:cxn ang="0">
                <a:pos x="csX132" y="csY132"/>
              </a:cxn>
              <a:cxn ang="0">
                <a:pos x="csX133" y="csY133"/>
              </a:cxn>
              <a:cxn ang="0">
                <a:pos x="csX134" y="csY134"/>
              </a:cxn>
              <a:cxn ang="0">
                <a:pos x="csX135" y="csY135"/>
              </a:cxn>
              <a:cxn ang="0">
                <a:pos x="csX136" y="csY136"/>
              </a:cxn>
              <a:cxn ang="0">
                <a:pos x="csX137" y="csY137"/>
              </a:cxn>
              <a:cxn ang="0">
                <a:pos x="csX138" y="csY138"/>
              </a:cxn>
              <a:cxn ang="0">
                <a:pos x="csX139" y="csY139"/>
              </a:cxn>
              <a:cxn ang="0">
                <a:pos x="csX140" y="csY140"/>
              </a:cxn>
              <a:cxn ang="0">
                <a:pos x="csX141" y="csY141"/>
              </a:cxn>
              <a:cxn ang="0">
                <a:pos x="csX142" y="csY142"/>
              </a:cxn>
              <a:cxn ang="0">
                <a:pos x="csX143" y="csY143"/>
              </a:cxn>
              <a:cxn ang="0">
                <a:pos x="csX144" y="csY144"/>
              </a:cxn>
              <a:cxn ang="0">
                <a:pos x="csX145" y="csY145"/>
              </a:cxn>
              <a:cxn ang="0">
                <a:pos x="csX146" y="csY146"/>
              </a:cxn>
              <a:cxn ang="0">
                <a:pos x="csX147" y="csY147"/>
              </a:cxn>
              <a:cxn ang="0">
                <a:pos x="csX148" y="csY148"/>
              </a:cxn>
              <a:cxn ang="0">
                <a:pos x="csX149" y="csY149"/>
              </a:cxn>
              <a:cxn ang="0">
                <a:pos x="csX150" y="csY150"/>
              </a:cxn>
              <a:cxn ang="0">
                <a:pos x="csX151" y="csY151"/>
              </a:cxn>
              <a:cxn ang="0">
                <a:pos x="csX152" y="csY152"/>
              </a:cxn>
              <a:cxn ang="0">
                <a:pos x="csX153" y="csY153"/>
              </a:cxn>
              <a:cxn ang="0">
                <a:pos x="csX154" y="csY154"/>
              </a:cxn>
              <a:cxn ang="0">
                <a:pos x="csX155" y="csY155"/>
              </a:cxn>
              <a:cxn ang="0">
                <a:pos x="csX156" y="csY156"/>
              </a:cxn>
              <a:cxn ang="0">
                <a:pos x="csX157" y="csY157"/>
              </a:cxn>
              <a:cxn ang="0">
                <a:pos x="csX158" y="csY158"/>
              </a:cxn>
              <a:cxn ang="0">
                <a:pos x="csX159" y="csY159"/>
              </a:cxn>
              <a:cxn ang="0">
                <a:pos x="csX160" y="csY160"/>
              </a:cxn>
              <a:cxn ang="0">
                <a:pos x="csX161" y="csY161"/>
              </a:cxn>
              <a:cxn ang="0">
                <a:pos x="csX162" y="csY162"/>
              </a:cxn>
              <a:cxn ang="0">
                <a:pos x="csX163" y="csY163"/>
              </a:cxn>
              <a:cxn ang="0">
                <a:pos x="csX164" y="csY164"/>
              </a:cxn>
              <a:cxn ang="0">
                <a:pos x="csX165" y="csY165"/>
              </a:cxn>
              <a:cxn ang="0">
                <a:pos x="csX166" y="csY166"/>
              </a:cxn>
              <a:cxn ang="0">
                <a:pos x="csX167" y="csY167"/>
              </a:cxn>
              <a:cxn ang="0">
                <a:pos x="csX168" y="csY168"/>
              </a:cxn>
              <a:cxn ang="0">
                <a:pos x="csX169" y="csY169"/>
              </a:cxn>
              <a:cxn ang="0">
                <a:pos x="csX170" y="csY170"/>
              </a:cxn>
              <a:cxn ang="0">
                <a:pos x="csX171" y="csY171"/>
              </a:cxn>
              <a:cxn ang="0">
                <a:pos x="csX172" y="csY172"/>
              </a:cxn>
              <a:cxn ang="0">
                <a:pos x="csX173" y="csY173"/>
              </a:cxn>
              <a:cxn ang="0">
                <a:pos x="csX174" y="csY174"/>
              </a:cxn>
              <a:cxn ang="0">
                <a:pos x="csX175" y="csY175"/>
              </a:cxn>
              <a:cxn ang="0">
                <a:pos x="csX176" y="csY176"/>
              </a:cxn>
              <a:cxn ang="0">
                <a:pos x="csX177" y="csY177"/>
              </a:cxn>
              <a:cxn ang="0">
                <a:pos x="csX178" y="csY178"/>
              </a:cxn>
              <a:cxn ang="0">
                <a:pos x="csX179" y="csY179"/>
              </a:cxn>
              <a:cxn ang="0">
                <a:pos x="csX180" y="csY180"/>
              </a:cxn>
              <a:cxn ang="0">
                <a:pos x="csX181" y="csY181"/>
              </a:cxn>
              <a:cxn ang="0">
                <a:pos x="csX182" y="csY182"/>
              </a:cxn>
              <a:cxn ang="0">
                <a:pos x="csX183" y="csY183"/>
              </a:cxn>
              <a:cxn ang="0">
                <a:pos x="csX184" y="csY184"/>
              </a:cxn>
              <a:cxn ang="0">
                <a:pos x="csX185" y="csY185"/>
              </a:cxn>
              <a:cxn ang="0">
                <a:pos x="csX186" y="csY186"/>
              </a:cxn>
              <a:cxn ang="0">
                <a:pos x="csX187" y="csY187"/>
              </a:cxn>
              <a:cxn ang="0">
                <a:pos x="csX188" y="csY188"/>
              </a:cxn>
              <a:cxn ang="0">
                <a:pos x="csX189" y="csY189"/>
              </a:cxn>
              <a:cxn ang="0">
                <a:pos x="csX190" y="csY190"/>
              </a:cxn>
              <a:cxn ang="0">
                <a:pos x="csX191" y="csY191"/>
              </a:cxn>
              <a:cxn ang="0">
                <a:pos x="csX192" y="csY192"/>
              </a:cxn>
              <a:cxn ang="0">
                <a:pos x="csX193" y="csY193"/>
              </a:cxn>
              <a:cxn ang="0">
                <a:pos x="csX194" y="csY194"/>
              </a:cxn>
              <a:cxn ang="0">
                <a:pos x="csX195" y="csY195"/>
              </a:cxn>
              <a:cxn ang="0">
                <a:pos x="csX196" y="csY196"/>
              </a:cxn>
              <a:cxn ang="0">
                <a:pos x="csX197" y="csY197"/>
              </a:cxn>
              <a:cxn ang="0">
                <a:pos x="csX198" y="csY198"/>
              </a:cxn>
              <a:cxn ang="0">
                <a:pos x="csX199" y="csY199"/>
              </a:cxn>
              <a:cxn ang="0">
                <a:pos x="csX200" y="csY200"/>
              </a:cxn>
              <a:cxn ang="0">
                <a:pos x="csX201" y="csY201"/>
              </a:cxn>
              <a:cxn ang="0">
                <a:pos x="csX202" y="csY202"/>
              </a:cxn>
              <a:cxn ang="0">
                <a:pos x="csX203" y="csY203"/>
              </a:cxn>
              <a:cxn ang="0">
                <a:pos x="csX204" y="csY204"/>
              </a:cxn>
              <a:cxn ang="0">
                <a:pos x="csX205" y="csY205"/>
              </a:cxn>
              <a:cxn ang="0">
                <a:pos x="csX206" y="csY206"/>
              </a:cxn>
              <a:cxn ang="0">
                <a:pos x="csX207" y="csY207"/>
              </a:cxn>
              <a:cxn ang="0">
                <a:pos x="csX208" y="csY208"/>
              </a:cxn>
              <a:cxn ang="0">
                <a:pos x="csX209" y="csY209"/>
              </a:cxn>
              <a:cxn ang="0">
                <a:pos x="csX210" y="csY210"/>
              </a:cxn>
              <a:cxn ang="0">
                <a:pos x="csX211" y="csY211"/>
              </a:cxn>
              <a:cxn ang="0">
                <a:pos x="csX212" y="csY212"/>
              </a:cxn>
              <a:cxn ang="0">
                <a:pos x="csX213" y="csY213"/>
              </a:cxn>
              <a:cxn ang="0">
                <a:pos x="csX214" y="csY214"/>
              </a:cxn>
              <a:cxn ang="0">
                <a:pos x="csX215" y="csY215"/>
              </a:cxn>
              <a:cxn ang="0">
                <a:pos x="csX216" y="csY216"/>
              </a:cxn>
              <a:cxn ang="0">
                <a:pos x="csX217" y="csY217"/>
              </a:cxn>
              <a:cxn ang="0">
                <a:pos x="csX218" y="csY218"/>
              </a:cxn>
              <a:cxn ang="0">
                <a:pos x="csX219" y="csY219"/>
              </a:cxn>
              <a:cxn ang="0">
                <a:pos x="csX220" y="csY220"/>
              </a:cxn>
              <a:cxn ang="0">
                <a:pos x="csX221" y="csY221"/>
              </a:cxn>
              <a:cxn ang="0">
                <a:pos x="csX222" y="csY222"/>
              </a:cxn>
              <a:cxn ang="0">
                <a:pos x="csX223" y="csY223"/>
              </a:cxn>
              <a:cxn ang="0">
                <a:pos x="csX224" y="csY224"/>
              </a:cxn>
              <a:cxn ang="0">
                <a:pos x="csX225" y="csY225"/>
              </a:cxn>
              <a:cxn ang="0">
                <a:pos x="csX226" y="csY226"/>
              </a:cxn>
              <a:cxn ang="0">
                <a:pos x="csX227" y="csY227"/>
              </a:cxn>
              <a:cxn ang="0">
                <a:pos x="csX228" y="csY228"/>
              </a:cxn>
              <a:cxn ang="0">
                <a:pos x="csX229" y="csY229"/>
              </a:cxn>
              <a:cxn ang="0">
                <a:pos x="csX230" y="csY230"/>
              </a:cxn>
              <a:cxn ang="0">
                <a:pos x="csX231" y="csY231"/>
              </a:cxn>
              <a:cxn ang="0">
                <a:pos x="csX232" y="csY232"/>
              </a:cxn>
              <a:cxn ang="0">
                <a:pos x="csX233" y="csY233"/>
              </a:cxn>
              <a:cxn ang="0">
                <a:pos x="csX234" y="csY234"/>
              </a:cxn>
              <a:cxn ang="0">
                <a:pos x="csX235" y="csY235"/>
              </a:cxn>
              <a:cxn ang="0">
                <a:pos x="csX236" y="csY236"/>
              </a:cxn>
              <a:cxn ang="0">
                <a:pos x="csX237" y="csY237"/>
              </a:cxn>
              <a:cxn ang="0">
                <a:pos x="csX238" y="csY238"/>
              </a:cxn>
              <a:cxn ang="0">
                <a:pos x="csX239" y="csY239"/>
              </a:cxn>
              <a:cxn ang="0">
                <a:pos x="csX240" y="csY240"/>
              </a:cxn>
              <a:cxn ang="0">
                <a:pos x="csX241" y="csY241"/>
              </a:cxn>
              <a:cxn ang="0">
                <a:pos x="csX242" y="csY242"/>
              </a:cxn>
              <a:cxn ang="0">
                <a:pos x="csX243" y="csY243"/>
              </a:cxn>
              <a:cxn ang="0">
                <a:pos x="csX244" y="csY244"/>
              </a:cxn>
              <a:cxn ang="0">
                <a:pos x="csX245" y="csY245"/>
              </a:cxn>
              <a:cxn ang="0">
                <a:pos x="csX246" y="csY246"/>
              </a:cxn>
              <a:cxn ang="0">
                <a:pos x="csX247" y="csY247"/>
              </a:cxn>
              <a:cxn ang="0">
                <a:pos x="csX248" y="csY248"/>
              </a:cxn>
              <a:cxn ang="0">
                <a:pos x="csX249" y="csY249"/>
              </a:cxn>
              <a:cxn ang="0">
                <a:pos x="csX250" y="csY250"/>
              </a:cxn>
              <a:cxn ang="0">
                <a:pos x="csX251" y="csY251"/>
              </a:cxn>
              <a:cxn ang="0">
                <a:pos x="csX252" y="csY252"/>
              </a:cxn>
              <a:cxn ang="0">
                <a:pos x="csX253" y="csY253"/>
              </a:cxn>
              <a:cxn ang="0">
                <a:pos x="csX254" y="csY254"/>
              </a:cxn>
              <a:cxn ang="0">
                <a:pos x="csX255" y="csY255"/>
              </a:cxn>
              <a:cxn ang="0">
                <a:pos x="csX256" y="csY256"/>
              </a:cxn>
              <a:cxn ang="0">
                <a:pos x="csX257" y="csY257"/>
              </a:cxn>
              <a:cxn ang="0">
                <a:pos x="csX258" y="csY258"/>
              </a:cxn>
            </a:cxnLst>
            <a:rect l="l" t="t" r="r" b="b"/>
            <a:pathLst>
              <a:path w="4129925" h="2225772">
                <a:moveTo>
                  <a:pt x="2074117" y="569749"/>
                </a:moveTo>
                <a:lnTo>
                  <a:pt x="2074117" y="820228"/>
                </a:lnTo>
                <a:lnTo>
                  <a:pt x="534486" y="829206"/>
                </a:lnTo>
                <a:lnTo>
                  <a:pt x="2074117" y="569746"/>
                </a:lnTo>
                <a:close/>
                <a:moveTo>
                  <a:pt x="4016026" y="1267368"/>
                </a:moveTo>
                <a:cubicBezTo>
                  <a:pt x="4019384" y="1267368"/>
                  <a:pt x="4020338" y="1290942"/>
                  <a:pt x="4021693" y="1367130"/>
                </a:cubicBezTo>
                <a:cubicBezTo>
                  <a:pt x="4022318" y="1429748"/>
                  <a:pt x="4025583" y="1479734"/>
                  <a:pt x="4028246" y="1482361"/>
                </a:cubicBezTo>
                <a:cubicBezTo>
                  <a:pt x="4031441" y="1485514"/>
                  <a:pt x="4033595" y="1503401"/>
                  <a:pt x="4033624" y="1522870"/>
                </a:cubicBezTo>
                <a:cubicBezTo>
                  <a:pt x="4033659" y="1546024"/>
                  <a:pt x="4040094" y="1582850"/>
                  <a:pt x="4052927" y="1630715"/>
                </a:cubicBezTo>
                <a:cubicBezTo>
                  <a:pt x="4087156" y="1762741"/>
                  <a:pt x="4097022" y="1961106"/>
                  <a:pt x="4071574" y="2011658"/>
                </a:cubicBezTo>
                <a:cubicBezTo>
                  <a:pt x="4069452" y="2015872"/>
                  <a:pt x="4063623" y="2029035"/>
                  <a:pt x="4058854" y="2040618"/>
                </a:cubicBezTo>
                <a:cubicBezTo>
                  <a:pt x="4047196" y="2068525"/>
                  <a:pt x="4012686" y="2104882"/>
                  <a:pt x="3993550" y="2109648"/>
                </a:cubicBezTo>
                <a:cubicBezTo>
                  <a:pt x="3985577" y="2111764"/>
                  <a:pt x="3976542" y="2114934"/>
                  <a:pt x="3973355" y="2117043"/>
                </a:cubicBezTo>
                <a:cubicBezTo>
                  <a:pt x="3964502" y="2123633"/>
                  <a:pt x="3939034" y="2130613"/>
                  <a:pt x="3927401" y="2130630"/>
                </a:cubicBezTo>
                <a:lnTo>
                  <a:pt x="3927355" y="2130630"/>
                </a:lnTo>
                <a:cubicBezTo>
                  <a:pt x="3925050" y="2130630"/>
                  <a:pt x="3923294" y="2130355"/>
                  <a:pt x="3922325" y="2129747"/>
                </a:cubicBezTo>
                <a:cubicBezTo>
                  <a:pt x="3918599" y="2127647"/>
                  <a:pt x="3924967" y="2118165"/>
                  <a:pt x="3939834" y="2103935"/>
                </a:cubicBezTo>
                <a:cubicBezTo>
                  <a:pt x="3953110" y="2091289"/>
                  <a:pt x="3972745" y="2064423"/>
                  <a:pt x="3983348" y="2043359"/>
                </a:cubicBezTo>
                <a:cubicBezTo>
                  <a:pt x="4001377" y="2009129"/>
                  <a:pt x="4002962" y="2002287"/>
                  <a:pt x="4000795" y="1975453"/>
                </a:cubicBezTo>
                <a:cubicBezTo>
                  <a:pt x="3995934" y="1924945"/>
                  <a:pt x="3991127" y="1911269"/>
                  <a:pt x="3970359" y="1890778"/>
                </a:cubicBezTo>
                <a:cubicBezTo>
                  <a:pt x="3951187" y="1871863"/>
                  <a:pt x="3942141" y="1868191"/>
                  <a:pt x="3890549" y="1860374"/>
                </a:cubicBezTo>
                <a:lnTo>
                  <a:pt x="3866616" y="1856725"/>
                </a:lnTo>
                <a:lnTo>
                  <a:pt x="3863339" y="1798846"/>
                </a:lnTo>
                <a:cubicBezTo>
                  <a:pt x="3861696" y="1766751"/>
                  <a:pt x="3856320" y="1727819"/>
                  <a:pt x="3852042" y="1712039"/>
                </a:cubicBezTo>
                <a:cubicBezTo>
                  <a:pt x="3837080" y="1662071"/>
                  <a:pt x="3830110" y="1624194"/>
                  <a:pt x="3833282" y="1611560"/>
                </a:cubicBezTo>
                <a:cubicBezTo>
                  <a:pt x="3837247" y="1596764"/>
                  <a:pt x="3859402" y="1572240"/>
                  <a:pt x="3867869" y="1572227"/>
                </a:cubicBezTo>
                <a:lnTo>
                  <a:pt x="3867878" y="1572227"/>
                </a:lnTo>
                <a:cubicBezTo>
                  <a:pt x="3868445" y="1572227"/>
                  <a:pt x="3868950" y="1572338"/>
                  <a:pt x="3869383" y="1572569"/>
                </a:cubicBezTo>
                <a:cubicBezTo>
                  <a:pt x="3872046" y="1574669"/>
                  <a:pt x="3874182" y="1580454"/>
                  <a:pt x="3874189" y="1585716"/>
                </a:cubicBezTo>
                <a:cubicBezTo>
                  <a:pt x="3874202" y="1594133"/>
                  <a:pt x="3908272" y="1627751"/>
                  <a:pt x="3917319" y="1627751"/>
                </a:cubicBezTo>
                <a:lnTo>
                  <a:pt x="3917324" y="1627751"/>
                </a:lnTo>
                <a:cubicBezTo>
                  <a:pt x="3918920" y="1627748"/>
                  <a:pt x="3928483" y="1622473"/>
                  <a:pt x="3938576" y="1615618"/>
                </a:cubicBezTo>
                <a:cubicBezTo>
                  <a:pt x="3955044" y="1604542"/>
                  <a:pt x="3957167" y="1600855"/>
                  <a:pt x="3960310" y="1569805"/>
                </a:cubicBezTo>
                <a:cubicBezTo>
                  <a:pt x="3962410" y="1550858"/>
                  <a:pt x="3966619" y="1521384"/>
                  <a:pt x="3969784" y="1504015"/>
                </a:cubicBezTo>
                <a:cubicBezTo>
                  <a:pt x="3972948" y="1486646"/>
                  <a:pt x="3977694" y="1459276"/>
                  <a:pt x="3980329" y="1443486"/>
                </a:cubicBezTo>
                <a:cubicBezTo>
                  <a:pt x="3982965" y="1427696"/>
                  <a:pt x="3987711" y="1401377"/>
                  <a:pt x="3990346" y="1385588"/>
                </a:cubicBezTo>
                <a:cubicBezTo>
                  <a:pt x="3992982" y="1369798"/>
                  <a:pt x="3997725" y="1341377"/>
                  <a:pt x="4000356" y="1322429"/>
                </a:cubicBezTo>
                <a:cubicBezTo>
                  <a:pt x="4003519" y="1303481"/>
                  <a:pt x="4008802" y="1280846"/>
                  <a:pt x="4012512" y="1272422"/>
                </a:cubicBezTo>
                <a:cubicBezTo>
                  <a:pt x="4013920" y="1269273"/>
                  <a:pt x="4015070" y="1267364"/>
                  <a:pt x="4016024" y="1267362"/>
                </a:cubicBezTo>
                <a:close/>
                <a:moveTo>
                  <a:pt x="3411761" y="2"/>
                </a:moveTo>
                <a:cubicBezTo>
                  <a:pt x="3411436" y="2"/>
                  <a:pt x="3411114" y="3"/>
                  <a:pt x="3410794" y="3"/>
                </a:cubicBezTo>
                <a:cubicBezTo>
                  <a:pt x="3396481" y="24"/>
                  <a:pt x="3387076" y="599"/>
                  <a:pt x="3371557" y="2330"/>
                </a:cubicBezTo>
                <a:cubicBezTo>
                  <a:pt x="3365509" y="2980"/>
                  <a:pt x="3335923" y="8296"/>
                  <a:pt x="3331945" y="9419"/>
                </a:cubicBezTo>
                <a:cubicBezTo>
                  <a:pt x="3330775" y="9747"/>
                  <a:pt x="3326799" y="10870"/>
                  <a:pt x="3323041" y="11853"/>
                </a:cubicBezTo>
                <a:cubicBezTo>
                  <a:pt x="3283442" y="22709"/>
                  <a:pt x="3247597" y="42905"/>
                  <a:pt x="3221986" y="68775"/>
                </a:cubicBezTo>
                <a:cubicBezTo>
                  <a:pt x="3207879" y="82991"/>
                  <a:pt x="3195374" y="100513"/>
                  <a:pt x="3186835" y="118089"/>
                </a:cubicBezTo>
                <a:cubicBezTo>
                  <a:pt x="3175653" y="140979"/>
                  <a:pt x="3169699" y="166509"/>
                  <a:pt x="3169629" y="192060"/>
                </a:cubicBezTo>
                <a:cubicBezTo>
                  <a:pt x="3169547" y="208169"/>
                  <a:pt x="3171879" y="217838"/>
                  <a:pt x="3178142" y="227371"/>
                </a:cubicBezTo>
                <a:lnTo>
                  <a:pt x="3180002" y="230235"/>
                </a:lnTo>
                <a:lnTo>
                  <a:pt x="3177730" y="235426"/>
                </a:lnTo>
                <a:cubicBezTo>
                  <a:pt x="3173960" y="243994"/>
                  <a:pt x="3168303" y="255230"/>
                  <a:pt x="3157438" y="275758"/>
                </a:cubicBezTo>
                <a:cubicBezTo>
                  <a:pt x="3140013" y="308678"/>
                  <a:pt x="3134278" y="320762"/>
                  <a:pt x="3130884" y="331947"/>
                </a:cubicBezTo>
                <a:cubicBezTo>
                  <a:pt x="3128179" y="340891"/>
                  <a:pt x="3127961" y="346218"/>
                  <a:pt x="3130047" y="350210"/>
                </a:cubicBezTo>
                <a:cubicBezTo>
                  <a:pt x="3132617" y="355137"/>
                  <a:pt x="3137491" y="357996"/>
                  <a:pt x="3148963" y="361222"/>
                </a:cubicBezTo>
                <a:cubicBezTo>
                  <a:pt x="3153736" y="362555"/>
                  <a:pt x="3155820" y="363004"/>
                  <a:pt x="3158116" y="363004"/>
                </a:cubicBezTo>
                <a:lnTo>
                  <a:pt x="3158141" y="363004"/>
                </a:lnTo>
                <a:cubicBezTo>
                  <a:pt x="3158608" y="363003"/>
                  <a:pt x="3159084" y="362984"/>
                  <a:pt x="3159593" y="362950"/>
                </a:cubicBezTo>
                <a:cubicBezTo>
                  <a:pt x="3161509" y="362840"/>
                  <a:pt x="3163220" y="362781"/>
                  <a:pt x="3164753" y="362779"/>
                </a:cubicBezTo>
                <a:lnTo>
                  <a:pt x="3164841" y="362779"/>
                </a:lnTo>
                <a:cubicBezTo>
                  <a:pt x="3171141" y="362779"/>
                  <a:pt x="3174400" y="363745"/>
                  <a:pt x="3176525" y="366035"/>
                </a:cubicBezTo>
                <a:cubicBezTo>
                  <a:pt x="3178348" y="367977"/>
                  <a:pt x="3178677" y="370603"/>
                  <a:pt x="3177992" y="376803"/>
                </a:cubicBezTo>
                <a:cubicBezTo>
                  <a:pt x="3177645" y="379758"/>
                  <a:pt x="3177383" y="383137"/>
                  <a:pt x="3177475" y="384340"/>
                </a:cubicBezTo>
                <a:cubicBezTo>
                  <a:pt x="3177557" y="387211"/>
                  <a:pt x="3176838" y="389798"/>
                  <a:pt x="3174531" y="394556"/>
                </a:cubicBezTo>
                <a:cubicBezTo>
                  <a:pt x="3171697" y="400395"/>
                  <a:pt x="3171219" y="402446"/>
                  <a:pt x="3171879" y="405496"/>
                </a:cubicBezTo>
                <a:cubicBezTo>
                  <a:pt x="3172872" y="409949"/>
                  <a:pt x="3175815" y="412550"/>
                  <a:pt x="3184634" y="416836"/>
                </a:cubicBezTo>
                <a:cubicBezTo>
                  <a:pt x="3186543" y="417733"/>
                  <a:pt x="3188292" y="418809"/>
                  <a:pt x="3188509" y="419157"/>
                </a:cubicBezTo>
                <a:cubicBezTo>
                  <a:pt x="3189231" y="420288"/>
                  <a:pt x="3188209" y="422836"/>
                  <a:pt x="3184968" y="428120"/>
                </a:cubicBezTo>
                <a:cubicBezTo>
                  <a:pt x="3181888" y="433226"/>
                  <a:pt x="3181048" y="435446"/>
                  <a:pt x="3181482" y="437609"/>
                </a:cubicBezTo>
                <a:cubicBezTo>
                  <a:pt x="3181841" y="439398"/>
                  <a:pt x="3182581" y="440133"/>
                  <a:pt x="3189248" y="445282"/>
                </a:cubicBezTo>
                <a:cubicBezTo>
                  <a:pt x="3197152" y="451411"/>
                  <a:pt x="3200426" y="455416"/>
                  <a:pt x="3201815" y="460622"/>
                </a:cubicBezTo>
                <a:cubicBezTo>
                  <a:pt x="3202732" y="464209"/>
                  <a:pt x="3202741" y="464501"/>
                  <a:pt x="3201009" y="477805"/>
                </a:cubicBezTo>
                <a:cubicBezTo>
                  <a:pt x="3198487" y="497036"/>
                  <a:pt x="3198675" y="504387"/>
                  <a:pt x="3201861" y="510903"/>
                </a:cubicBezTo>
                <a:cubicBezTo>
                  <a:pt x="3205794" y="518936"/>
                  <a:pt x="3217439" y="527706"/>
                  <a:pt x="3228305" y="530856"/>
                </a:cubicBezTo>
                <a:cubicBezTo>
                  <a:pt x="3233286" y="532275"/>
                  <a:pt x="3236671" y="532883"/>
                  <a:pt x="3242423" y="533221"/>
                </a:cubicBezTo>
                <a:lnTo>
                  <a:pt x="3246931" y="533510"/>
                </a:lnTo>
                <a:lnTo>
                  <a:pt x="3288120" y="525669"/>
                </a:lnTo>
                <a:lnTo>
                  <a:pt x="3329255" y="517789"/>
                </a:lnTo>
                <a:lnTo>
                  <a:pt x="3331523" y="519496"/>
                </a:lnTo>
                <a:cubicBezTo>
                  <a:pt x="3334506" y="521797"/>
                  <a:pt x="3340267" y="529325"/>
                  <a:pt x="3343948" y="535843"/>
                </a:cubicBezTo>
                <a:cubicBezTo>
                  <a:pt x="3346271" y="539921"/>
                  <a:pt x="3348718" y="544766"/>
                  <a:pt x="3351257" y="550312"/>
                </a:cubicBezTo>
                <a:lnTo>
                  <a:pt x="3351193" y="550312"/>
                </a:lnTo>
                <a:cubicBezTo>
                  <a:pt x="3349645" y="551072"/>
                  <a:pt x="3348117" y="551819"/>
                  <a:pt x="3346611" y="552554"/>
                </a:cubicBezTo>
                <a:lnTo>
                  <a:pt x="3346675" y="552554"/>
                </a:lnTo>
                <a:cubicBezTo>
                  <a:pt x="3347231" y="553454"/>
                  <a:pt x="3347788" y="554328"/>
                  <a:pt x="3348345" y="555170"/>
                </a:cubicBezTo>
                <a:cubicBezTo>
                  <a:pt x="3362733" y="576197"/>
                  <a:pt x="3362735" y="576724"/>
                  <a:pt x="3352652" y="590945"/>
                </a:cubicBezTo>
                <a:cubicBezTo>
                  <a:pt x="3321877" y="635192"/>
                  <a:pt x="3309722" y="685725"/>
                  <a:pt x="3309311" y="767288"/>
                </a:cubicBezTo>
                <a:cubicBezTo>
                  <a:pt x="3309402" y="828855"/>
                  <a:pt x="3305175" y="847277"/>
                  <a:pt x="3285537" y="870986"/>
                </a:cubicBezTo>
                <a:cubicBezTo>
                  <a:pt x="3277043" y="881522"/>
                  <a:pt x="3259035" y="928907"/>
                  <a:pt x="3247926" y="968389"/>
                </a:cubicBezTo>
                <a:cubicBezTo>
                  <a:pt x="3238406" y="1002607"/>
                  <a:pt x="3231044" y="1058395"/>
                  <a:pt x="3227425" y="1127857"/>
                </a:cubicBezTo>
                <a:cubicBezTo>
                  <a:pt x="3226397" y="1151538"/>
                  <a:pt x="3223771" y="1174169"/>
                  <a:pt x="3221650" y="1177330"/>
                </a:cubicBezTo>
                <a:cubicBezTo>
                  <a:pt x="3218996" y="1181017"/>
                  <a:pt x="3216375" y="1206279"/>
                  <a:pt x="3214820" y="1233644"/>
                </a:cubicBezTo>
                <a:lnTo>
                  <a:pt x="3211704" y="1283638"/>
                </a:lnTo>
                <a:lnTo>
                  <a:pt x="3164907" y="1282127"/>
                </a:lnTo>
                <a:cubicBezTo>
                  <a:pt x="3158978" y="1281937"/>
                  <a:pt x="3153522" y="1281840"/>
                  <a:pt x="3148539" y="1281840"/>
                </a:cubicBezTo>
                <a:cubicBezTo>
                  <a:pt x="3148352" y="1281840"/>
                  <a:pt x="3148165" y="1281840"/>
                  <a:pt x="3147979" y="1281840"/>
                </a:cubicBezTo>
                <a:cubicBezTo>
                  <a:pt x="3126934" y="1281871"/>
                  <a:pt x="3114413" y="1283655"/>
                  <a:pt x="3110144" y="1287469"/>
                </a:cubicBezTo>
                <a:cubicBezTo>
                  <a:pt x="3105895" y="1290633"/>
                  <a:pt x="3087821" y="1294342"/>
                  <a:pt x="3069743" y="1295947"/>
                </a:cubicBezTo>
                <a:cubicBezTo>
                  <a:pt x="3065159" y="1296164"/>
                  <a:pt x="3061090" y="1296314"/>
                  <a:pt x="3057352" y="1296319"/>
                </a:cubicBezTo>
                <a:lnTo>
                  <a:pt x="3057142" y="1296319"/>
                </a:lnTo>
                <a:cubicBezTo>
                  <a:pt x="3032840" y="1296319"/>
                  <a:pt x="3022453" y="1290086"/>
                  <a:pt x="2975030" y="1255567"/>
                </a:cubicBezTo>
                <a:cubicBezTo>
                  <a:pt x="2964916" y="1247688"/>
                  <a:pt x="2945759" y="1238770"/>
                  <a:pt x="2932459" y="1234581"/>
                </a:cubicBezTo>
                <a:cubicBezTo>
                  <a:pt x="2919160" y="1230916"/>
                  <a:pt x="2905325" y="1225149"/>
                  <a:pt x="2902130" y="1222522"/>
                </a:cubicBezTo>
                <a:cubicBezTo>
                  <a:pt x="2899817" y="1220892"/>
                  <a:pt x="2893812" y="1220078"/>
                  <a:pt x="2886664" y="1220078"/>
                </a:cubicBezTo>
                <a:lnTo>
                  <a:pt x="2886527" y="1220078"/>
                </a:lnTo>
                <a:cubicBezTo>
                  <a:pt x="2882203" y="1220084"/>
                  <a:pt x="2877467" y="1220387"/>
                  <a:pt x="2872882" y="1220987"/>
                </a:cubicBezTo>
                <a:cubicBezTo>
                  <a:pt x="2860122" y="1223108"/>
                  <a:pt x="2833539" y="1225779"/>
                  <a:pt x="2812803" y="1227388"/>
                </a:cubicBezTo>
                <a:cubicBezTo>
                  <a:pt x="2777711" y="1230596"/>
                  <a:pt x="2756986" y="1239572"/>
                  <a:pt x="2757006" y="1252200"/>
                </a:cubicBezTo>
                <a:cubicBezTo>
                  <a:pt x="2757009" y="1254832"/>
                  <a:pt x="2750111" y="1265366"/>
                  <a:pt x="2741087" y="1275377"/>
                </a:cubicBezTo>
                <a:cubicBezTo>
                  <a:pt x="2738424" y="1278349"/>
                  <a:pt x="2735867" y="1281631"/>
                  <a:pt x="2733611" y="1284900"/>
                </a:cubicBezTo>
                <a:lnTo>
                  <a:pt x="2498750" y="1276646"/>
                </a:lnTo>
                <a:lnTo>
                  <a:pt x="2495909" y="817827"/>
                </a:lnTo>
                <a:lnTo>
                  <a:pt x="2107695" y="820091"/>
                </a:lnTo>
                <a:lnTo>
                  <a:pt x="2107695" y="564144"/>
                </a:lnTo>
                <a:lnTo>
                  <a:pt x="2510630" y="496239"/>
                </a:lnTo>
                <a:lnTo>
                  <a:pt x="2501996" y="441479"/>
                </a:lnTo>
                <a:lnTo>
                  <a:pt x="2501873" y="440762"/>
                </a:lnTo>
                <a:lnTo>
                  <a:pt x="184473" y="831302"/>
                </a:lnTo>
                <a:lnTo>
                  <a:pt x="3173" y="832359"/>
                </a:lnTo>
                <a:lnTo>
                  <a:pt x="0" y="832379"/>
                </a:lnTo>
                <a:lnTo>
                  <a:pt x="4301" y="1527099"/>
                </a:lnTo>
                <a:lnTo>
                  <a:pt x="94600" y="1526556"/>
                </a:lnTo>
                <a:lnTo>
                  <a:pt x="101106" y="2225773"/>
                </a:lnTo>
                <a:lnTo>
                  <a:pt x="205667" y="2225773"/>
                </a:lnTo>
                <a:lnTo>
                  <a:pt x="199347" y="1525929"/>
                </a:lnTo>
                <a:lnTo>
                  <a:pt x="369454" y="1524906"/>
                </a:lnTo>
                <a:lnTo>
                  <a:pt x="368885" y="1672268"/>
                </a:lnTo>
                <a:cubicBezTo>
                  <a:pt x="368219" y="1673104"/>
                  <a:pt x="368620" y="1673522"/>
                  <a:pt x="370087" y="1673522"/>
                </a:cubicBezTo>
                <a:cubicBezTo>
                  <a:pt x="370446" y="1673522"/>
                  <a:pt x="370869" y="1673497"/>
                  <a:pt x="371356" y="1673446"/>
                </a:cubicBezTo>
                <a:lnTo>
                  <a:pt x="1373258" y="1677217"/>
                </a:lnTo>
                <a:lnTo>
                  <a:pt x="1375394" y="1907768"/>
                </a:lnTo>
                <a:lnTo>
                  <a:pt x="1378339" y="2225769"/>
                </a:lnTo>
                <a:lnTo>
                  <a:pt x="1469037" y="2225769"/>
                </a:lnTo>
                <a:lnTo>
                  <a:pt x="1470049" y="1909733"/>
                </a:lnTo>
                <a:cubicBezTo>
                  <a:pt x="1470249" y="1801983"/>
                  <a:pt x="1470438" y="1728172"/>
                  <a:pt x="1470952" y="1677584"/>
                </a:cubicBezTo>
                <a:lnTo>
                  <a:pt x="1470973" y="1677584"/>
                </a:lnTo>
                <a:lnTo>
                  <a:pt x="1905873" y="1679221"/>
                </a:lnTo>
                <a:lnTo>
                  <a:pt x="1906313" y="1565308"/>
                </a:lnTo>
                <a:lnTo>
                  <a:pt x="1906339" y="1565308"/>
                </a:lnTo>
                <a:cubicBezTo>
                  <a:pt x="2054036" y="1565331"/>
                  <a:pt x="2184501" y="1565753"/>
                  <a:pt x="2189536" y="1566651"/>
                </a:cubicBezTo>
                <a:lnTo>
                  <a:pt x="2189536" y="1566651"/>
                </a:lnTo>
                <a:cubicBezTo>
                  <a:pt x="2192194" y="1566651"/>
                  <a:pt x="2194550" y="1720297"/>
                  <a:pt x="2195360" y="1907621"/>
                </a:cubicBezTo>
                <a:lnTo>
                  <a:pt x="2197322" y="2225764"/>
                </a:lnTo>
                <a:lnTo>
                  <a:pt x="2287935" y="2225764"/>
                </a:lnTo>
                <a:lnTo>
                  <a:pt x="2288952" y="1909585"/>
                </a:lnTo>
                <a:cubicBezTo>
                  <a:pt x="2289190" y="1711209"/>
                  <a:pt x="2291636" y="1569124"/>
                  <a:pt x="2294292" y="1567018"/>
                </a:cubicBezTo>
                <a:cubicBezTo>
                  <a:pt x="2296949" y="1565435"/>
                  <a:pt x="2444249" y="1564168"/>
                  <a:pt x="2621854" y="1563909"/>
                </a:cubicBezTo>
                <a:cubicBezTo>
                  <a:pt x="2790598" y="1563663"/>
                  <a:pt x="2931024" y="1562033"/>
                  <a:pt x="2945518" y="1560065"/>
                </a:cubicBezTo>
                <a:lnTo>
                  <a:pt x="2945554" y="1560065"/>
                </a:lnTo>
                <a:lnTo>
                  <a:pt x="2984580" y="1561453"/>
                </a:lnTo>
                <a:lnTo>
                  <a:pt x="3007820" y="1561950"/>
                </a:lnTo>
                <a:lnTo>
                  <a:pt x="3012774" y="1422304"/>
                </a:lnTo>
                <a:lnTo>
                  <a:pt x="3012811" y="1422304"/>
                </a:lnTo>
                <a:cubicBezTo>
                  <a:pt x="3029571" y="1426196"/>
                  <a:pt x="3034179" y="1434121"/>
                  <a:pt x="3030067" y="1449127"/>
                </a:cubicBezTo>
                <a:cubicBezTo>
                  <a:pt x="3022667" y="1478607"/>
                  <a:pt x="3023731" y="1479130"/>
                  <a:pt x="3060957" y="1480655"/>
                </a:cubicBezTo>
                <a:cubicBezTo>
                  <a:pt x="3091269" y="1481663"/>
                  <a:pt x="3097120" y="1483760"/>
                  <a:pt x="3099261" y="1492177"/>
                </a:cubicBezTo>
                <a:cubicBezTo>
                  <a:pt x="3100864" y="1498483"/>
                  <a:pt x="3106709" y="1502681"/>
                  <a:pt x="3112552" y="1502681"/>
                </a:cubicBezTo>
                <a:lnTo>
                  <a:pt x="3112612" y="1502681"/>
                </a:lnTo>
                <a:cubicBezTo>
                  <a:pt x="3118977" y="1502681"/>
                  <a:pt x="3124807" y="1504774"/>
                  <a:pt x="3126402" y="1507398"/>
                </a:cubicBezTo>
                <a:cubicBezTo>
                  <a:pt x="3130133" y="1513180"/>
                  <a:pt x="3095600" y="1534277"/>
                  <a:pt x="3083370" y="1534295"/>
                </a:cubicBezTo>
                <a:cubicBezTo>
                  <a:pt x="3078584" y="1534302"/>
                  <a:pt x="3064771" y="1543269"/>
                  <a:pt x="3052025" y="1553812"/>
                </a:cubicBezTo>
                <a:cubicBezTo>
                  <a:pt x="3003698" y="1595452"/>
                  <a:pt x="2987231" y="1608106"/>
                  <a:pt x="2982978" y="1608111"/>
                </a:cubicBezTo>
                <a:cubicBezTo>
                  <a:pt x="2980318" y="1608115"/>
                  <a:pt x="2970759" y="1615497"/>
                  <a:pt x="2961199" y="1623929"/>
                </a:cubicBezTo>
                <a:cubicBezTo>
                  <a:pt x="2944738" y="1639213"/>
                  <a:pt x="2943143" y="1639742"/>
                  <a:pt x="2887309" y="1639823"/>
                </a:cubicBezTo>
                <a:cubicBezTo>
                  <a:pt x="2855935" y="1639869"/>
                  <a:pt x="2822970" y="1642022"/>
                  <a:pt x="2813934" y="1645191"/>
                </a:cubicBezTo>
                <a:cubicBezTo>
                  <a:pt x="2804899" y="1647836"/>
                  <a:pt x="2761839" y="1656317"/>
                  <a:pt x="2717714" y="1663749"/>
                </a:cubicBezTo>
                <a:cubicBezTo>
                  <a:pt x="2569921" y="1689222"/>
                  <a:pt x="2527398" y="1698755"/>
                  <a:pt x="2497107" y="1714060"/>
                </a:cubicBezTo>
                <a:cubicBezTo>
                  <a:pt x="2473729" y="1726197"/>
                  <a:pt x="2464172" y="1736735"/>
                  <a:pt x="2449329" y="1767803"/>
                </a:cubicBezTo>
                <a:cubicBezTo>
                  <a:pt x="2439788" y="1787813"/>
                  <a:pt x="2438209" y="1798864"/>
                  <a:pt x="2440379" y="1828330"/>
                </a:cubicBezTo>
                <a:cubicBezTo>
                  <a:pt x="2444181" y="1880945"/>
                  <a:pt x="2448452" y="1893041"/>
                  <a:pt x="2474017" y="1920368"/>
                </a:cubicBezTo>
                <a:cubicBezTo>
                  <a:pt x="2486800" y="1934029"/>
                  <a:pt x="2497457" y="1949274"/>
                  <a:pt x="2497464" y="1954536"/>
                </a:cubicBezTo>
                <a:cubicBezTo>
                  <a:pt x="2497472" y="1959799"/>
                  <a:pt x="2502812" y="1974525"/>
                  <a:pt x="2508680" y="1987671"/>
                </a:cubicBezTo>
                <a:cubicBezTo>
                  <a:pt x="2515081" y="2000817"/>
                  <a:pt x="2523092" y="2024485"/>
                  <a:pt x="2527370" y="2040264"/>
                </a:cubicBezTo>
                <a:cubicBezTo>
                  <a:pt x="2536461" y="2074455"/>
                  <a:pt x="2537528" y="2077084"/>
                  <a:pt x="2566333" y="2136503"/>
                </a:cubicBezTo>
                <a:cubicBezTo>
                  <a:pt x="2579132" y="2162270"/>
                  <a:pt x="2594603" y="2195398"/>
                  <a:pt x="2601539" y="2210647"/>
                </a:cubicBezTo>
                <a:cubicBezTo>
                  <a:pt x="2603964" y="2215795"/>
                  <a:pt x="2606648" y="2221007"/>
                  <a:pt x="2609296" y="2225766"/>
                </a:cubicBezTo>
                <a:lnTo>
                  <a:pt x="2937540" y="2225766"/>
                </a:lnTo>
                <a:lnTo>
                  <a:pt x="2938144" y="2211736"/>
                </a:lnTo>
                <a:cubicBezTo>
                  <a:pt x="2939167" y="2184371"/>
                  <a:pt x="2937021" y="2171746"/>
                  <a:pt x="2929022" y="2156497"/>
                </a:cubicBezTo>
                <a:cubicBezTo>
                  <a:pt x="2923689" y="2145982"/>
                  <a:pt x="2915681" y="2124946"/>
                  <a:pt x="2911937" y="2110742"/>
                </a:cubicBezTo>
                <a:cubicBezTo>
                  <a:pt x="2908725" y="2096014"/>
                  <a:pt x="2896982" y="2066038"/>
                  <a:pt x="2886845" y="2043950"/>
                </a:cubicBezTo>
                <a:cubicBezTo>
                  <a:pt x="2871915" y="2011287"/>
                  <a:pt x="2867664" y="1996015"/>
                  <a:pt x="2874090" y="1995960"/>
                </a:cubicBezTo>
                <a:lnTo>
                  <a:pt x="2874149" y="1995960"/>
                </a:lnTo>
                <a:cubicBezTo>
                  <a:pt x="2877148" y="1995975"/>
                  <a:pt x="2882425" y="1999239"/>
                  <a:pt x="2889979" y="2005532"/>
                </a:cubicBezTo>
                <a:cubicBezTo>
                  <a:pt x="2901370" y="2014958"/>
                  <a:pt x="2905912" y="2018128"/>
                  <a:pt x="2922489" y="2018128"/>
                </a:cubicBezTo>
                <a:lnTo>
                  <a:pt x="2922682" y="2018128"/>
                </a:lnTo>
                <a:cubicBezTo>
                  <a:pt x="2930103" y="2018118"/>
                  <a:pt x="2939921" y="2017480"/>
                  <a:pt x="2953807" y="2016491"/>
                </a:cubicBezTo>
                <a:cubicBezTo>
                  <a:pt x="2963874" y="2015853"/>
                  <a:pt x="2980065" y="2015534"/>
                  <a:pt x="2999312" y="2015506"/>
                </a:cubicBezTo>
                <a:cubicBezTo>
                  <a:pt x="3000248" y="2015505"/>
                  <a:pt x="3001191" y="2015504"/>
                  <a:pt x="3002141" y="2015504"/>
                </a:cubicBezTo>
                <a:cubicBezTo>
                  <a:pt x="3031181" y="2015504"/>
                  <a:pt x="3066642" y="2016144"/>
                  <a:pt x="3098448" y="2017332"/>
                </a:cubicBezTo>
                <a:lnTo>
                  <a:pt x="3196296" y="2020873"/>
                </a:lnTo>
                <a:lnTo>
                  <a:pt x="3194742" y="2048237"/>
                </a:lnTo>
                <a:cubicBezTo>
                  <a:pt x="3194233" y="2063499"/>
                  <a:pt x="3196392" y="2085072"/>
                  <a:pt x="3200130" y="2095589"/>
                </a:cubicBezTo>
                <a:cubicBezTo>
                  <a:pt x="3208139" y="2118726"/>
                  <a:pt x="3224656" y="2144481"/>
                  <a:pt x="3231572" y="2144481"/>
                </a:cubicBezTo>
                <a:lnTo>
                  <a:pt x="3231578" y="2144481"/>
                </a:lnTo>
                <a:cubicBezTo>
                  <a:pt x="3234243" y="2144481"/>
                  <a:pt x="3251802" y="2153926"/>
                  <a:pt x="3270959" y="2165999"/>
                </a:cubicBezTo>
                <a:cubicBezTo>
                  <a:pt x="3294447" y="2180378"/>
                  <a:pt x="3303761" y="2185030"/>
                  <a:pt x="3314598" y="2185030"/>
                </a:cubicBezTo>
                <a:lnTo>
                  <a:pt x="3314654" y="2185030"/>
                </a:lnTo>
                <a:cubicBezTo>
                  <a:pt x="3318043" y="2185025"/>
                  <a:pt x="3321583" y="2184565"/>
                  <a:pt x="3325756" y="2183808"/>
                </a:cubicBezTo>
                <a:cubicBezTo>
                  <a:pt x="3336920" y="2181688"/>
                  <a:pt x="3381051" y="2178993"/>
                  <a:pt x="3424653" y="2177350"/>
                </a:cubicBezTo>
                <a:lnTo>
                  <a:pt x="3502819" y="2175131"/>
                </a:lnTo>
                <a:lnTo>
                  <a:pt x="3502862" y="2204073"/>
                </a:lnTo>
                <a:cubicBezTo>
                  <a:pt x="3502875" y="2212921"/>
                  <a:pt x="3502992" y="2220040"/>
                  <a:pt x="3503913" y="2225766"/>
                </a:cubicBezTo>
                <a:lnTo>
                  <a:pt x="3677691" y="2225766"/>
                </a:lnTo>
                <a:cubicBezTo>
                  <a:pt x="3676997" y="2222630"/>
                  <a:pt x="3676155" y="2219304"/>
                  <a:pt x="3675174" y="2215924"/>
                </a:cubicBezTo>
                <a:cubicBezTo>
                  <a:pt x="3666287" y="2182270"/>
                  <a:pt x="3664784" y="2175854"/>
                  <a:pt x="3678870" y="2175834"/>
                </a:cubicBezTo>
                <a:lnTo>
                  <a:pt x="3678941" y="2175834"/>
                </a:lnTo>
                <a:cubicBezTo>
                  <a:pt x="3681793" y="2175834"/>
                  <a:pt x="3685281" y="2176093"/>
                  <a:pt x="3689473" y="2176438"/>
                </a:cubicBezTo>
                <a:cubicBezTo>
                  <a:pt x="3711276" y="2177985"/>
                  <a:pt x="3711811" y="2179036"/>
                  <a:pt x="3720356" y="2204282"/>
                </a:cubicBezTo>
                <a:cubicBezTo>
                  <a:pt x="3723185" y="2213023"/>
                  <a:pt x="3725321" y="2220080"/>
                  <a:pt x="3727449" y="2225766"/>
                </a:cubicBezTo>
                <a:lnTo>
                  <a:pt x="3895056" y="2225766"/>
                </a:lnTo>
                <a:lnTo>
                  <a:pt x="3895332" y="2221392"/>
                </a:lnTo>
                <a:cubicBezTo>
                  <a:pt x="3897416" y="2192974"/>
                  <a:pt x="3900072" y="2190338"/>
                  <a:pt x="3938872" y="2178180"/>
                </a:cubicBezTo>
                <a:cubicBezTo>
                  <a:pt x="3954817" y="2172894"/>
                  <a:pt x="3980859" y="2162860"/>
                  <a:pt x="3996268" y="2155995"/>
                </a:cubicBezTo>
                <a:cubicBezTo>
                  <a:pt x="4011679" y="2149133"/>
                  <a:pt x="4026560" y="2143323"/>
                  <a:pt x="4029750" y="2143317"/>
                </a:cubicBezTo>
                <a:cubicBezTo>
                  <a:pt x="4039855" y="2143302"/>
                  <a:pt x="4108879" y="2073743"/>
                  <a:pt x="4108864" y="2063745"/>
                </a:cubicBezTo>
                <a:cubicBezTo>
                  <a:pt x="4108856" y="2058482"/>
                  <a:pt x="4111506" y="2052691"/>
                  <a:pt x="4114163" y="2051109"/>
                </a:cubicBezTo>
                <a:cubicBezTo>
                  <a:pt x="4117350" y="2049526"/>
                  <a:pt x="4119467" y="2042155"/>
                  <a:pt x="4119457" y="2035315"/>
                </a:cubicBezTo>
                <a:cubicBezTo>
                  <a:pt x="4119447" y="2028474"/>
                  <a:pt x="4122094" y="2021103"/>
                  <a:pt x="4124750" y="2019520"/>
                </a:cubicBezTo>
                <a:cubicBezTo>
                  <a:pt x="4127938" y="2017411"/>
                  <a:pt x="4130008" y="1978995"/>
                  <a:pt x="4129924" y="1922165"/>
                </a:cubicBezTo>
                <a:cubicBezTo>
                  <a:pt x="4129839" y="1865335"/>
                  <a:pt x="4127654" y="1826924"/>
                  <a:pt x="4124460" y="1824825"/>
                </a:cubicBezTo>
                <a:cubicBezTo>
                  <a:pt x="4121800" y="1823249"/>
                  <a:pt x="4119106" y="1799574"/>
                  <a:pt x="4119066" y="1772738"/>
                </a:cubicBezTo>
                <a:cubicBezTo>
                  <a:pt x="4119027" y="1746429"/>
                  <a:pt x="4116864" y="1722226"/>
                  <a:pt x="4114201" y="1719599"/>
                </a:cubicBezTo>
                <a:cubicBezTo>
                  <a:pt x="4111537" y="1716445"/>
                  <a:pt x="4107784" y="1695403"/>
                  <a:pt x="4106685" y="1672251"/>
                </a:cubicBezTo>
                <a:cubicBezTo>
                  <a:pt x="4105056" y="1649100"/>
                  <a:pt x="4101284" y="1615953"/>
                  <a:pt x="4098068" y="1598593"/>
                </a:cubicBezTo>
                <a:cubicBezTo>
                  <a:pt x="4091635" y="1563347"/>
                  <a:pt x="4084124" y="1518630"/>
                  <a:pt x="4074996" y="1459183"/>
                </a:cubicBezTo>
                <a:cubicBezTo>
                  <a:pt x="4066941" y="1406574"/>
                  <a:pt x="4068928" y="1312377"/>
                  <a:pt x="4078459" y="1285006"/>
                </a:cubicBezTo>
                <a:cubicBezTo>
                  <a:pt x="4088522" y="1257628"/>
                  <a:pt x="4088952" y="1189221"/>
                  <a:pt x="4079900" y="1181340"/>
                </a:cubicBezTo>
                <a:cubicBezTo>
                  <a:pt x="4076173" y="1178189"/>
                  <a:pt x="4066064" y="1175046"/>
                  <a:pt x="4057024" y="1174006"/>
                </a:cubicBezTo>
                <a:cubicBezTo>
                  <a:pt x="4042133" y="1172449"/>
                  <a:pt x="4041067" y="1171398"/>
                  <a:pt x="4042100" y="1151401"/>
                </a:cubicBezTo>
                <a:cubicBezTo>
                  <a:pt x="4043147" y="1139823"/>
                  <a:pt x="4047370" y="1118769"/>
                  <a:pt x="4052665" y="1104027"/>
                </a:cubicBezTo>
                <a:cubicBezTo>
                  <a:pt x="4068017" y="1058224"/>
                  <a:pt x="4061043" y="1016138"/>
                  <a:pt x="4037105" y="1010386"/>
                </a:cubicBezTo>
                <a:cubicBezTo>
                  <a:pt x="4034843" y="1009779"/>
                  <a:pt x="4032122" y="1009496"/>
                  <a:pt x="4029065" y="1009496"/>
                </a:cubicBezTo>
                <a:lnTo>
                  <a:pt x="4028995" y="1009496"/>
                </a:lnTo>
                <a:cubicBezTo>
                  <a:pt x="4008312" y="1009527"/>
                  <a:pt x="3972304" y="1022459"/>
                  <a:pt x="3958442" y="1035757"/>
                </a:cubicBezTo>
                <a:cubicBezTo>
                  <a:pt x="3950857" y="1042843"/>
                  <a:pt x="3943643" y="1047328"/>
                  <a:pt x="3940268" y="1047333"/>
                </a:cubicBezTo>
                <a:lnTo>
                  <a:pt x="3940264" y="1047333"/>
                </a:lnTo>
                <a:cubicBezTo>
                  <a:pt x="3939624" y="1047333"/>
                  <a:pt x="3939124" y="1047172"/>
                  <a:pt x="3938784" y="1046837"/>
                </a:cubicBezTo>
                <a:cubicBezTo>
                  <a:pt x="3936654" y="1044735"/>
                  <a:pt x="3935566" y="1028424"/>
                  <a:pt x="3936071" y="1010532"/>
                </a:cubicBezTo>
                <a:cubicBezTo>
                  <a:pt x="3937088" y="978958"/>
                  <a:pt x="3918322" y="875323"/>
                  <a:pt x="3904978" y="841136"/>
                </a:cubicBezTo>
                <a:cubicBezTo>
                  <a:pt x="3896971" y="820099"/>
                  <a:pt x="3869787" y="778042"/>
                  <a:pt x="3847947" y="752290"/>
                </a:cubicBezTo>
                <a:cubicBezTo>
                  <a:pt x="3838358" y="740729"/>
                  <a:pt x="3830364" y="729163"/>
                  <a:pt x="3830361" y="726532"/>
                </a:cubicBezTo>
                <a:cubicBezTo>
                  <a:pt x="3830337" y="710746"/>
                  <a:pt x="3754172" y="627717"/>
                  <a:pt x="3716380" y="602517"/>
                </a:cubicBezTo>
                <a:cubicBezTo>
                  <a:pt x="3710525" y="598315"/>
                  <a:pt x="3704135" y="593063"/>
                  <a:pt x="3702537" y="591487"/>
                </a:cubicBezTo>
                <a:cubicBezTo>
                  <a:pt x="3700940" y="589911"/>
                  <a:pt x="3691356" y="582031"/>
                  <a:pt x="3680708" y="574154"/>
                </a:cubicBezTo>
                <a:cubicBezTo>
                  <a:pt x="3665804" y="563126"/>
                  <a:pt x="3660474" y="554714"/>
                  <a:pt x="3657790" y="538932"/>
                </a:cubicBezTo>
                <a:cubicBezTo>
                  <a:pt x="3656178" y="527357"/>
                  <a:pt x="3647645" y="510532"/>
                  <a:pt x="3639655" y="501072"/>
                </a:cubicBezTo>
                <a:cubicBezTo>
                  <a:pt x="3630787" y="490905"/>
                  <a:pt x="3623212" y="480949"/>
                  <a:pt x="3617560" y="472305"/>
                </a:cubicBezTo>
                <a:lnTo>
                  <a:pt x="3617493" y="472305"/>
                </a:lnTo>
                <a:cubicBezTo>
                  <a:pt x="3611331" y="455837"/>
                  <a:pt x="3610187" y="452643"/>
                  <a:pt x="3607170" y="443804"/>
                </a:cubicBezTo>
                <a:cubicBezTo>
                  <a:pt x="3605495" y="438898"/>
                  <a:pt x="3603601" y="433399"/>
                  <a:pt x="3602957" y="431667"/>
                </a:cubicBezTo>
                <a:cubicBezTo>
                  <a:pt x="3599595" y="422054"/>
                  <a:pt x="3593892" y="402481"/>
                  <a:pt x="3590944" y="390488"/>
                </a:cubicBezTo>
                <a:cubicBezTo>
                  <a:pt x="3587089" y="374465"/>
                  <a:pt x="3587316" y="363756"/>
                  <a:pt x="3591869" y="347257"/>
                </a:cubicBezTo>
                <a:cubicBezTo>
                  <a:pt x="3595006" y="335779"/>
                  <a:pt x="3597671" y="328849"/>
                  <a:pt x="3606957" y="307604"/>
                </a:cubicBezTo>
                <a:cubicBezTo>
                  <a:pt x="3620224" y="277363"/>
                  <a:pt x="3621820" y="272255"/>
                  <a:pt x="3624973" y="250991"/>
                </a:cubicBezTo>
                <a:cubicBezTo>
                  <a:pt x="3630259" y="215465"/>
                  <a:pt x="3629161" y="182121"/>
                  <a:pt x="3621784" y="150989"/>
                </a:cubicBezTo>
                <a:cubicBezTo>
                  <a:pt x="3613666" y="116918"/>
                  <a:pt x="3597613" y="86657"/>
                  <a:pt x="3574989" y="62822"/>
                </a:cubicBezTo>
                <a:cubicBezTo>
                  <a:pt x="3536246" y="22010"/>
                  <a:pt x="3479529" y="1"/>
                  <a:pt x="3412823" y="1"/>
                </a:cubicBezTo>
                <a:lnTo>
                  <a:pt x="3412560" y="1"/>
                </a:lnTo>
                <a:cubicBezTo>
                  <a:pt x="3412289" y="0"/>
                  <a:pt x="3412020" y="0"/>
                  <a:pt x="3411752" y="0"/>
                </a:cubicBezTo>
                <a:close/>
              </a:path>
            </a:pathLst>
          </a:custGeom>
          <a:solidFill>
            <a:srgbClr val="000000"/>
          </a:solidFill>
          <a:ln w="7382" cap="flat">
            <a:noFill/>
            <a:prstDash val="solid"/>
            <a:miter/>
          </a:ln>
        </p:spPr>
        <p:txBody>
          <a:bodyPr/>
          <a:lstStyle/>
          <a:p>
            <a:endParaRPr lang="en-AU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A13765D-9859-D2DD-867E-2CA182C0856F}"/>
              </a:ext>
            </a:extLst>
          </p:cNvPr>
          <p:cNvSpPr txBox="1"/>
          <p:nvPr/>
        </p:nvSpPr>
        <p:spPr>
          <a:xfrm>
            <a:off x="723998" y="5840821"/>
            <a:ext cx="430387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/>
              <a:t>Credit: </a:t>
            </a:r>
            <a:r>
              <a:rPr lang="en-AU" sz="1000" dirty="0" err="1"/>
              <a:t>Mohamed_hassan@pixabay</a:t>
            </a:r>
            <a:endParaRPr lang="en-AU" sz="1000" dirty="0"/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DB5018E0-AA36-15DE-AD76-AF7352DD6096}"/>
              </a:ext>
            </a:extLst>
          </p:cNvPr>
          <p:cNvSpPr/>
          <p:nvPr/>
        </p:nvSpPr>
        <p:spPr>
          <a:xfrm>
            <a:off x="6564619" y="1968386"/>
            <a:ext cx="38100" cy="13335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9525" cap="flat">
            <a:noFill/>
            <a:prstDash val="solid"/>
            <a:miter/>
          </a:ln>
        </p:spPr>
        <p:txBody>
          <a:bodyPr/>
          <a:lstStyle/>
          <a:p>
            <a:endParaRPr lang="en-AU"/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888F52C6-4E81-FB3E-CF03-B9874FEA8EB2}"/>
              </a:ext>
            </a:extLst>
          </p:cNvPr>
          <p:cNvSpPr/>
          <p:nvPr/>
        </p:nvSpPr>
        <p:spPr>
          <a:xfrm>
            <a:off x="6621769" y="1920761"/>
            <a:ext cx="38100" cy="18097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9525" cap="flat">
            <a:noFill/>
            <a:prstDash val="solid"/>
            <a:miter/>
          </a:ln>
        </p:spPr>
        <p:txBody>
          <a:bodyPr/>
          <a:lstStyle/>
          <a:p>
            <a:endParaRPr lang="en-AU"/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3CFA3A53-05BD-4C5D-AFC8-CC256DAA832F}"/>
              </a:ext>
            </a:extLst>
          </p:cNvPr>
          <p:cNvSpPr/>
          <p:nvPr/>
        </p:nvSpPr>
        <p:spPr>
          <a:xfrm>
            <a:off x="6678919" y="2006486"/>
            <a:ext cx="38100" cy="9525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9525" cap="flat">
            <a:noFill/>
            <a:prstDash val="solid"/>
            <a:miter/>
          </a:ln>
        </p:spPr>
        <p:txBody>
          <a:bodyPr/>
          <a:lstStyle/>
          <a:p>
            <a:endParaRPr lang="en-AU"/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1C21A098-F626-889D-AE3C-0EDAA3E3A857}"/>
              </a:ext>
            </a:extLst>
          </p:cNvPr>
          <p:cNvSpPr/>
          <p:nvPr/>
        </p:nvSpPr>
        <p:spPr>
          <a:xfrm>
            <a:off x="6736069" y="1949336"/>
            <a:ext cx="38100" cy="1524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9525" cap="flat">
            <a:noFill/>
            <a:prstDash val="solid"/>
            <a:miter/>
          </a:ln>
        </p:spPr>
        <p:txBody>
          <a:bodyPr/>
          <a:lstStyle/>
          <a:p>
            <a:endParaRPr lang="en-AU"/>
          </a:p>
        </p:txBody>
      </p:sp>
      <p:sp>
        <p:nvSpPr>
          <p:cNvPr id="93" name="Oval 92">
            <a:extLst>
              <a:ext uri="{FF2B5EF4-FFF2-40B4-BE49-F238E27FC236}">
                <a16:creationId xmlns:a16="http://schemas.microsoft.com/office/drawing/2014/main" id="{04CC067E-B50D-729C-898D-8C810DAA9279}"/>
              </a:ext>
            </a:extLst>
          </p:cNvPr>
          <p:cNvSpPr/>
          <p:nvPr/>
        </p:nvSpPr>
        <p:spPr>
          <a:xfrm>
            <a:off x="6172585" y="1478373"/>
            <a:ext cx="47625" cy="47625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 w="9525" cap="flat">
            <a:noFill/>
            <a:prstDash val="solid"/>
            <a:miter/>
          </a:ln>
        </p:spPr>
        <p:txBody>
          <a:bodyPr/>
          <a:lstStyle/>
          <a:p>
            <a:endParaRPr lang="en-AU"/>
          </a:p>
        </p:txBody>
      </p:sp>
      <p:sp>
        <p:nvSpPr>
          <p:cNvPr id="94" name="Oval 93">
            <a:extLst>
              <a:ext uri="{FF2B5EF4-FFF2-40B4-BE49-F238E27FC236}">
                <a16:creationId xmlns:a16="http://schemas.microsoft.com/office/drawing/2014/main" id="{D93EA252-8918-CF3A-73AB-BF678856F61F}"/>
              </a:ext>
            </a:extLst>
          </p:cNvPr>
          <p:cNvSpPr/>
          <p:nvPr/>
        </p:nvSpPr>
        <p:spPr>
          <a:xfrm>
            <a:off x="6253548" y="1578386"/>
            <a:ext cx="38100" cy="38100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 w="9525" cap="flat">
            <a:noFill/>
            <a:prstDash val="solid"/>
            <a:miter/>
          </a:ln>
        </p:spPr>
        <p:txBody>
          <a:bodyPr/>
          <a:lstStyle/>
          <a:p>
            <a:endParaRPr lang="en-AU"/>
          </a:p>
        </p:txBody>
      </p:sp>
      <p:grpSp>
        <p:nvGrpSpPr>
          <p:cNvPr id="95" name="Graphic 63">
            <a:extLst>
              <a:ext uri="{FF2B5EF4-FFF2-40B4-BE49-F238E27FC236}">
                <a16:creationId xmlns:a16="http://schemas.microsoft.com/office/drawing/2014/main" id="{0D29AD75-277E-EECB-A8E2-80975020DF49}"/>
              </a:ext>
            </a:extLst>
          </p:cNvPr>
          <p:cNvGrpSpPr/>
          <p:nvPr/>
        </p:nvGrpSpPr>
        <p:grpSpPr>
          <a:xfrm>
            <a:off x="7235656" y="2043495"/>
            <a:ext cx="209550" cy="209550"/>
            <a:chOff x="7510664" y="3989614"/>
            <a:chExt cx="209550" cy="209550"/>
          </a:xfrm>
          <a:solidFill>
            <a:srgbClr val="C00000"/>
          </a:solidFill>
        </p:grpSpPr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4297DD9A-3404-0D95-E83D-D17A0B8E546A}"/>
                </a:ext>
              </a:extLst>
            </p:cNvPr>
            <p:cNvSpPr/>
            <p:nvPr/>
          </p:nvSpPr>
          <p:spPr>
            <a:xfrm>
              <a:off x="7510664" y="4199164"/>
              <a:ext cx="209550" cy="9525"/>
            </a:xfrm>
            <a:custGeom>
              <a:avLst/>
              <a:gdLst>
                <a:gd name="csX0" fmla="*/ 305 w 209550"/>
                <a:gd name="csY0" fmla="*/ 290 h 9525"/>
                <a:gd name="csX1" fmla="*/ 209855 w 209550"/>
                <a:gd name="csY1" fmla="*/ 290 h 952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209550" h="9525">
                  <a:moveTo>
                    <a:pt x="305" y="290"/>
                  </a:moveTo>
                  <a:lnTo>
                    <a:pt x="209855" y="290"/>
                  </a:lnTo>
                </a:path>
              </a:pathLst>
            </a:custGeom>
            <a:grpFill/>
            <a:ln w="11430" cap="flat">
              <a:noFill/>
              <a:prstDash val="solid"/>
              <a:miter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BE66C4CC-50DC-94C9-D36C-8C6658D399F3}"/>
                </a:ext>
              </a:extLst>
            </p:cNvPr>
            <p:cNvSpPr/>
            <p:nvPr/>
          </p:nvSpPr>
          <p:spPr>
            <a:xfrm>
              <a:off x="7510664" y="3989614"/>
              <a:ext cx="9525" cy="209550"/>
            </a:xfrm>
            <a:custGeom>
              <a:avLst/>
              <a:gdLst>
                <a:gd name="csX0" fmla="*/ 305 w 9525"/>
                <a:gd name="csY0" fmla="*/ 209840 h 209550"/>
                <a:gd name="csX1" fmla="*/ 305 w 9525"/>
                <a:gd name="csY1" fmla="*/ 290 h 20955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9525" h="209550">
                  <a:moveTo>
                    <a:pt x="305" y="209840"/>
                  </a:moveTo>
                  <a:lnTo>
                    <a:pt x="305" y="290"/>
                  </a:lnTo>
                </a:path>
              </a:pathLst>
            </a:custGeom>
            <a:grpFill/>
            <a:ln w="11430" cap="flat">
              <a:noFill/>
              <a:prstDash val="solid"/>
              <a:miter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98" name="Oval 97">
              <a:extLst>
                <a:ext uri="{FF2B5EF4-FFF2-40B4-BE49-F238E27FC236}">
                  <a16:creationId xmlns:a16="http://schemas.microsoft.com/office/drawing/2014/main" id="{E86E5BA8-9CBB-D1B4-1887-9F3E653FEACE}"/>
                </a:ext>
              </a:extLst>
            </p:cNvPr>
            <p:cNvSpPr/>
            <p:nvPr/>
          </p:nvSpPr>
          <p:spPr>
            <a:xfrm>
              <a:off x="7539239" y="4132489"/>
              <a:ext cx="38100" cy="38100"/>
            </a:xfrm>
            <a:prstGeom prst="ellipse">
              <a:avLst/>
            </a:prstGeom>
            <a:grpFill/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99" name="Oval 98">
              <a:extLst>
                <a:ext uri="{FF2B5EF4-FFF2-40B4-BE49-F238E27FC236}">
                  <a16:creationId xmlns:a16="http://schemas.microsoft.com/office/drawing/2014/main" id="{0F739E84-3865-FEAA-EC4E-BF6DE1433996}"/>
                </a:ext>
              </a:extLst>
            </p:cNvPr>
            <p:cNvSpPr/>
            <p:nvPr/>
          </p:nvSpPr>
          <p:spPr>
            <a:xfrm>
              <a:off x="7586864" y="4046764"/>
              <a:ext cx="38100" cy="38100"/>
            </a:xfrm>
            <a:prstGeom prst="ellipse">
              <a:avLst/>
            </a:prstGeom>
            <a:grpFill/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100" name="Oval 99">
              <a:extLst>
                <a:ext uri="{FF2B5EF4-FFF2-40B4-BE49-F238E27FC236}">
                  <a16:creationId xmlns:a16="http://schemas.microsoft.com/office/drawing/2014/main" id="{52895D7A-BAC8-069B-0705-4DDAEE690C08}"/>
                </a:ext>
              </a:extLst>
            </p:cNvPr>
            <p:cNvSpPr/>
            <p:nvPr/>
          </p:nvSpPr>
          <p:spPr>
            <a:xfrm>
              <a:off x="7644014" y="4094389"/>
              <a:ext cx="38100" cy="38100"/>
            </a:xfrm>
            <a:prstGeom prst="ellipse">
              <a:avLst/>
            </a:prstGeom>
            <a:grpFill/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101" name="Oval 100">
              <a:extLst>
                <a:ext uri="{FF2B5EF4-FFF2-40B4-BE49-F238E27FC236}">
                  <a16:creationId xmlns:a16="http://schemas.microsoft.com/office/drawing/2014/main" id="{19AB8757-670E-0EEA-04D1-3267AFF3D497}"/>
                </a:ext>
              </a:extLst>
            </p:cNvPr>
            <p:cNvSpPr/>
            <p:nvPr/>
          </p:nvSpPr>
          <p:spPr>
            <a:xfrm>
              <a:off x="7663064" y="4008664"/>
              <a:ext cx="38100" cy="38100"/>
            </a:xfrm>
            <a:prstGeom prst="ellipse">
              <a:avLst/>
            </a:prstGeom>
            <a:grpFill/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en-AU"/>
            </a:p>
          </p:txBody>
        </p:sp>
      </p:grpSp>
      <p:sp>
        <p:nvSpPr>
          <p:cNvPr id="102" name="Rectangle 101">
            <a:extLst>
              <a:ext uri="{FF2B5EF4-FFF2-40B4-BE49-F238E27FC236}">
                <a16:creationId xmlns:a16="http://schemas.microsoft.com/office/drawing/2014/main" id="{AED55852-12B1-638A-BDF1-FFE68766372A}"/>
              </a:ext>
            </a:extLst>
          </p:cNvPr>
          <p:cNvSpPr/>
          <p:nvPr/>
        </p:nvSpPr>
        <p:spPr>
          <a:xfrm>
            <a:off x="7502569" y="1617126"/>
            <a:ext cx="28575" cy="11430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9525" cap="flat">
            <a:noFill/>
            <a:prstDash val="solid"/>
            <a:miter/>
          </a:ln>
        </p:spPr>
        <p:txBody>
          <a:bodyPr/>
          <a:lstStyle/>
          <a:p>
            <a:endParaRPr lang="en-AU"/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9295FC31-A080-FB38-4408-CEA5C2145439}"/>
              </a:ext>
            </a:extLst>
          </p:cNvPr>
          <p:cNvSpPr/>
          <p:nvPr/>
        </p:nvSpPr>
        <p:spPr>
          <a:xfrm>
            <a:off x="7569244" y="1540926"/>
            <a:ext cx="28575" cy="19050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9525" cap="flat">
            <a:noFill/>
            <a:prstDash val="solid"/>
            <a:miter/>
          </a:ln>
        </p:spPr>
        <p:txBody>
          <a:bodyPr/>
          <a:lstStyle/>
          <a:p>
            <a:endParaRPr lang="en-AU"/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86BB54A4-6DEA-E556-17F2-F19EBB5A0E4D}"/>
              </a:ext>
            </a:extLst>
          </p:cNvPr>
          <p:cNvSpPr/>
          <p:nvPr/>
        </p:nvSpPr>
        <p:spPr>
          <a:xfrm>
            <a:off x="7635919" y="1598076"/>
            <a:ext cx="28575" cy="13335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9525" cap="flat">
            <a:noFill/>
            <a:prstDash val="solid"/>
            <a:miter/>
          </a:ln>
        </p:spPr>
        <p:txBody>
          <a:bodyPr/>
          <a:lstStyle/>
          <a:p>
            <a:endParaRPr lang="en-AU"/>
          </a:p>
        </p:txBody>
      </p:sp>
      <p:sp>
        <p:nvSpPr>
          <p:cNvPr id="105" name="Freeform: Shape 104">
            <a:extLst>
              <a:ext uri="{FF2B5EF4-FFF2-40B4-BE49-F238E27FC236}">
                <a16:creationId xmlns:a16="http://schemas.microsoft.com/office/drawing/2014/main" id="{AD923881-53CB-9FF6-D3A3-312090BE127B}"/>
              </a:ext>
            </a:extLst>
          </p:cNvPr>
          <p:cNvSpPr/>
          <p:nvPr/>
        </p:nvSpPr>
        <p:spPr>
          <a:xfrm>
            <a:off x="7631382" y="1988623"/>
            <a:ext cx="476250" cy="266700"/>
          </a:xfrm>
          <a:custGeom>
            <a:avLst/>
            <a:gdLst>
              <a:gd name="csX0" fmla="*/ 0 w 476250"/>
              <a:gd name="csY0" fmla="*/ 266700 h 266700"/>
              <a:gd name="csX1" fmla="*/ 95250 w 476250"/>
              <a:gd name="csY1" fmla="*/ 219075 h 266700"/>
              <a:gd name="csX2" fmla="*/ 190500 w 476250"/>
              <a:gd name="csY2" fmla="*/ 180975 h 266700"/>
              <a:gd name="csX3" fmla="*/ 285750 w 476250"/>
              <a:gd name="csY3" fmla="*/ 123825 h 266700"/>
              <a:gd name="csX4" fmla="*/ 381000 w 476250"/>
              <a:gd name="csY4" fmla="*/ 57150 h 266700"/>
              <a:gd name="csX5" fmla="*/ 476250 w 476250"/>
              <a:gd name="csY5" fmla="*/ 0 h 2667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476250" h="266700">
                <a:moveTo>
                  <a:pt x="0" y="266700"/>
                </a:moveTo>
                <a:lnTo>
                  <a:pt x="95250" y="219075"/>
                </a:lnTo>
                <a:lnTo>
                  <a:pt x="190500" y="180975"/>
                </a:lnTo>
                <a:lnTo>
                  <a:pt x="285750" y="123825"/>
                </a:lnTo>
                <a:lnTo>
                  <a:pt x="381000" y="57150"/>
                </a:lnTo>
                <a:lnTo>
                  <a:pt x="476250" y="0"/>
                </a:lnTo>
              </a:path>
            </a:pathLst>
          </a:custGeom>
          <a:solidFill>
            <a:srgbClr val="00B0F0"/>
          </a:solidFill>
          <a:ln w="14288" cap="flat">
            <a:noFill/>
            <a:prstDash val="solid"/>
            <a:miter/>
          </a:ln>
        </p:spPr>
        <p:txBody>
          <a:bodyPr/>
          <a:lstStyle/>
          <a:p>
            <a:endParaRPr lang="en-AU"/>
          </a:p>
        </p:txBody>
      </p:sp>
      <p:sp>
        <p:nvSpPr>
          <p:cNvPr id="106" name="Oval 105">
            <a:extLst>
              <a:ext uri="{FF2B5EF4-FFF2-40B4-BE49-F238E27FC236}">
                <a16:creationId xmlns:a16="http://schemas.microsoft.com/office/drawing/2014/main" id="{3095D44C-CC74-A37A-60B4-95034F1F9529}"/>
              </a:ext>
            </a:extLst>
          </p:cNvPr>
          <p:cNvSpPr/>
          <p:nvPr/>
        </p:nvSpPr>
        <p:spPr>
          <a:xfrm>
            <a:off x="7696879" y="1420911"/>
            <a:ext cx="30480" cy="30480"/>
          </a:xfrm>
          <a:prstGeom prst="ellipse">
            <a:avLst/>
          </a:prstGeom>
          <a:solidFill>
            <a:schemeClr val="accent3">
              <a:lumMod val="40000"/>
              <a:lumOff val="60000"/>
            </a:schemeClr>
          </a:solidFill>
          <a:ln w="9525" cap="flat">
            <a:noFill/>
            <a:prstDash val="solid"/>
            <a:miter/>
          </a:ln>
        </p:spPr>
        <p:txBody>
          <a:bodyPr/>
          <a:lstStyle/>
          <a:p>
            <a:endParaRPr lang="en-AU"/>
          </a:p>
        </p:txBody>
      </p:sp>
      <p:sp>
        <p:nvSpPr>
          <p:cNvPr id="107" name="Oval 106">
            <a:extLst>
              <a:ext uri="{FF2B5EF4-FFF2-40B4-BE49-F238E27FC236}">
                <a16:creationId xmlns:a16="http://schemas.microsoft.com/office/drawing/2014/main" id="{1E769D97-3B7A-8693-7D9E-BF2FE82CCE01}"/>
              </a:ext>
            </a:extLst>
          </p:cNvPr>
          <p:cNvSpPr/>
          <p:nvPr/>
        </p:nvSpPr>
        <p:spPr>
          <a:xfrm>
            <a:off x="7711392" y="2192458"/>
            <a:ext cx="30480" cy="30480"/>
          </a:xfrm>
          <a:prstGeom prst="ellipse">
            <a:avLst/>
          </a:prstGeom>
          <a:solidFill>
            <a:srgbClr val="00B0F0"/>
          </a:solidFill>
          <a:ln w="9525" cap="flat">
            <a:noFill/>
            <a:prstDash val="solid"/>
            <a:miter/>
          </a:ln>
        </p:spPr>
        <p:txBody>
          <a:bodyPr/>
          <a:lstStyle/>
          <a:p>
            <a:endParaRPr lang="en-AU"/>
          </a:p>
        </p:txBody>
      </p:sp>
      <p:sp>
        <p:nvSpPr>
          <p:cNvPr id="108" name="Oval 107">
            <a:extLst>
              <a:ext uri="{FF2B5EF4-FFF2-40B4-BE49-F238E27FC236}">
                <a16:creationId xmlns:a16="http://schemas.microsoft.com/office/drawing/2014/main" id="{FA3DD63D-C761-0894-DCA5-CBDF66F7DDA7}"/>
              </a:ext>
            </a:extLst>
          </p:cNvPr>
          <p:cNvSpPr/>
          <p:nvPr/>
        </p:nvSpPr>
        <p:spPr>
          <a:xfrm>
            <a:off x="7806642" y="2154358"/>
            <a:ext cx="30480" cy="30480"/>
          </a:xfrm>
          <a:prstGeom prst="ellipse">
            <a:avLst/>
          </a:prstGeom>
          <a:solidFill>
            <a:srgbClr val="00B0F0"/>
          </a:solidFill>
          <a:ln w="9525" cap="flat">
            <a:noFill/>
            <a:prstDash val="solid"/>
            <a:miter/>
          </a:ln>
        </p:spPr>
        <p:txBody>
          <a:bodyPr/>
          <a:lstStyle/>
          <a:p>
            <a:endParaRPr lang="en-AU"/>
          </a:p>
        </p:txBody>
      </p:sp>
      <p:sp>
        <p:nvSpPr>
          <p:cNvPr id="109" name="Oval 108">
            <a:extLst>
              <a:ext uri="{FF2B5EF4-FFF2-40B4-BE49-F238E27FC236}">
                <a16:creationId xmlns:a16="http://schemas.microsoft.com/office/drawing/2014/main" id="{4365BFFF-18F7-6DC2-96D9-791400C345C9}"/>
              </a:ext>
            </a:extLst>
          </p:cNvPr>
          <p:cNvSpPr/>
          <p:nvPr/>
        </p:nvSpPr>
        <p:spPr>
          <a:xfrm>
            <a:off x="7901892" y="2097208"/>
            <a:ext cx="30480" cy="30479"/>
          </a:xfrm>
          <a:prstGeom prst="ellipse">
            <a:avLst/>
          </a:prstGeom>
          <a:solidFill>
            <a:srgbClr val="00B0F0"/>
          </a:solidFill>
          <a:ln w="9525" cap="flat">
            <a:noFill/>
            <a:prstDash val="solid"/>
            <a:miter/>
          </a:ln>
        </p:spPr>
        <p:txBody>
          <a:bodyPr/>
          <a:lstStyle/>
          <a:p>
            <a:endParaRPr lang="en-AU"/>
          </a:p>
        </p:txBody>
      </p:sp>
      <p:sp>
        <p:nvSpPr>
          <p:cNvPr id="110" name="Oval 109">
            <a:extLst>
              <a:ext uri="{FF2B5EF4-FFF2-40B4-BE49-F238E27FC236}">
                <a16:creationId xmlns:a16="http://schemas.microsoft.com/office/drawing/2014/main" id="{CB1EDC5B-0006-E640-B8F7-04870F880F50}"/>
              </a:ext>
            </a:extLst>
          </p:cNvPr>
          <p:cNvSpPr/>
          <p:nvPr/>
        </p:nvSpPr>
        <p:spPr>
          <a:xfrm>
            <a:off x="7997142" y="2030533"/>
            <a:ext cx="30480" cy="30479"/>
          </a:xfrm>
          <a:prstGeom prst="ellipse">
            <a:avLst/>
          </a:prstGeom>
          <a:solidFill>
            <a:srgbClr val="00B0F0"/>
          </a:solidFill>
          <a:ln w="9525" cap="flat">
            <a:noFill/>
            <a:prstDash val="solid"/>
            <a:miter/>
          </a:ln>
        </p:spPr>
        <p:txBody>
          <a:bodyPr/>
          <a:lstStyle/>
          <a:p>
            <a:endParaRPr lang="en-AU"/>
          </a:p>
        </p:txBody>
      </p:sp>
      <p:sp>
        <p:nvSpPr>
          <p:cNvPr id="111" name="Oval 110">
            <a:extLst>
              <a:ext uri="{FF2B5EF4-FFF2-40B4-BE49-F238E27FC236}">
                <a16:creationId xmlns:a16="http://schemas.microsoft.com/office/drawing/2014/main" id="{CF2EB940-39AC-5EF8-1698-CB773FFC6C2E}"/>
              </a:ext>
            </a:extLst>
          </p:cNvPr>
          <p:cNvSpPr/>
          <p:nvPr/>
        </p:nvSpPr>
        <p:spPr>
          <a:xfrm>
            <a:off x="8092392" y="1973383"/>
            <a:ext cx="30480" cy="30479"/>
          </a:xfrm>
          <a:prstGeom prst="ellipse">
            <a:avLst/>
          </a:prstGeom>
          <a:solidFill>
            <a:srgbClr val="00B0F0"/>
          </a:solidFill>
          <a:ln w="9525" cap="flat">
            <a:noFill/>
            <a:prstDash val="solid"/>
            <a:miter/>
          </a:ln>
        </p:spPr>
        <p:txBody>
          <a:bodyPr/>
          <a:lstStyle/>
          <a:p>
            <a:endParaRPr lang="en-AU"/>
          </a:p>
        </p:txBody>
      </p:sp>
      <p:grpSp>
        <p:nvGrpSpPr>
          <p:cNvPr id="112" name="Graphic 63">
            <a:extLst>
              <a:ext uri="{FF2B5EF4-FFF2-40B4-BE49-F238E27FC236}">
                <a16:creationId xmlns:a16="http://schemas.microsoft.com/office/drawing/2014/main" id="{5D0818A2-7CCE-5571-E7D1-0ADDB5216C73}"/>
              </a:ext>
            </a:extLst>
          </p:cNvPr>
          <p:cNvGrpSpPr/>
          <p:nvPr/>
        </p:nvGrpSpPr>
        <p:grpSpPr>
          <a:xfrm>
            <a:off x="7125710" y="1634953"/>
            <a:ext cx="95250" cy="209550"/>
            <a:chOff x="8177414" y="4151539"/>
            <a:chExt cx="95250" cy="209550"/>
          </a:xfrm>
          <a:solidFill>
            <a:srgbClr val="FFFFFF"/>
          </a:solidFill>
        </p:grpSpPr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463FBF7F-8901-2459-39E4-AB4F1E62FFD2}"/>
                </a:ext>
              </a:extLst>
            </p:cNvPr>
            <p:cNvSpPr/>
            <p:nvPr/>
          </p:nvSpPr>
          <p:spPr>
            <a:xfrm>
              <a:off x="8225039" y="4151539"/>
              <a:ext cx="9525" cy="209550"/>
            </a:xfrm>
            <a:custGeom>
              <a:avLst/>
              <a:gdLst>
                <a:gd name="csX0" fmla="*/ 380 w 9525"/>
                <a:gd name="csY0" fmla="*/ 285 h 209550"/>
                <a:gd name="csX1" fmla="*/ 380 w 9525"/>
                <a:gd name="csY1" fmla="*/ 209835 h 20955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9525" h="209550">
                  <a:moveTo>
                    <a:pt x="380" y="285"/>
                  </a:moveTo>
                  <a:lnTo>
                    <a:pt x="380" y="209835"/>
                  </a:lnTo>
                </a:path>
              </a:pathLst>
            </a:custGeom>
            <a:ln w="9525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2A7A3804-7FD1-982A-F18A-D67C29D42A85}"/>
                </a:ext>
              </a:extLst>
            </p:cNvPr>
            <p:cNvSpPr/>
            <p:nvPr/>
          </p:nvSpPr>
          <p:spPr>
            <a:xfrm>
              <a:off x="8186939" y="4151539"/>
              <a:ext cx="76200" cy="9525"/>
            </a:xfrm>
            <a:custGeom>
              <a:avLst/>
              <a:gdLst>
                <a:gd name="csX0" fmla="*/ 380 w 76200"/>
                <a:gd name="csY0" fmla="*/ 285 h 9525"/>
                <a:gd name="csX1" fmla="*/ 76580 w 76200"/>
                <a:gd name="csY1" fmla="*/ 285 h 952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76200" h="9525">
                  <a:moveTo>
                    <a:pt x="380" y="285"/>
                  </a:moveTo>
                  <a:lnTo>
                    <a:pt x="76580" y="285"/>
                  </a:lnTo>
                </a:path>
              </a:pathLst>
            </a:custGeom>
            <a:ln w="9525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7E1ED069-CF38-CC52-90E5-5E885A964F33}"/>
                </a:ext>
              </a:extLst>
            </p:cNvPr>
            <p:cNvSpPr/>
            <p:nvPr/>
          </p:nvSpPr>
          <p:spPr>
            <a:xfrm>
              <a:off x="8186939" y="4361089"/>
              <a:ext cx="76200" cy="9525"/>
            </a:xfrm>
            <a:custGeom>
              <a:avLst/>
              <a:gdLst>
                <a:gd name="csX0" fmla="*/ 380 w 76200"/>
                <a:gd name="csY0" fmla="*/ 285 h 9525"/>
                <a:gd name="csX1" fmla="*/ 76580 w 76200"/>
                <a:gd name="csY1" fmla="*/ 285 h 952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76200" h="9525">
                  <a:moveTo>
                    <a:pt x="380" y="285"/>
                  </a:moveTo>
                  <a:lnTo>
                    <a:pt x="76580" y="285"/>
                  </a:lnTo>
                </a:path>
              </a:pathLst>
            </a:custGeom>
            <a:ln w="9525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116" name="Rectangle 115">
              <a:extLst>
                <a:ext uri="{FF2B5EF4-FFF2-40B4-BE49-F238E27FC236}">
                  <a16:creationId xmlns:a16="http://schemas.microsoft.com/office/drawing/2014/main" id="{068C1BDA-F705-B1AD-C292-0DD4B2C97289}"/>
                </a:ext>
              </a:extLst>
            </p:cNvPr>
            <p:cNvSpPr/>
            <p:nvPr/>
          </p:nvSpPr>
          <p:spPr>
            <a:xfrm>
              <a:off x="8177414" y="4208689"/>
              <a:ext cx="95250" cy="104775"/>
            </a:xfrm>
            <a:prstGeom prst="rect">
              <a:avLst/>
            </a:pr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CFF96BD1-8C91-2111-47F1-8437A37CA532}"/>
                </a:ext>
              </a:extLst>
            </p:cNvPr>
            <p:cNvSpPr/>
            <p:nvPr/>
          </p:nvSpPr>
          <p:spPr>
            <a:xfrm>
              <a:off x="8177414" y="4256314"/>
              <a:ext cx="95250" cy="9525"/>
            </a:xfrm>
            <a:custGeom>
              <a:avLst/>
              <a:gdLst>
                <a:gd name="csX0" fmla="*/ 380 w 95250"/>
                <a:gd name="csY0" fmla="*/ 285 h 9525"/>
                <a:gd name="csX1" fmla="*/ 95630 w 95250"/>
                <a:gd name="csY1" fmla="*/ 285 h 952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95250" h="9525">
                  <a:moveTo>
                    <a:pt x="380" y="285"/>
                  </a:moveTo>
                  <a:lnTo>
                    <a:pt x="95630" y="285"/>
                  </a:lnTo>
                </a:path>
              </a:pathLst>
            </a:custGeom>
            <a:ln w="9525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118" name="Graphic 63">
            <a:extLst>
              <a:ext uri="{FF2B5EF4-FFF2-40B4-BE49-F238E27FC236}">
                <a16:creationId xmlns:a16="http://schemas.microsoft.com/office/drawing/2014/main" id="{BD0F97F7-84FA-51EC-9C17-F828FC045CF9}"/>
              </a:ext>
            </a:extLst>
          </p:cNvPr>
          <p:cNvGrpSpPr/>
          <p:nvPr/>
        </p:nvGrpSpPr>
        <p:grpSpPr>
          <a:xfrm>
            <a:off x="9691003" y="2810422"/>
            <a:ext cx="314325" cy="352425"/>
            <a:chOff x="8606039" y="3246664"/>
            <a:chExt cx="314325" cy="352425"/>
          </a:xfrm>
          <a:solidFill>
            <a:srgbClr val="66FF66"/>
          </a:solidFill>
        </p:grpSpPr>
        <p:sp>
          <p:nvSpPr>
            <p:cNvPr id="119" name="Rectangle 118">
              <a:extLst>
                <a:ext uri="{FF2B5EF4-FFF2-40B4-BE49-F238E27FC236}">
                  <a16:creationId xmlns:a16="http://schemas.microsoft.com/office/drawing/2014/main" id="{A105ED9B-461E-61CC-774D-505D56D2C26E}"/>
                </a:ext>
              </a:extLst>
            </p:cNvPr>
            <p:cNvSpPr/>
            <p:nvPr/>
          </p:nvSpPr>
          <p:spPr>
            <a:xfrm>
              <a:off x="8606039" y="3389539"/>
              <a:ext cx="47625" cy="209550"/>
            </a:xfrm>
            <a:prstGeom prst="rect">
              <a:avLst/>
            </a:prstGeom>
            <a:grpFill/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120" name="Rectangle 119">
              <a:extLst>
                <a:ext uri="{FF2B5EF4-FFF2-40B4-BE49-F238E27FC236}">
                  <a16:creationId xmlns:a16="http://schemas.microsoft.com/office/drawing/2014/main" id="{4417553A-0F0A-5CD5-2061-1E2EB0551AD3}"/>
                </a:ext>
              </a:extLst>
            </p:cNvPr>
            <p:cNvSpPr/>
            <p:nvPr/>
          </p:nvSpPr>
          <p:spPr>
            <a:xfrm>
              <a:off x="8672714" y="3313339"/>
              <a:ext cx="47625" cy="285750"/>
            </a:xfrm>
            <a:prstGeom prst="rect">
              <a:avLst/>
            </a:prstGeom>
            <a:grpFill/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121" name="Rectangle 120">
              <a:extLst>
                <a:ext uri="{FF2B5EF4-FFF2-40B4-BE49-F238E27FC236}">
                  <a16:creationId xmlns:a16="http://schemas.microsoft.com/office/drawing/2014/main" id="{87FCC597-6DF0-BEC3-242A-C27CA0E327DA}"/>
                </a:ext>
              </a:extLst>
            </p:cNvPr>
            <p:cNvSpPr/>
            <p:nvPr/>
          </p:nvSpPr>
          <p:spPr>
            <a:xfrm>
              <a:off x="8739389" y="3246664"/>
              <a:ext cx="47625" cy="352425"/>
            </a:xfrm>
            <a:prstGeom prst="rect">
              <a:avLst/>
            </a:prstGeom>
            <a:grpFill/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122" name="Rectangle 121">
              <a:extLst>
                <a:ext uri="{FF2B5EF4-FFF2-40B4-BE49-F238E27FC236}">
                  <a16:creationId xmlns:a16="http://schemas.microsoft.com/office/drawing/2014/main" id="{B5ACD36D-BF42-9BE4-179C-FFDCAB68F511}"/>
                </a:ext>
              </a:extLst>
            </p:cNvPr>
            <p:cNvSpPr/>
            <p:nvPr/>
          </p:nvSpPr>
          <p:spPr>
            <a:xfrm>
              <a:off x="8806064" y="3341914"/>
              <a:ext cx="47625" cy="257175"/>
            </a:xfrm>
            <a:prstGeom prst="rect">
              <a:avLst/>
            </a:prstGeom>
            <a:grpFill/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123" name="Rectangle 122">
              <a:extLst>
                <a:ext uri="{FF2B5EF4-FFF2-40B4-BE49-F238E27FC236}">
                  <a16:creationId xmlns:a16="http://schemas.microsoft.com/office/drawing/2014/main" id="{81D2D162-1136-0715-FC69-B6C7911625E6}"/>
                </a:ext>
              </a:extLst>
            </p:cNvPr>
            <p:cNvSpPr/>
            <p:nvPr/>
          </p:nvSpPr>
          <p:spPr>
            <a:xfrm>
              <a:off x="8872739" y="3408589"/>
              <a:ext cx="47625" cy="190500"/>
            </a:xfrm>
            <a:prstGeom prst="rect">
              <a:avLst/>
            </a:prstGeom>
            <a:grpFill/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124" name="Graphic 63">
            <a:extLst>
              <a:ext uri="{FF2B5EF4-FFF2-40B4-BE49-F238E27FC236}">
                <a16:creationId xmlns:a16="http://schemas.microsoft.com/office/drawing/2014/main" id="{030C82DA-DD1C-3126-A44F-BC150B4143BD}"/>
              </a:ext>
            </a:extLst>
          </p:cNvPr>
          <p:cNvGrpSpPr/>
          <p:nvPr/>
        </p:nvGrpSpPr>
        <p:grpSpPr>
          <a:xfrm>
            <a:off x="8918715" y="2338758"/>
            <a:ext cx="209550" cy="209550"/>
            <a:chOff x="8929889" y="3189514"/>
            <a:chExt cx="209550" cy="209550"/>
          </a:xfrm>
        </p:grpSpPr>
        <p:sp>
          <p:nvSpPr>
            <p:cNvPr id="125" name="Oval 124">
              <a:extLst>
                <a:ext uri="{FF2B5EF4-FFF2-40B4-BE49-F238E27FC236}">
                  <a16:creationId xmlns:a16="http://schemas.microsoft.com/office/drawing/2014/main" id="{BBD14858-8122-7DA5-23EA-BB413563AB41}"/>
                </a:ext>
              </a:extLst>
            </p:cNvPr>
            <p:cNvSpPr/>
            <p:nvPr/>
          </p:nvSpPr>
          <p:spPr>
            <a:xfrm>
              <a:off x="8929889" y="3189514"/>
              <a:ext cx="209550" cy="209550"/>
            </a:xfrm>
            <a:prstGeom prst="ellipse">
              <a:avLst/>
            </a:prstGeom>
            <a:noFill/>
            <a:ln w="14288" cap="flat">
              <a:solidFill>
                <a:srgbClr val="FF0000"/>
              </a:solidFill>
              <a:prstDash val="solid"/>
              <a:miter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4D8D905F-6396-3AA2-7B99-77EADE6895FA}"/>
                </a:ext>
              </a:extLst>
            </p:cNvPr>
            <p:cNvSpPr/>
            <p:nvPr/>
          </p:nvSpPr>
          <p:spPr>
            <a:xfrm>
              <a:off x="9034664" y="3294289"/>
              <a:ext cx="104775" cy="95250"/>
            </a:xfrm>
            <a:custGeom>
              <a:avLst/>
              <a:gdLst>
                <a:gd name="csX0" fmla="*/ 465 w 104775"/>
                <a:gd name="csY0" fmla="*/ 195 h 95250"/>
                <a:gd name="csX1" fmla="*/ 105240 w 104775"/>
                <a:gd name="csY1" fmla="*/ 195 h 95250"/>
                <a:gd name="csX2" fmla="*/ 38565 w 104775"/>
                <a:gd name="csY2" fmla="*/ 95445 h 9525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104775" h="95250">
                  <a:moveTo>
                    <a:pt x="465" y="195"/>
                  </a:moveTo>
                  <a:lnTo>
                    <a:pt x="105240" y="195"/>
                  </a:lnTo>
                  <a:cubicBezTo>
                    <a:pt x="104286" y="42495"/>
                    <a:pt x="77984" y="80070"/>
                    <a:pt x="38565" y="95445"/>
                  </a:cubicBezTo>
                  <a:close/>
                </a:path>
              </a:pathLst>
            </a:custGeom>
            <a:solidFill>
              <a:srgbClr val="FF0000"/>
            </a:solidFill>
            <a:ln w="9525" cap="flat">
              <a:solidFill>
                <a:srgbClr val="FF0000"/>
              </a:solidFill>
              <a:prstDash val="solid"/>
              <a:miter/>
            </a:ln>
          </p:spPr>
          <p:txBody>
            <a:bodyPr/>
            <a:lstStyle/>
            <a:p>
              <a:endParaRPr lang="en-AU"/>
            </a:p>
          </p:txBody>
        </p:sp>
      </p:grpSp>
      <p:sp>
        <p:nvSpPr>
          <p:cNvPr id="127" name="Oval 126">
            <a:extLst>
              <a:ext uri="{FF2B5EF4-FFF2-40B4-BE49-F238E27FC236}">
                <a16:creationId xmlns:a16="http://schemas.microsoft.com/office/drawing/2014/main" id="{7934DA5E-01B9-E753-5DAE-0B9A0F5571BD}"/>
              </a:ext>
            </a:extLst>
          </p:cNvPr>
          <p:cNvSpPr/>
          <p:nvPr/>
        </p:nvSpPr>
        <p:spPr>
          <a:xfrm>
            <a:off x="8027622" y="2378470"/>
            <a:ext cx="38100" cy="38100"/>
          </a:xfrm>
          <a:prstGeom prst="ellipse">
            <a:avLst/>
          </a:prstGeom>
          <a:solidFill>
            <a:srgbClr val="000000"/>
          </a:solidFill>
          <a:ln w="9525" cap="flat">
            <a:noFill/>
            <a:prstDash val="solid"/>
            <a:miter/>
          </a:ln>
        </p:spPr>
        <p:txBody>
          <a:bodyPr/>
          <a:lstStyle/>
          <a:p>
            <a:endParaRPr lang="en-AU"/>
          </a:p>
        </p:txBody>
      </p:sp>
      <p:sp>
        <p:nvSpPr>
          <p:cNvPr id="128" name="Oval 127">
            <a:extLst>
              <a:ext uri="{FF2B5EF4-FFF2-40B4-BE49-F238E27FC236}">
                <a16:creationId xmlns:a16="http://schemas.microsoft.com/office/drawing/2014/main" id="{1376741A-D847-A8D5-0777-416BE8D2A214}"/>
              </a:ext>
            </a:extLst>
          </p:cNvPr>
          <p:cNvSpPr/>
          <p:nvPr/>
        </p:nvSpPr>
        <p:spPr>
          <a:xfrm>
            <a:off x="8127634" y="2459432"/>
            <a:ext cx="28575" cy="28575"/>
          </a:xfrm>
          <a:prstGeom prst="ellipse">
            <a:avLst/>
          </a:prstGeom>
          <a:solidFill>
            <a:srgbClr val="00B050"/>
          </a:solidFill>
          <a:ln w="9525" cap="flat">
            <a:noFill/>
            <a:prstDash val="solid"/>
            <a:miter/>
          </a:ln>
        </p:spPr>
        <p:txBody>
          <a:bodyPr/>
          <a:lstStyle/>
          <a:p>
            <a:endParaRPr lang="en-AU"/>
          </a:p>
        </p:txBody>
      </p:sp>
      <p:sp>
        <p:nvSpPr>
          <p:cNvPr id="129" name="Oval 128">
            <a:extLst>
              <a:ext uri="{FF2B5EF4-FFF2-40B4-BE49-F238E27FC236}">
                <a16:creationId xmlns:a16="http://schemas.microsoft.com/office/drawing/2014/main" id="{01B56DD0-7344-4AAD-0030-4BEE5DEC9D0B}"/>
              </a:ext>
            </a:extLst>
          </p:cNvPr>
          <p:cNvSpPr/>
          <p:nvPr/>
        </p:nvSpPr>
        <p:spPr>
          <a:xfrm>
            <a:off x="8199072" y="2330845"/>
            <a:ext cx="38100" cy="381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9525" cap="flat">
            <a:noFill/>
            <a:prstDash val="solid"/>
            <a:miter/>
          </a:ln>
        </p:spPr>
        <p:txBody>
          <a:bodyPr/>
          <a:lstStyle/>
          <a:p>
            <a:endParaRPr lang="en-AU"/>
          </a:p>
        </p:txBody>
      </p:sp>
      <p:sp>
        <p:nvSpPr>
          <p:cNvPr id="130" name="Oval 129">
            <a:extLst>
              <a:ext uri="{FF2B5EF4-FFF2-40B4-BE49-F238E27FC236}">
                <a16:creationId xmlns:a16="http://schemas.microsoft.com/office/drawing/2014/main" id="{E6186AC5-BB22-792F-2D10-71CD95F35EAC}"/>
              </a:ext>
            </a:extLst>
          </p:cNvPr>
          <p:cNvSpPr/>
          <p:nvPr/>
        </p:nvSpPr>
        <p:spPr>
          <a:xfrm>
            <a:off x="8318134" y="2421332"/>
            <a:ext cx="28575" cy="28575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9525" cap="flat">
            <a:noFill/>
            <a:prstDash val="solid"/>
            <a:miter/>
          </a:ln>
        </p:spPr>
        <p:txBody>
          <a:bodyPr/>
          <a:lstStyle/>
          <a:p>
            <a:endParaRPr lang="en-AU"/>
          </a:p>
        </p:txBody>
      </p:sp>
      <p:sp>
        <p:nvSpPr>
          <p:cNvPr id="131" name="Oval 130">
            <a:extLst>
              <a:ext uri="{FF2B5EF4-FFF2-40B4-BE49-F238E27FC236}">
                <a16:creationId xmlns:a16="http://schemas.microsoft.com/office/drawing/2014/main" id="{8B3842CA-A799-97B8-54FA-B45CEFB872F7}"/>
              </a:ext>
            </a:extLst>
          </p:cNvPr>
          <p:cNvSpPr/>
          <p:nvPr/>
        </p:nvSpPr>
        <p:spPr>
          <a:xfrm>
            <a:off x="8427672" y="2283220"/>
            <a:ext cx="38100" cy="381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9525" cap="flat">
            <a:noFill/>
            <a:prstDash val="solid"/>
            <a:miter/>
          </a:ln>
        </p:spPr>
        <p:txBody>
          <a:bodyPr/>
          <a:lstStyle/>
          <a:p>
            <a:endParaRPr lang="en-AU"/>
          </a:p>
        </p:txBody>
      </p:sp>
      <p:sp>
        <p:nvSpPr>
          <p:cNvPr id="132" name="Oval 131">
            <a:extLst>
              <a:ext uri="{FF2B5EF4-FFF2-40B4-BE49-F238E27FC236}">
                <a16:creationId xmlns:a16="http://schemas.microsoft.com/office/drawing/2014/main" id="{0A58ECAA-075B-EF07-1177-45E64280DE13}"/>
              </a:ext>
            </a:extLst>
          </p:cNvPr>
          <p:cNvSpPr/>
          <p:nvPr/>
        </p:nvSpPr>
        <p:spPr>
          <a:xfrm>
            <a:off x="8270509" y="2240357"/>
            <a:ext cx="28575" cy="28575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9525" cap="flat">
            <a:noFill/>
            <a:prstDash val="solid"/>
            <a:miter/>
          </a:ln>
        </p:spPr>
        <p:txBody>
          <a:bodyPr/>
          <a:lstStyle/>
          <a:p>
            <a:endParaRPr lang="en-AU"/>
          </a:p>
        </p:txBody>
      </p:sp>
      <p:grpSp>
        <p:nvGrpSpPr>
          <p:cNvPr id="133" name="Graphic 63">
            <a:extLst>
              <a:ext uri="{FF2B5EF4-FFF2-40B4-BE49-F238E27FC236}">
                <a16:creationId xmlns:a16="http://schemas.microsoft.com/office/drawing/2014/main" id="{C795B1F6-7E38-5987-8FE1-8F2630250D75}"/>
              </a:ext>
            </a:extLst>
          </p:cNvPr>
          <p:cNvGrpSpPr/>
          <p:nvPr/>
        </p:nvGrpSpPr>
        <p:grpSpPr>
          <a:xfrm>
            <a:off x="8640995" y="1830027"/>
            <a:ext cx="323850" cy="295275"/>
            <a:chOff x="9272789" y="2856139"/>
            <a:chExt cx="323850" cy="295275"/>
          </a:xfrm>
          <a:solidFill>
            <a:srgbClr val="00B0F0"/>
          </a:solidFill>
        </p:grpSpPr>
        <p:sp>
          <p:nvSpPr>
            <p:cNvPr id="134" name="Rectangle 133">
              <a:extLst>
                <a:ext uri="{FF2B5EF4-FFF2-40B4-BE49-F238E27FC236}">
                  <a16:creationId xmlns:a16="http://schemas.microsoft.com/office/drawing/2014/main" id="{2D8BDFAD-C669-C329-7509-21D9C74F3D5B}"/>
                </a:ext>
              </a:extLst>
            </p:cNvPr>
            <p:cNvSpPr/>
            <p:nvPr/>
          </p:nvSpPr>
          <p:spPr>
            <a:xfrm>
              <a:off x="9272789" y="3056164"/>
              <a:ext cx="38100" cy="95250"/>
            </a:xfrm>
            <a:prstGeom prst="rect">
              <a:avLst/>
            </a:prstGeom>
            <a:grpFill/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135" name="Rectangle 134">
              <a:extLst>
                <a:ext uri="{FF2B5EF4-FFF2-40B4-BE49-F238E27FC236}">
                  <a16:creationId xmlns:a16="http://schemas.microsoft.com/office/drawing/2014/main" id="{8DEAC2A1-F2AA-6BC3-F04C-72286F3289DD}"/>
                </a:ext>
              </a:extLst>
            </p:cNvPr>
            <p:cNvSpPr/>
            <p:nvPr/>
          </p:nvSpPr>
          <p:spPr>
            <a:xfrm>
              <a:off x="9320414" y="2989489"/>
              <a:ext cx="38100" cy="161925"/>
            </a:xfrm>
            <a:prstGeom prst="rect">
              <a:avLst/>
            </a:prstGeom>
            <a:grpFill/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136" name="Rectangle 135">
              <a:extLst>
                <a:ext uri="{FF2B5EF4-FFF2-40B4-BE49-F238E27FC236}">
                  <a16:creationId xmlns:a16="http://schemas.microsoft.com/office/drawing/2014/main" id="{804ACA75-B643-5A16-FE29-B53281CDDBD9}"/>
                </a:ext>
              </a:extLst>
            </p:cNvPr>
            <p:cNvSpPr/>
            <p:nvPr/>
          </p:nvSpPr>
          <p:spPr>
            <a:xfrm>
              <a:off x="9368039" y="2913289"/>
              <a:ext cx="38100" cy="238125"/>
            </a:xfrm>
            <a:prstGeom prst="rect">
              <a:avLst/>
            </a:prstGeom>
            <a:grpFill/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137" name="Rectangle 136">
              <a:extLst>
                <a:ext uri="{FF2B5EF4-FFF2-40B4-BE49-F238E27FC236}">
                  <a16:creationId xmlns:a16="http://schemas.microsoft.com/office/drawing/2014/main" id="{ACBC469E-C08D-83B5-AD5C-75E3CD43B7F5}"/>
                </a:ext>
              </a:extLst>
            </p:cNvPr>
            <p:cNvSpPr/>
            <p:nvPr/>
          </p:nvSpPr>
          <p:spPr>
            <a:xfrm>
              <a:off x="9415664" y="2856139"/>
              <a:ext cx="38100" cy="295275"/>
            </a:xfrm>
            <a:prstGeom prst="rect">
              <a:avLst/>
            </a:prstGeom>
            <a:grpFill/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138" name="Rectangle 137">
              <a:extLst>
                <a:ext uri="{FF2B5EF4-FFF2-40B4-BE49-F238E27FC236}">
                  <a16:creationId xmlns:a16="http://schemas.microsoft.com/office/drawing/2014/main" id="{3A1F5A76-B389-0F00-02D3-28657B78338C}"/>
                </a:ext>
              </a:extLst>
            </p:cNvPr>
            <p:cNvSpPr/>
            <p:nvPr/>
          </p:nvSpPr>
          <p:spPr>
            <a:xfrm>
              <a:off x="9463289" y="2922814"/>
              <a:ext cx="38100" cy="228600"/>
            </a:xfrm>
            <a:prstGeom prst="rect">
              <a:avLst/>
            </a:prstGeom>
            <a:grpFill/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139" name="Rectangle 138">
              <a:extLst>
                <a:ext uri="{FF2B5EF4-FFF2-40B4-BE49-F238E27FC236}">
                  <a16:creationId xmlns:a16="http://schemas.microsoft.com/office/drawing/2014/main" id="{12A2D959-D9F4-89E7-C986-3DA0A41ECD55}"/>
                </a:ext>
              </a:extLst>
            </p:cNvPr>
            <p:cNvSpPr/>
            <p:nvPr/>
          </p:nvSpPr>
          <p:spPr>
            <a:xfrm>
              <a:off x="9510914" y="2999014"/>
              <a:ext cx="38100" cy="152400"/>
            </a:xfrm>
            <a:prstGeom prst="rect">
              <a:avLst/>
            </a:prstGeom>
            <a:grpFill/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140" name="Rectangle 139">
              <a:extLst>
                <a:ext uri="{FF2B5EF4-FFF2-40B4-BE49-F238E27FC236}">
                  <a16:creationId xmlns:a16="http://schemas.microsoft.com/office/drawing/2014/main" id="{FAB202EC-BCF5-9D97-5C70-F2A091E3C11C}"/>
                </a:ext>
              </a:extLst>
            </p:cNvPr>
            <p:cNvSpPr/>
            <p:nvPr/>
          </p:nvSpPr>
          <p:spPr>
            <a:xfrm>
              <a:off x="9558539" y="3056164"/>
              <a:ext cx="38100" cy="95250"/>
            </a:xfrm>
            <a:prstGeom prst="rect">
              <a:avLst/>
            </a:prstGeom>
            <a:grpFill/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141" name="Graphic 63">
            <a:extLst>
              <a:ext uri="{FF2B5EF4-FFF2-40B4-BE49-F238E27FC236}">
                <a16:creationId xmlns:a16="http://schemas.microsoft.com/office/drawing/2014/main" id="{C339B347-5D55-A508-8A3F-FC1E65D444EA}"/>
              </a:ext>
            </a:extLst>
          </p:cNvPr>
          <p:cNvGrpSpPr/>
          <p:nvPr/>
        </p:nvGrpSpPr>
        <p:grpSpPr>
          <a:xfrm>
            <a:off x="7478982" y="1757745"/>
            <a:ext cx="357187" cy="295275"/>
            <a:chOff x="9625214" y="2598964"/>
            <a:chExt cx="357187" cy="295275"/>
          </a:xfrm>
          <a:solidFill>
            <a:srgbClr val="FFC000"/>
          </a:solidFill>
        </p:grpSpPr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14C258FF-2EE0-CE19-7CE3-F39CF460D810}"/>
                </a:ext>
              </a:extLst>
            </p:cNvPr>
            <p:cNvSpPr/>
            <p:nvPr/>
          </p:nvSpPr>
          <p:spPr>
            <a:xfrm>
              <a:off x="9653789" y="2722789"/>
              <a:ext cx="133350" cy="95250"/>
            </a:xfrm>
            <a:custGeom>
              <a:avLst/>
              <a:gdLst>
                <a:gd name="csX0" fmla="*/ 530 w 133350"/>
                <a:gd name="csY0" fmla="*/ 95395 h 95250"/>
                <a:gd name="csX1" fmla="*/ 133880 w 133350"/>
                <a:gd name="csY1" fmla="*/ 145 h 9525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33350" h="95250">
                  <a:moveTo>
                    <a:pt x="530" y="95395"/>
                  </a:moveTo>
                  <a:lnTo>
                    <a:pt x="133880" y="145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B2C0B3F4-A935-6ABF-DD89-9F2D7B4356A8}"/>
                </a:ext>
              </a:extLst>
            </p:cNvPr>
            <p:cNvSpPr/>
            <p:nvPr/>
          </p:nvSpPr>
          <p:spPr>
            <a:xfrm>
              <a:off x="9787139" y="2722789"/>
              <a:ext cx="57150" cy="142875"/>
            </a:xfrm>
            <a:custGeom>
              <a:avLst/>
              <a:gdLst>
                <a:gd name="csX0" fmla="*/ 530 w 57150"/>
                <a:gd name="csY0" fmla="*/ 145 h 142875"/>
                <a:gd name="csX1" fmla="*/ 57680 w 57150"/>
                <a:gd name="csY1" fmla="*/ 143020 h 14287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57150" h="142875">
                  <a:moveTo>
                    <a:pt x="530" y="145"/>
                  </a:moveTo>
                  <a:lnTo>
                    <a:pt x="57680" y="143020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10167C22-D539-F126-899E-6448EE2FDAFA}"/>
                </a:ext>
              </a:extLst>
            </p:cNvPr>
            <p:cNvSpPr/>
            <p:nvPr/>
          </p:nvSpPr>
          <p:spPr>
            <a:xfrm>
              <a:off x="9653789" y="2818039"/>
              <a:ext cx="190500" cy="47625"/>
            </a:xfrm>
            <a:custGeom>
              <a:avLst/>
              <a:gdLst>
                <a:gd name="csX0" fmla="*/ 530 w 190500"/>
                <a:gd name="csY0" fmla="*/ 145 h 47625"/>
                <a:gd name="csX1" fmla="*/ 191030 w 190500"/>
                <a:gd name="csY1" fmla="*/ 47770 h 4762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90500" h="47625">
                  <a:moveTo>
                    <a:pt x="530" y="145"/>
                  </a:moveTo>
                  <a:lnTo>
                    <a:pt x="191030" y="47770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D2E3EA90-59A3-1777-C2DD-CBD99ABFB12D}"/>
                </a:ext>
              </a:extLst>
            </p:cNvPr>
            <p:cNvSpPr/>
            <p:nvPr/>
          </p:nvSpPr>
          <p:spPr>
            <a:xfrm>
              <a:off x="9787139" y="2627539"/>
              <a:ext cx="133350" cy="95250"/>
            </a:xfrm>
            <a:custGeom>
              <a:avLst/>
              <a:gdLst>
                <a:gd name="csX0" fmla="*/ 530 w 133350"/>
                <a:gd name="csY0" fmla="*/ 95395 h 95250"/>
                <a:gd name="csX1" fmla="*/ 133880 w 133350"/>
                <a:gd name="csY1" fmla="*/ 145 h 9525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33350" h="95250">
                  <a:moveTo>
                    <a:pt x="530" y="95395"/>
                  </a:moveTo>
                  <a:lnTo>
                    <a:pt x="133880" y="145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4A56EAC7-18D0-9BD1-EA56-5D4C52B50A63}"/>
                </a:ext>
              </a:extLst>
            </p:cNvPr>
            <p:cNvSpPr/>
            <p:nvPr/>
          </p:nvSpPr>
          <p:spPr>
            <a:xfrm>
              <a:off x="9844289" y="2798989"/>
              <a:ext cx="114300" cy="66675"/>
            </a:xfrm>
            <a:custGeom>
              <a:avLst/>
              <a:gdLst>
                <a:gd name="csX0" fmla="*/ 530 w 114300"/>
                <a:gd name="csY0" fmla="*/ 66820 h 66675"/>
                <a:gd name="csX1" fmla="*/ 114830 w 114300"/>
                <a:gd name="csY1" fmla="*/ 145 h 6667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14300" h="66675">
                  <a:moveTo>
                    <a:pt x="530" y="66820"/>
                  </a:moveTo>
                  <a:lnTo>
                    <a:pt x="114830" y="145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147" name="Oval 146">
              <a:extLst>
                <a:ext uri="{FF2B5EF4-FFF2-40B4-BE49-F238E27FC236}">
                  <a16:creationId xmlns:a16="http://schemas.microsoft.com/office/drawing/2014/main" id="{4A533D6B-3AFE-BB35-A7DD-36392F0438FE}"/>
                </a:ext>
              </a:extLst>
            </p:cNvPr>
            <p:cNvSpPr/>
            <p:nvPr/>
          </p:nvSpPr>
          <p:spPr>
            <a:xfrm>
              <a:off x="9625214" y="2789464"/>
              <a:ext cx="57150" cy="57150"/>
            </a:xfrm>
            <a:prstGeom prst="ellipse">
              <a:avLst/>
            </a:prstGeom>
            <a:grpFill/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148" name="Oval 147">
              <a:extLst>
                <a:ext uri="{FF2B5EF4-FFF2-40B4-BE49-F238E27FC236}">
                  <a16:creationId xmlns:a16="http://schemas.microsoft.com/office/drawing/2014/main" id="{C7AE231E-8B69-C674-F4E4-96F1AA4AE298}"/>
                </a:ext>
              </a:extLst>
            </p:cNvPr>
            <p:cNvSpPr/>
            <p:nvPr/>
          </p:nvSpPr>
          <p:spPr>
            <a:xfrm>
              <a:off x="9758564" y="2694214"/>
              <a:ext cx="57150" cy="57150"/>
            </a:xfrm>
            <a:prstGeom prst="ellipse">
              <a:avLst/>
            </a:prstGeom>
            <a:grpFill/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149" name="Oval 148">
              <a:extLst>
                <a:ext uri="{FF2B5EF4-FFF2-40B4-BE49-F238E27FC236}">
                  <a16:creationId xmlns:a16="http://schemas.microsoft.com/office/drawing/2014/main" id="{68DAD5E7-EABC-7D09-3966-AB9F7F3B873D}"/>
                </a:ext>
              </a:extLst>
            </p:cNvPr>
            <p:cNvSpPr/>
            <p:nvPr/>
          </p:nvSpPr>
          <p:spPr>
            <a:xfrm>
              <a:off x="9815714" y="2837089"/>
              <a:ext cx="57150" cy="57150"/>
            </a:xfrm>
            <a:prstGeom prst="ellipse">
              <a:avLst/>
            </a:prstGeom>
            <a:grpFill/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150" name="Oval 149">
              <a:extLst>
                <a:ext uri="{FF2B5EF4-FFF2-40B4-BE49-F238E27FC236}">
                  <a16:creationId xmlns:a16="http://schemas.microsoft.com/office/drawing/2014/main" id="{EFCD370D-6796-3844-97BC-14DD8BF666C3}"/>
                </a:ext>
              </a:extLst>
            </p:cNvPr>
            <p:cNvSpPr/>
            <p:nvPr/>
          </p:nvSpPr>
          <p:spPr>
            <a:xfrm>
              <a:off x="9891914" y="2598964"/>
              <a:ext cx="57150" cy="57150"/>
            </a:xfrm>
            <a:prstGeom prst="ellipse">
              <a:avLst/>
            </a:prstGeom>
            <a:grpFill/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151" name="Oval 150">
              <a:extLst>
                <a:ext uri="{FF2B5EF4-FFF2-40B4-BE49-F238E27FC236}">
                  <a16:creationId xmlns:a16="http://schemas.microsoft.com/office/drawing/2014/main" id="{E3A63FF3-4623-4D77-4303-DEF8B0BB3C71}"/>
                </a:ext>
              </a:extLst>
            </p:cNvPr>
            <p:cNvSpPr/>
            <p:nvPr/>
          </p:nvSpPr>
          <p:spPr>
            <a:xfrm>
              <a:off x="9934776" y="2775176"/>
              <a:ext cx="47625" cy="47625"/>
            </a:xfrm>
            <a:prstGeom prst="ellipse">
              <a:avLst/>
            </a:prstGeom>
            <a:grpFill/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152" name="Graphic 63">
            <a:extLst>
              <a:ext uri="{FF2B5EF4-FFF2-40B4-BE49-F238E27FC236}">
                <a16:creationId xmlns:a16="http://schemas.microsoft.com/office/drawing/2014/main" id="{D20D65F2-D4B4-CF67-753E-439262DDF0FE}"/>
              </a:ext>
            </a:extLst>
          </p:cNvPr>
          <p:cNvGrpSpPr/>
          <p:nvPr/>
        </p:nvGrpSpPr>
        <p:grpSpPr>
          <a:xfrm>
            <a:off x="9113378" y="2718590"/>
            <a:ext cx="304800" cy="266700"/>
            <a:chOff x="10063364" y="2408464"/>
            <a:chExt cx="304800" cy="266700"/>
          </a:xfrm>
          <a:solidFill>
            <a:schemeClr val="accent2">
              <a:lumMod val="60000"/>
              <a:lumOff val="40000"/>
            </a:schemeClr>
          </a:solidFill>
        </p:grpSpPr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0179A90B-1F0E-EEAC-BB1B-178B3BEEB063}"/>
                </a:ext>
              </a:extLst>
            </p:cNvPr>
            <p:cNvSpPr/>
            <p:nvPr/>
          </p:nvSpPr>
          <p:spPr>
            <a:xfrm>
              <a:off x="10063364" y="2675164"/>
              <a:ext cx="304800" cy="9525"/>
            </a:xfrm>
            <a:custGeom>
              <a:avLst/>
              <a:gdLst>
                <a:gd name="csX0" fmla="*/ 575 w 304800"/>
                <a:gd name="csY0" fmla="*/ 130 h 9525"/>
                <a:gd name="csX1" fmla="*/ 305375 w 304800"/>
                <a:gd name="csY1" fmla="*/ 130 h 952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304800" h="9525">
                  <a:moveTo>
                    <a:pt x="575" y="130"/>
                  </a:moveTo>
                  <a:lnTo>
                    <a:pt x="305375" y="130"/>
                  </a:lnTo>
                </a:path>
              </a:pathLst>
            </a:custGeom>
            <a:grpFill/>
            <a:ln w="9525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154" name="Freeform: Shape 153">
              <a:extLst>
                <a:ext uri="{FF2B5EF4-FFF2-40B4-BE49-F238E27FC236}">
                  <a16:creationId xmlns:a16="http://schemas.microsoft.com/office/drawing/2014/main" id="{5EBBB10E-3CC1-4D0C-6655-5825AB2D04DE}"/>
                </a:ext>
              </a:extLst>
            </p:cNvPr>
            <p:cNvSpPr/>
            <p:nvPr/>
          </p:nvSpPr>
          <p:spPr>
            <a:xfrm>
              <a:off x="10082414" y="2408464"/>
              <a:ext cx="266700" cy="266700"/>
            </a:xfrm>
            <a:custGeom>
              <a:avLst/>
              <a:gdLst>
                <a:gd name="csX0" fmla="*/ 575 w 266700"/>
                <a:gd name="csY0" fmla="*/ 266830 h 266700"/>
                <a:gd name="csX1" fmla="*/ 133925 w 266700"/>
                <a:gd name="csY1" fmla="*/ 130 h 266700"/>
                <a:gd name="csX2" fmla="*/ 267275 w 266700"/>
                <a:gd name="csY2" fmla="*/ 266830 h 2667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266700" h="266700">
                  <a:moveTo>
                    <a:pt x="575" y="266830"/>
                  </a:moveTo>
                  <a:cubicBezTo>
                    <a:pt x="38675" y="127130"/>
                    <a:pt x="83125" y="38230"/>
                    <a:pt x="133925" y="130"/>
                  </a:cubicBezTo>
                  <a:cubicBezTo>
                    <a:pt x="184725" y="38230"/>
                    <a:pt x="229175" y="127130"/>
                    <a:pt x="267275" y="26683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155" name="Graphic 63">
            <a:extLst>
              <a:ext uri="{FF2B5EF4-FFF2-40B4-BE49-F238E27FC236}">
                <a16:creationId xmlns:a16="http://schemas.microsoft.com/office/drawing/2014/main" id="{0DDD9520-8627-3EDC-03B7-3487A6B770AB}"/>
              </a:ext>
            </a:extLst>
          </p:cNvPr>
          <p:cNvGrpSpPr/>
          <p:nvPr/>
        </p:nvGrpSpPr>
        <p:grpSpPr>
          <a:xfrm>
            <a:off x="9310889" y="2427514"/>
            <a:ext cx="76200" cy="76200"/>
            <a:chOff x="9310889" y="2427514"/>
            <a:chExt cx="76200" cy="76200"/>
          </a:xfrm>
        </p:grpSpPr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F813BA8C-491E-FAE2-3577-15D66F30EAFE}"/>
                </a:ext>
              </a:extLst>
            </p:cNvPr>
            <p:cNvSpPr/>
            <p:nvPr/>
          </p:nvSpPr>
          <p:spPr>
            <a:xfrm>
              <a:off x="9310889" y="2465614"/>
              <a:ext cx="76200" cy="9525"/>
            </a:xfrm>
            <a:custGeom>
              <a:avLst/>
              <a:gdLst>
                <a:gd name="csX0" fmla="*/ 498 w 76200"/>
                <a:gd name="csY0" fmla="*/ 108 h 9525"/>
                <a:gd name="csX1" fmla="*/ 76698 w 76200"/>
                <a:gd name="csY1" fmla="*/ 108 h 952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76200" h="9525">
                  <a:moveTo>
                    <a:pt x="498" y="108"/>
                  </a:moveTo>
                  <a:lnTo>
                    <a:pt x="76698" y="108"/>
                  </a:lnTo>
                </a:path>
              </a:pathLst>
            </a:custGeom>
            <a:ln w="15240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157" name="Freeform: Shape 156">
              <a:extLst>
                <a:ext uri="{FF2B5EF4-FFF2-40B4-BE49-F238E27FC236}">
                  <a16:creationId xmlns:a16="http://schemas.microsoft.com/office/drawing/2014/main" id="{60AACA13-16FC-5617-B6F1-CABBD302624F}"/>
                </a:ext>
              </a:extLst>
            </p:cNvPr>
            <p:cNvSpPr/>
            <p:nvPr/>
          </p:nvSpPr>
          <p:spPr>
            <a:xfrm>
              <a:off x="9348989" y="2427514"/>
              <a:ext cx="9525" cy="76200"/>
            </a:xfrm>
            <a:custGeom>
              <a:avLst/>
              <a:gdLst>
                <a:gd name="csX0" fmla="*/ 498 w 9525"/>
                <a:gd name="csY0" fmla="*/ 108 h 76200"/>
                <a:gd name="csX1" fmla="*/ 498 w 9525"/>
                <a:gd name="csY1" fmla="*/ 76308 h 762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9525" h="76200">
                  <a:moveTo>
                    <a:pt x="498" y="108"/>
                  </a:moveTo>
                  <a:lnTo>
                    <a:pt x="498" y="76308"/>
                  </a:lnTo>
                </a:path>
              </a:pathLst>
            </a:custGeom>
            <a:ln w="15240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158" name="Graphic 63">
            <a:extLst>
              <a:ext uri="{FF2B5EF4-FFF2-40B4-BE49-F238E27FC236}">
                <a16:creationId xmlns:a16="http://schemas.microsoft.com/office/drawing/2014/main" id="{DDF53506-65D5-DE0C-C165-49D2A59A9F1F}"/>
              </a:ext>
            </a:extLst>
          </p:cNvPr>
          <p:cNvGrpSpPr/>
          <p:nvPr/>
        </p:nvGrpSpPr>
        <p:grpSpPr>
          <a:xfrm>
            <a:off x="7875303" y="2460280"/>
            <a:ext cx="76200" cy="76200"/>
            <a:chOff x="9806189" y="2275114"/>
            <a:chExt cx="76200" cy="76200"/>
          </a:xfrm>
          <a:solidFill>
            <a:srgbClr val="00B050"/>
          </a:solidFill>
        </p:grpSpPr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A5196F46-962C-DCB6-0F27-FE49B07F1F63}"/>
                </a:ext>
              </a:extLst>
            </p:cNvPr>
            <p:cNvSpPr/>
            <p:nvPr/>
          </p:nvSpPr>
          <p:spPr>
            <a:xfrm>
              <a:off x="9806189" y="2313214"/>
              <a:ext cx="76200" cy="9525"/>
            </a:xfrm>
            <a:custGeom>
              <a:avLst/>
              <a:gdLst>
                <a:gd name="csX0" fmla="*/ 550 w 76200"/>
                <a:gd name="csY0" fmla="*/ 92 h 9525"/>
                <a:gd name="csX1" fmla="*/ 76750 w 76200"/>
                <a:gd name="csY1" fmla="*/ 92 h 952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76200" h="9525">
                  <a:moveTo>
                    <a:pt x="550" y="92"/>
                  </a:moveTo>
                  <a:lnTo>
                    <a:pt x="76750" y="92"/>
                  </a:lnTo>
                </a:path>
              </a:pathLst>
            </a:custGeom>
            <a:grpFill/>
            <a:ln w="15240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160" name="Freeform: Shape 159">
              <a:extLst>
                <a:ext uri="{FF2B5EF4-FFF2-40B4-BE49-F238E27FC236}">
                  <a16:creationId xmlns:a16="http://schemas.microsoft.com/office/drawing/2014/main" id="{2C7A673D-7068-BE5F-013D-2D1D10F3BC0B}"/>
                </a:ext>
              </a:extLst>
            </p:cNvPr>
            <p:cNvSpPr/>
            <p:nvPr/>
          </p:nvSpPr>
          <p:spPr>
            <a:xfrm>
              <a:off x="9844289" y="2275114"/>
              <a:ext cx="9525" cy="76200"/>
            </a:xfrm>
            <a:custGeom>
              <a:avLst/>
              <a:gdLst>
                <a:gd name="csX0" fmla="*/ 550 w 9525"/>
                <a:gd name="csY0" fmla="*/ 92 h 76200"/>
                <a:gd name="csX1" fmla="*/ 550 w 9525"/>
                <a:gd name="csY1" fmla="*/ 76292 h 762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9525" h="76200">
                  <a:moveTo>
                    <a:pt x="550" y="92"/>
                  </a:moveTo>
                  <a:lnTo>
                    <a:pt x="550" y="76292"/>
                  </a:lnTo>
                </a:path>
              </a:pathLst>
            </a:custGeom>
            <a:grpFill/>
            <a:ln w="15240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161" name="Graphic 63">
            <a:extLst>
              <a:ext uri="{FF2B5EF4-FFF2-40B4-BE49-F238E27FC236}">
                <a16:creationId xmlns:a16="http://schemas.microsoft.com/office/drawing/2014/main" id="{AE6A2847-7A7F-4701-B65E-3CF453548DE8}"/>
              </a:ext>
            </a:extLst>
          </p:cNvPr>
          <p:cNvGrpSpPr/>
          <p:nvPr/>
        </p:nvGrpSpPr>
        <p:grpSpPr>
          <a:xfrm>
            <a:off x="8238561" y="2837765"/>
            <a:ext cx="57150" cy="57150"/>
            <a:chOff x="10339589" y="2122714"/>
            <a:chExt cx="57150" cy="57150"/>
          </a:xfrm>
          <a:solidFill>
            <a:srgbClr val="FF00FF"/>
          </a:solidFill>
        </p:grpSpPr>
        <p:sp>
          <p:nvSpPr>
            <p:cNvPr id="162" name="Freeform: Shape 161">
              <a:extLst>
                <a:ext uri="{FF2B5EF4-FFF2-40B4-BE49-F238E27FC236}">
                  <a16:creationId xmlns:a16="http://schemas.microsoft.com/office/drawing/2014/main" id="{10B845EB-ADBE-1327-771A-8D86D0F06D43}"/>
                </a:ext>
              </a:extLst>
            </p:cNvPr>
            <p:cNvSpPr/>
            <p:nvPr/>
          </p:nvSpPr>
          <p:spPr>
            <a:xfrm>
              <a:off x="10339589" y="2151289"/>
              <a:ext cx="57150" cy="9525"/>
            </a:xfrm>
            <a:custGeom>
              <a:avLst/>
              <a:gdLst>
                <a:gd name="csX0" fmla="*/ 605 w 57150"/>
                <a:gd name="csY0" fmla="*/ 75 h 9525"/>
                <a:gd name="csX1" fmla="*/ 57755 w 57150"/>
                <a:gd name="csY1" fmla="*/ 75 h 952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57150" h="9525">
                  <a:moveTo>
                    <a:pt x="605" y="75"/>
                  </a:moveTo>
                  <a:lnTo>
                    <a:pt x="57755" y="75"/>
                  </a:lnTo>
                </a:path>
              </a:pathLst>
            </a:custGeom>
            <a:grpFill/>
            <a:ln w="13335" cap="flat">
              <a:noFill/>
              <a:prstDash val="solid"/>
              <a:miter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163" name="Freeform: Shape 162">
              <a:extLst>
                <a:ext uri="{FF2B5EF4-FFF2-40B4-BE49-F238E27FC236}">
                  <a16:creationId xmlns:a16="http://schemas.microsoft.com/office/drawing/2014/main" id="{B85B9EA0-9108-45F7-5190-E20D5C27A9ED}"/>
                </a:ext>
              </a:extLst>
            </p:cNvPr>
            <p:cNvSpPr/>
            <p:nvPr/>
          </p:nvSpPr>
          <p:spPr>
            <a:xfrm>
              <a:off x="10368164" y="2122714"/>
              <a:ext cx="9525" cy="57150"/>
            </a:xfrm>
            <a:custGeom>
              <a:avLst/>
              <a:gdLst>
                <a:gd name="csX0" fmla="*/ 605 w 9525"/>
                <a:gd name="csY0" fmla="*/ 75 h 57150"/>
                <a:gd name="csX1" fmla="*/ 605 w 9525"/>
                <a:gd name="csY1" fmla="*/ 57225 h 5715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9525" h="57150">
                  <a:moveTo>
                    <a:pt x="605" y="75"/>
                  </a:moveTo>
                  <a:lnTo>
                    <a:pt x="605" y="57225"/>
                  </a:lnTo>
                </a:path>
              </a:pathLst>
            </a:custGeom>
            <a:grpFill/>
            <a:ln w="13335" cap="flat">
              <a:noFill/>
              <a:prstDash val="solid"/>
              <a:miter/>
            </a:ln>
          </p:spPr>
          <p:txBody>
            <a:bodyPr/>
            <a:lstStyle/>
            <a:p>
              <a:endParaRPr lang="en-AU"/>
            </a:p>
          </p:txBody>
        </p:sp>
      </p:grpSp>
      <p:sp>
        <p:nvSpPr>
          <p:cNvPr id="164" name="Freeform: Shape 163">
            <a:extLst>
              <a:ext uri="{FF2B5EF4-FFF2-40B4-BE49-F238E27FC236}">
                <a16:creationId xmlns:a16="http://schemas.microsoft.com/office/drawing/2014/main" id="{A4DCEB8F-AF4B-F551-8BD9-4A166E1F0174}"/>
              </a:ext>
            </a:extLst>
          </p:cNvPr>
          <p:cNvSpPr/>
          <p:nvPr/>
        </p:nvSpPr>
        <p:spPr>
          <a:xfrm>
            <a:off x="7802832" y="2214945"/>
            <a:ext cx="76200" cy="76200"/>
          </a:xfrm>
          <a:custGeom>
            <a:avLst/>
            <a:gdLst>
              <a:gd name="csX0" fmla="*/ 38100 w 76200"/>
              <a:gd name="csY0" fmla="*/ 0 h 76200"/>
              <a:gd name="csX1" fmla="*/ 76200 w 76200"/>
              <a:gd name="csY1" fmla="*/ 76200 h 76200"/>
              <a:gd name="csX2" fmla="*/ 0 w 76200"/>
              <a:gd name="csY2" fmla="*/ 76200 h 762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76200" h="76200">
                <a:moveTo>
                  <a:pt x="38100" y="0"/>
                </a:moveTo>
                <a:lnTo>
                  <a:pt x="76200" y="76200"/>
                </a:lnTo>
                <a:lnTo>
                  <a:pt x="0" y="76200"/>
                </a:lnTo>
                <a:close/>
              </a:path>
            </a:pathLst>
          </a:custGeom>
          <a:solidFill>
            <a:srgbClr val="00B0F0"/>
          </a:solidFill>
          <a:ln w="9525" cap="flat">
            <a:noFill/>
            <a:prstDash val="solid"/>
            <a:miter/>
          </a:ln>
        </p:spPr>
        <p:txBody>
          <a:bodyPr/>
          <a:lstStyle/>
          <a:p>
            <a:endParaRPr lang="en-AU"/>
          </a:p>
        </p:txBody>
      </p:sp>
      <p:sp>
        <p:nvSpPr>
          <p:cNvPr id="165" name="Freeform: Shape 164">
            <a:extLst>
              <a:ext uri="{FF2B5EF4-FFF2-40B4-BE49-F238E27FC236}">
                <a16:creationId xmlns:a16="http://schemas.microsoft.com/office/drawing/2014/main" id="{F7150F62-65AC-5FEC-547D-02917FBCD8B3}"/>
              </a:ext>
            </a:extLst>
          </p:cNvPr>
          <p:cNvSpPr/>
          <p:nvPr/>
        </p:nvSpPr>
        <p:spPr>
          <a:xfrm>
            <a:off x="8038536" y="2675840"/>
            <a:ext cx="76200" cy="76200"/>
          </a:xfrm>
          <a:custGeom>
            <a:avLst/>
            <a:gdLst>
              <a:gd name="csX0" fmla="*/ 38100 w 76200"/>
              <a:gd name="csY0" fmla="*/ 0 h 76200"/>
              <a:gd name="csX1" fmla="*/ 76200 w 76200"/>
              <a:gd name="csY1" fmla="*/ 76200 h 76200"/>
              <a:gd name="csX2" fmla="*/ 0 w 76200"/>
              <a:gd name="csY2" fmla="*/ 76200 h 762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76200" h="76200">
                <a:moveTo>
                  <a:pt x="38100" y="0"/>
                </a:moveTo>
                <a:lnTo>
                  <a:pt x="76200" y="76200"/>
                </a:lnTo>
                <a:lnTo>
                  <a:pt x="0" y="76200"/>
                </a:lnTo>
                <a:close/>
              </a:path>
            </a:pathLst>
          </a:custGeom>
          <a:solidFill>
            <a:srgbClr val="00B050"/>
          </a:solidFill>
          <a:ln w="9525" cap="flat">
            <a:noFill/>
            <a:prstDash val="solid"/>
            <a:miter/>
          </a:ln>
        </p:spPr>
        <p:txBody>
          <a:bodyPr/>
          <a:lstStyle/>
          <a:p>
            <a:endParaRPr lang="en-AU"/>
          </a:p>
        </p:txBody>
      </p:sp>
      <p:sp>
        <p:nvSpPr>
          <p:cNvPr id="166" name="Freeform: Shape 165">
            <a:extLst>
              <a:ext uri="{FF2B5EF4-FFF2-40B4-BE49-F238E27FC236}">
                <a16:creationId xmlns:a16="http://schemas.microsoft.com/office/drawing/2014/main" id="{4E8315A8-1392-C0D9-2AAE-B46936DD3375}"/>
              </a:ext>
            </a:extLst>
          </p:cNvPr>
          <p:cNvSpPr/>
          <p:nvPr/>
        </p:nvSpPr>
        <p:spPr>
          <a:xfrm>
            <a:off x="8538980" y="1541241"/>
            <a:ext cx="76200" cy="76200"/>
          </a:xfrm>
          <a:custGeom>
            <a:avLst/>
            <a:gdLst>
              <a:gd name="csX0" fmla="*/ 38100 w 76200"/>
              <a:gd name="csY0" fmla="*/ 0 h 76200"/>
              <a:gd name="csX1" fmla="*/ 76200 w 76200"/>
              <a:gd name="csY1" fmla="*/ 76200 h 76200"/>
              <a:gd name="csX2" fmla="*/ 0 w 76200"/>
              <a:gd name="csY2" fmla="*/ 76200 h 762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76200" h="76200">
                <a:moveTo>
                  <a:pt x="38100" y="0"/>
                </a:moveTo>
                <a:lnTo>
                  <a:pt x="76200" y="76200"/>
                </a:lnTo>
                <a:lnTo>
                  <a:pt x="0" y="76200"/>
                </a:ln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 w="9525" cap="flat">
            <a:noFill/>
            <a:prstDash val="solid"/>
            <a:miter/>
          </a:ln>
        </p:spPr>
        <p:txBody>
          <a:bodyPr/>
          <a:lstStyle/>
          <a:p>
            <a:endParaRPr lang="en-AU"/>
          </a:p>
        </p:txBody>
      </p:sp>
      <p:grpSp>
        <p:nvGrpSpPr>
          <p:cNvPr id="167" name="Graphic 63">
            <a:extLst>
              <a:ext uri="{FF2B5EF4-FFF2-40B4-BE49-F238E27FC236}">
                <a16:creationId xmlns:a16="http://schemas.microsoft.com/office/drawing/2014/main" id="{8C2B1406-1894-0CB6-0C43-72FAF9291D4E}"/>
              </a:ext>
            </a:extLst>
          </p:cNvPr>
          <p:cNvGrpSpPr/>
          <p:nvPr/>
        </p:nvGrpSpPr>
        <p:grpSpPr>
          <a:xfrm>
            <a:off x="8434205" y="1912716"/>
            <a:ext cx="152400" cy="57150"/>
            <a:chOff x="10511039" y="2837089"/>
            <a:chExt cx="152400" cy="57150"/>
          </a:xfrm>
          <a:solidFill>
            <a:schemeClr val="accent5">
              <a:lumMod val="60000"/>
              <a:lumOff val="40000"/>
            </a:schemeClr>
          </a:solidFill>
        </p:grpSpPr>
        <p:sp>
          <p:nvSpPr>
            <p:cNvPr id="168" name="Freeform: Shape 167">
              <a:extLst>
                <a:ext uri="{FF2B5EF4-FFF2-40B4-BE49-F238E27FC236}">
                  <a16:creationId xmlns:a16="http://schemas.microsoft.com/office/drawing/2014/main" id="{E1CB7BF9-4C7A-935F-5950-800588A1D560}"/>
                </a:ext>
              </a:extLst>
            </p:cNvPr>
            <p:cNvSpPr/>
            <p:nvPr/>
          </p:nvSpPr>
          <p:spPr>
            <a:xfrm>
              <a:off x="10511039" y="2865664"/>
              <a:ext cx="152400" cy="9525"/>
            </a:xfrm>
            <a:custGeom>
              <a:avLst/>
              <a:gdLst>
                <a:gd name="csX0" fmla="*/ 620 w 152400"/>
                <a:gd name="csY0" fmla="*/ 150 h 9525"/>
                <a:gd name="csX1" fmla="*/ 153020 w 152400"/>
                <a:gd name="csY1" fmla="*/ 150 h 952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52400" h="9525">
                  <a:moveTo>
                    <a:pt x="620" y="150"/>
                  </a:moveTo>
                  <a:lnTo>
                    <a:pt x="153020" y="150"/>
                  </a:lnTo>
                </a:path>
              </a:pathLst>
            </a:custGeom>
            <a:grpFill/>
            <a:ln w="9525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169" name="Freeform: Shape 168">
              <a:extLst>
                <a:ext uri="{FF2B5EF4-FFF2-40B4-BE49-F238E27FC236}">
                  <a16:creationId xmlns:a16="http://schemas.microsoft.com/office/drawing/2014/main" id="{3388666C-7724-958E-4B5C-D2B9733073DB}"/>
                </a:ext>
              </a:extLst>
            </p:cNvPr>
            <p:cNvSpPr/>
            <p:nvPr/>
          </p:nvSpPr>
          <p:spPr>
            <a:xfrm>
              <a:off x="10511039" y="2837089"/>
              <a:ext cx="9525" cy="57150"/>
            </a:xfrm>
            <a:custGeom>
              <a:avLst/>
              <a:gdLst>
                <a:gd name="csX0" fmla="*/ 620 w 9525"/>
                <a:gd name="csY0" fmla="*/ 150 h 57150"/>
                <a:gd name="csX1" fmla="*/ 620 w 9525"/>
                <a:gd name="csY1" fmla="*/ 57300 h 5715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9525" h="57150">
                  <a:moveTo>
                    <a:pt x="620" y="150"/>
                  </a:moveTo>
                  <a:lnTo>
                    <a:pt x="620" y="57300"/>
                  </a:lnTo>
                </a:path>
              </a:pathLst>
            </a:custGeom>
            <a:grpFill/>
            <a:ln w="9525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170" name="Freeform: Shape 169">
              <a:extLst>
                <a:ext uri="{FF2B5EF4-FFF2-40B4-BE49-F238E27FC236}">
                  <a16:creationId xmlns:a16="http://schemas.microsoft.com/office/drawing/2014/main" id="{BFBCA540-D51D-4E0B-DEF1-EA279BC96280}"/>
                </a:ext>
              </a:extLst>
            </p:cNvPr>
            <p:cNvSpPr/>
            <p:nvPr/>
          </p:nvSpPr>
          <p:spPr>
            <a:xfrm>
              <a:off x="10663439" y="2837089"/>
              <a:ext cx="9525" cy="57150"/>
            </a:xfrm>
            <a:custGeom>
              <a:avLst/>
              <a:gdLst>
                <a:gd name="csX0" fmla="*/ 620 w 9525"/>
                <a:gd name="csY0" fmla="*/ 150 h 57150"/>
                <a:gd name="csX1" fmla="*/ 620 w 9525"/>
                <a:gd name="csY1" fmla="*/ 57300 h 5715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9525" h="57150">
                  <a:moveTo>
                    <a:pt x="620" y="150"/>
                  </a:moveTo>
                  <a:lnTo>
                    <a:pt x="620" y="57300"/>
                  </a:lnTo>
                </a:path>
              </a:pathLst>
            </a:custGeom>
            <a:grpFill/>
            <a:ln w="9525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171" name="Rectangle 170">
              <a:extLst>
                <a:ext uri="{FF2B5EF4-FFF2-40B4-BE49-F238E27FC236}">
                  <a16:creationId xmlns:a16="http://schemas.microsoft.com/office/drawing/2014/main" id="{D46AE3FA-2D67-96FE-0343-BAFA69BEB048}"/>
                </a:ext>
              </a:extLst>
            </p:cNvPr>
            <p:cNvSpPr/>
            <p:nvPr/>
          </p:nvSpPr>
          <p:spPr>
            <a:xfrm>
              <a:off x="10549139" y="2837089"/>
              <a:ext cx="66675" cy="57150"/>
            </a:xfrm>
            <a:prstGeom prst="rect">
              <a:avLst/>
            </a:prstGeom>
            <a:grpFill/>
            <a:ln w="9525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172" name="Freeform: Shape 171">
              <a:extLst>
                <a:ext uri="{FF2B5EF4-FFF2-40B4-BE49-F238E27FC236}">
                  <a16:creationId xmlns:a16="http://schemas.microsoft.com/office/drawing/2014/main" id="{EC6B4BBA-B529-557C-DE9F-5EA8C3EAA4F2}"/>
                </a:ext>
              </a:extLst>
            </p:cNvPr>
            <p:cNvSpPr/>
            <p:nvPr/>
          </p:nvSpPr>
          <p:spPr>
            <a:xfrm>
              <a:off x="10587239" y="2837089"/>
              <a:ext cx="9525" cy="57150"/>
            </a:xfrm>
            <a:custGeom>
              <a:avLst/>
              <a:gdLst>
                <a:gd name="csX0" fmla="*/ 620 w 9525"/>
                <a:gd name="csY0" fmla="*/ 150 h 57150"/>
                <a:gd name="csX1" fmla="*/ 620 w 9525"/>
                <a:gd name="csY1" fmla="*/ 57300 h 5715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9525" h="57150">
                  <a:moveTo>
                    <a:pt x="620" y="150"/>
                  </a:moveTo>
                  <a:lnTo>
                    <a:pt x="620" y="57300"/>
                  </a:lnTo>
                </a:path>
              </a:pathLst>
            </a:custGeom>
            <a:grpFill/>
            <a:ln w="9525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AU"/>
            </a:p>
          </p:txBody>
        </p:sp>
      </p:grpSp>
      <p:sp>
        <p:nvSpPr>
          <p:cNvPr id="173" name="Rectangle 172">
            <a:extLst>
              <a:ext uri="{FF2B5EF4-FFF2-40B4-BE49-F238E27FC236}">
                <a16:creationId xmlns:a16="http://schemas.microsoft.com/office/drawing/2014/main" id="{7C249035-39E3-2872-14D8-B6192FA17086}"/>
              </a:ext>
            </a:extLst>
          </p:cNvPr>
          <p:cNvSpPr/>
          <p:nvPr/>
        </p:nvSpPr>
        <p:spPr>
          <a:xfrm>
            <a:off x="8358005" y="1703166"/>
            <a:ext cx="28575" cy="12382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 cap="flat">
            <a:noFill/>
            <a:prstDash val="solid"/>
            <a:miter/>
          </a:ln>
        </p:spPr>
        <p:txBody>
          <a:bodyPr/>
          <a:lstStyle/>
          <a:p>
            <a:endParaRPr lang="en-AU"/>
          </a:p>
        </p:txBody>
      </p:sp>
      <p:sp>
        <p:nvSpPr>
          <p:cNvPr id="174" name="Rectangle 173">
            <a:extLst>
              <a:ext uri="{FF2B5EF4-FFF2-40B4-BE49-F238E27FC236}">
                <a16:creationId xmlns:a16="http://schemas.microsoft.com/office/drawing/2014/main" id="{B362F882-93AE-134B-7772-6B3CBBA0B2B7}"/>
              </a:ext>
            </a:extLst>
          </p:cNvPr>
          <p:cNvSpPr/>
          <p:nvPr/>
        </p:nvSpPr>
        <p:spPr>
          <a:xfrm>
            <a:off x="8415155" y="1636491"/>
            <a:ext cx="28575" cy="1905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 cap="flat">
            <a:noFill/>
            <a:prstDash val="solid"/>
            <a:miter/>
          </a:ln>
        </p:spPr>
        <p:txBody>
          <a:bodyPr/>
          <a:lstStyle/>
          <a:p>
            <a:endParaRPr lang="en-AU"/>
          </a:p>
        </p:txBody>
      </p:sp>
      <p:sp>
        <p:nvSpPr>
          <p:cNvPr id="175" name="Rectangle 174">
            <a:extLst>
              <a:ext uri="{FF2B5EF4-FFF2-40B4-BE49-F238E27FC236}">
                <a16:creationId xmlns:a16="http://schemas.microsoft.com/office/drawing/2014/main" id="{BB42B3D1-362C-2048-B4B7-9C7F46CA22F0}"/>
              </a:ext>
            </a:extLst>
          </p:cNvPr>
          <p:cNvSpPr/>
          <p:nvPr/>
        </p:nvSpPr>
        <p:spPr>
          <a:xfrm>
            <a:off x="8472305" y="1674591"/>
            <a:ext cx="28575" cy="1524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 cap="flat">
            <a:noFill/>
            <a:prstDash val="solid"/>
            <a:miter/>
          </a:ln>
        </p:spPr>
        <p:txBody>
          <a:bodyPr/>
          <a:lstStyle/>
          <a:p>
            <a:endParaRPr lang="en-AU"/>
          </a:p>
        </p:txBody>
      </p:sp>
      <p:sp>
        <p:nvSpPr>
          <p:cNvPr id="176" name="Oval 175">
            <a:extLst>
              <a:ext uri="{FF2B5EF4-FFF2-40B4-BE49-F238E27FC236}">
                <a16:creationId xmlns:a16="http://schemas.microsoft.com/office/drawing/2014/main" id="{FE503D24-EDB8-C488-E1FC-18D3EA28E47B}"/>
              </a:ext>
            </a:extLst>
          </p:cNvPr>
          <p:cNvSpPr/>
          <p:nvPr/>
        </p:nvSpPr>
        <p:spPr>
          <a:xfrm>
            <a:off x="8200461" y="2466290"/>
            <a:ext cx="38100" cy="38100"/>
          </a:xfrm>
          <a:prstGeom prst="ellipse">
            <a:avLst/>
          </a:prstGeom>
          <a:solidFill>
            <a:srgbClr val="00B050"/>
          </a:solidFill>
          <a:ln w="9525" cap="flat">
            <a:noFill/>
            <a:prstDash val="solid"/>
            <a:miter/>
          </a:ln>
        </p:spPr>
        <p:txBody>
          <a:bodyPr/>
          <a:lstStyle/>
          <a:p>
            <a:endParaRPr lang="en-AU"/>
          </a:p>
        </p:txBody>
      </p:sp>
      <p:sp>
        <p:nvSpPr>
          <p:cNvPr id="177" name="Oval 176">
            <a:extLst>
              <a:ext uri="{FF2B5EF4-FFF2-40B4-BE49-F238E27FC236}">
                <a16:creationId xmlns:a16="http://schemas.microsoft.com/office/drawing/2014/main" id="{6AE90334-D5A8-4605-4DE3-99676A32D686}"/>
              </a:ext>
            </a:extLst>
          </p:cNvPr>
          <p:cNvSpPr/>
          <p:nvPr/>
        </p:nvSpPr>
        <p:spPr>
          <a:xfrm>
            <a:off x="8348098" y="2613927"/>
            <a:ext cx="28575" cy="28575"/>
          </a:xfrm>
          <a:prstGeom prst="ellipse">
            <a:avLst/>
          </a:prstGeom>
          <a:solidFill>
            <a:srgbClr val="000000"/>
          </a:solidFill>
          <a:ln w="9525" cap="flat">
            <a:noFill/>
            <a:prstDash val="solid"/>
            <a:miter/>
          </a:ln>
        </p:spPr>
        <p:txBody>
          <a:bodyPr/>
          <a:lstStyle/>
          <a:p>
            <a:endParaRPr lang="en-AU"/>
          </a:p>
        </p:txBody>
      </p:sp>
      <p:sp>
        <p:nvSpPr>
          <p:cNvPr id="178" name="Oval 177">
            <a:extLst>
              <a:ext uri="{FF2B5EF4-FFF2-40B4-BE49-F238E27FC236}">
                <a16:creationId xmlns:a16="http://schemas.microsoft.com/office/drawing/2014/main" id="{55499737-C80D-529F-8255-483474E09E01}"/>
              </a:ext>
            </a:extLst>
          </p:cNvPr>
          <p:cNvSpPr/>
          <p:nvPr/>
        </p:nvSpPr>
        <p:spPr>
          <a:xfrm>
            <a:off x="8486211" y="2494865"/>
            <a:ext cx="38100" cy="38100"/>
          </a:xfrm>
          <a:prstGeom prst="ellipse">
            <a:avLst/>
          </a:prstGeom>
          <a:solidFill>
            <a:srgbClr val="FF0000"/>
          </a:solidFill>
          <a:ln w="9525" cap="flat">
            <a:noFill/>
            <a:prstDash val="solid"/>
            <a:miter/>
          </a:ln>
        </p:spPr>
        <p:txBody>
          <a:bodyPr/>
          <a:lstStyle/>
          <a:p>
            <a:endParaRPr lang="en-AU"/>
          </a:p>
        </p:txBody>
      </p:sp>
      <p:sp>
        <p:nvSpPr>
          <p:cNvPr id="179" name="Oval 178">
            <a:extLst>
              <a:ext uri="{FF2B5EF4-FFF2-40B4-BE49-F238E27FC236}">
                <a16:creationId xmlns:a16="http://schemas.microsoft.com/office/drawing/2014/main" id="{C013C491-99B1-5F0E-8148-AD5469903F32}"/>
              </a:ext>
            </a:extLst>
          </p:cNvPr>
          <p:cNvSpPr/>
          <p:nvPr/>
        </p:nvSpPr>
        <p:spPr>
          <a:xfrm>
            <a:off x="8633848" y="2709177"/>
            <a:ext cx="28575" cy="28575"/>
          </a:xfrm>
          <a:prstGeom prst="ellipse">
            <a:avLst/>
          </a:prstGeom>
          <a:solidFill>
            <a:srgbClr val="000000"/>
          </a:solidFill>
          <a:ln w="9525" cap="flat">
            <a:noFill/>
            <a:prstDash val="solid"/>
            <a:miter/>
          </a:ln>
        </p:spPr>
        <p:txBody>
          <a:bodyPr/>
          <a:lstStyle/>
          <a:p>
            <a:endParaRPr lang="en-AU"/>
          </a:p>
        </p:txBody>
      </p:sp>
      <p:sp>
        <p:nvSpPr>
          <p:cNvPr id="180" name="Oval 179">
            <a:extLst>
              <a:ext uri="{FF2B5EF4-FFF2-40B4-BE49-F238E27FC236}">
                <a16:creationId xmlns:a16="http://schemas.microsoft.com/office/drawing/2014/main" id="{B2B28A08-73B9-BB2B-02AC-C692355238B3}"/>
              </a:ext>
            </a:extLst>
          </p:cNvPr>
          <p:cNvSpPr/>
          <p:nvPr/>
        </p:nvSpPr>
        <p:spPr>
          <a:xfrm>
            <a:off x="8771961" y="2532965"/>
            <a:ext cx="38100" cy="38100"/>
          </a:xfrm>
          <a:prstGeom prst="ellipse">
            <a:avLst/>
          </a:prstGeom>
          <a:solidFill>
            <a:srgbClr val="FF0000"/>
          </a:solidFill>
          <a:ln w="9525" cap="flat">
            <a:noFill/>
            <a:prstDash val="solid"/>
            <a:miter/>
          </a:ln>
        </p:spPr>
        <p:txBody>
          <a:bodyPr/>
          <a:lstStyle/>
          <a:p>
            <a:endParaRPr lang="en-AU"/>
          </a:p>
        </p:txBody>
      </p:sp>
      <p:sp>
        <p:nvSpPr>
          <p:cNvPr id="181" name="Oval 180">
            <a:extLst>
              <a:ext uri="{FF2B5EF4-FFF2-40B4-BE49-F238E27FC236}">
                <a16:creationId xmlns:a16="http://schemas.microsoft.com/office/drawing/2014/main" id="{3BF23D2E-A057-F445-8769-2E48D6EA81B7}"/>
              </a:ext>
            </a:extLst>
          </p:cNvPr>
          <p:cNvSpPr/>
          <p:nvPr/>
        </p:nvSpPr>
        <p:spPr>
          <a:xfrm>
            <a:off x="8681473" y="2375802"/>
            <a:ext cx="28575" cy="28575"/>
          </a:xfrm>
          <a:prstGeom prst="ellipse">
            <a:avLst/>
          </a:prstGeom>
          <a:solidFill>
            <a:srgbClr val="000000"/>
          </a:solidFill>
          <a:ln w="9525" cap="flat">
            <a:noFill/>
            <a:prstDash val="solid"/>
            <a:miter/>
          </a:ln>
        </p:spPr>
        <p:txBody>
          <a:bodyPr/>
          <a:lstStyle/>
          <a:p>
            <a:endParaRPr lang="en-AU"/>
          </a:p>
        </p:txBody>
      </p:sp>
      <p:sp>
        <p:nvSpPr>
          <p:cNvPr id="182" name="Oval 181">
            <a:extLst>
              <a:ext uri="{FF2B5EF4-FFF2-40B4-BE49-F238E27FC236}">
                <a16:creationId xmlns:a16="http://schemas.microsoft.com/office/drawing/2014/main" id="{6677EFB6-B5A2-29BD-F112-E5E59495C1DA}"/>
              </a:ext>
            </a:extLst>
          </p:cNvPr>
          <p:cNvSpPr/>
          <p:nvPr/>
        </p:nvSpPr>
        <p:spPr>
          <a:xfrm>
            <a:off x="8871973" y="2804427"/>
            <a:ext cx="28575" cy="28575"/>
          </a:xfrm>
          <a:prstGeom prst="ellipse">
            <a:avLst/>
          </a:prstGeom>
          <a:solidFill>
            <a:srgbClr val="FF00FF"/>
          </a:solidFill>
          <a:ln w="9525" cap="flat">
            <a:noFill/>
            <a:prstDash val="solid"/>
            <a:miter/>
          </a:ln>
        </p:spPr>
        <p:txBody>
          <a:bodyPr/>
          <a:lstStyle/>
          <a:p>
            <a:endParaRPr lang="en-AU"/>
          </a:p>
        </p:txBody>
      </p:sp>
      <p:sp>
        <p:nvSpPr>
          <p:cNvPr id="183" name="Freeform: Shape 182">
            <a:extLst>
              <a:ext uri="{FF2B5EF4-FFF2-40B4-BE49-F238E27FC236}">
                <a16:creationId xmlns:a16="http://schemas.microsoft.com/office/drawing/2014/main" id="{4CF0F9A7-3D3C-E9FB-0689-DE7B9383546E}"/>
              </a:ext>
            </a:extLst>
          </p:cNvPr>
          <p:cNvSpPr/>
          <p:nvPr/>
        </p:nvSpPr>
        <p:spPr>
          <a:xfrm>
            <a:off x="8600511" y="2866340"/>
            <a:ext cx="285750" cy="142875"/>
          </a:xfrm>
          <a:custGeom>
            <a:avLst/>
            <a:gdLst>
              <a:gd name="csX0" fmla="*/ 0 w 285750"/>
              <a:gd name="csY0" fmla="*/ 142875 h 142875"/>
              <a:gd name="csX1" fmla="*/ 95250 w 285750"/>
              <a:gd name="csY1" fmla="*/ 47625 h 142875"/>
              <a:gd name="csX2" fmla="*/ 190500 w 285750"/>
              <a:gd name="csY2" fmla="*/ 104775 h 142875"/>
              <a:gd name="csX3" fmla="*/ 285750 w 285750"/>
              <a:gd name="csY3" fmla="*/ 0 h 14287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285750" h="142875">
                <a:moveTo>
                  <a:pt x="0" y="142875"/>
                </a:moveTo>
                <a:lnTo>
                  <a:pt x="95250" y="47625"/>
                </a:lnTo>
                <a:lnTo>
                  <a:pt x="190500" y="104775"/>
                </a:lnTo>
                <a:lnTo>
                  <a:pt x="285750" y="0"/>
                </a:lnTo>
              </a:path>
            </a:pathLst>
          </a:custGeom>
          <a:solidFill>
            <a:srgbClr val="FF00FF"/>
          </a:solidFill>
          <a:ln w="11430" cap="flat">
            <a:noFill/>
            <a:prstDash val="solid"/>
            <a:miter/>
          </a:ln>
        </p:spPr>
        <p:txBody>
          <a:bodyPr/>
          <a:lstStyle/>
          <a:p>
            <a:endParaRPr lang="en-AU"/>
          </a:p>
        </p:txBody>
      </p:sp>
      <p:sp>
        <p:nvSpPr>
          <p:cNvPr id="184" name="Oval 183">
            <a:extLst>
              <a:ext uri="{FF2B5EF4-FFF2-40B4-BE49-F238E27FC236}">
                <a16:creationId xmlns:a16="http://schemas.microsoft.com/office/drawing/2014/main" id="{AEFC5BAA-511E-AE87-B2E3-04B27904EF87}"/>
              </a:ext>
            </a:extLst>
          </p:cNvPr>
          <p:cNvSpPr/>
          <p:nvPr/>
        </p:nvSpPr>
        <p:spPr>
          <a:xfrm>
            <a:off x="8586223" y="2994927"/>
            <a:ext cx="28575" cy="28575"/>
          </a:xfrm>
          <a:prstGeom prst="ellipse">
            <a:avLst/>
          </a:prstGeom>
          <a:solidFill>
            <a:srgbClr val="000000"/>
          </a:solidFill>
          <a:ln w="9525" cap="flat">
            <a:noFill/>
            <a:prstDash val="solid"/>
            <a:miter/>
          </a:ln>
        </p:spPr>
        <p:txBody>
          <a:bodyPr/>
          <a:lstStyle/>
          <a:p>
            <a:endParaRPr lang="en-AU"/>
          </a:p>
        </p:txBody>
      </p:sp>
      <p:sp>
        <p:nvSpPr>
          <p:cNvPr id="185" name="Oval 184">
            <a:extLst>
              <a:ext uri="{FF2B5EF4-FFF2-40B4-BE49-F238E27FC236}">
                <a16:creationId xmlns:a16="http://schemas.microsoft.com/office/drawing/2014/main" id="{965955AA-8526-62D5-8A3E-4BF00E289696}"/>
              </a:ext>
            </a:extLst>
          </p:cNvPr>
          <p:cNvSpPr/>
          <p:nvPr/>
        </p:nvSpPr>
        <p:spPr>
          <a:xfrm>
            <a:off x="8681473" y="2899677"/>
            <a:ext cx="28575" cy="28575"/>
          </a:xfrm>
          <a:prstGeom prst="ellipse">
            <a:avLst/>
          </a:prstGeom>
          <a:solidFill>
            <a:srgbClr val="FF00FF"/>
          </a:solidFill>
          <a:ln w="9525" cap="flat">
            <a:noFill/>
            <a:prstDash val="solid"/>
            <a:miter/>
          </a:ln>
        </p:spPr>
        <p:txBody>
          <a:bodyPr/>
          <a:lstStyle/>
          <a:p>
            <a:endParaRPr lang="en-AU"/>
          </a:p>
        </p:txBody>
      </p:sp>
      <p:sp>
        <p:nvSpPr>
          <p:cNvPr id="186" name="Oval 185">
            <a:extLst>
              <a:ext uri="{FF2B5EF4-FFF2-40B4-BE49-F238E27FC236}">
                <a16:creationId xmlns:a16="http://schemas.microsoft.com/office/drawing/2014/main" id="{CE93660E-C7B9-7ADE-98A7-9A27C602DBE2}"/>
              </a:ext>
            </a:extLst>
          </p:cNvPr>
          <p:cNvSpPr/>
          <p:nvPr/>
        </p:nvSpPr>
        <p:spPr>
          <a:xfrm>
            <a:off x="8776723" y="2956827"/>
            <a:ext cx="28575" cy="28575"/>
          </a:xfrm>
          <a:prstGeom prst="ellipse">
            <a:avLst/>
          </a:prstGeom>
          <a:solidFill>
            <a:srgbClr val="FF00FF"/>
          </a:solidFill>
          <a:ln w="9525" cap="flat">
            <a:noFill/>
            <a:prstDash val="solid"/>
            <a:miter/>
          </a:ln>
        </p:spPr>
        <p:txBody>
          <a:bodyPr/>
          <a:lstStyle/>
          <a:p>
            <a:endParaRPr lang="en-AU"/>
          </a:p>
        </p:txBody>
      </p:sp>
      <p:sp>
        <p:nvSpPr>
          <p:cNvPr id="187" name="Oval 186">
            <a:extLst>
              <a:ext uri="{FF2B5EF4-FFF2-40B4-BE49-F238E27FC236}">
                <a16:creationId xmlns:a16="http://schemas.microsoft.com/office/drawing/2014/main" id="{63863520-8998-34D5-29B7-2E5CEF2AB5BB}"/>
              </a:ext>
            </a:extLst>
          </p:cNvPr>
          <p:cNvSpPr/>
          <p:nvPr/>
        </p:nvSpPr>
        <p:spPr>
          <a:xfrm>
            <a:off x="8871973" y="2852052"/>
            <a:ext cx="28575" cy="28575"/>
          </a:xfrm>
          <a:prstGeom prst="ellipse">
            <a:avLst/>
          </a:prstGeom>
          <a:solidFill>
            <a:srgbClr val="FF00FF"/>
          </a:solidFill>
          <a:ln w="9525" cap="flat">
            <a:noFill/>
            <a:prstDash val="solid"/>
            <a:miter/>
          </a:ln>
        </p:spPr>
        <p:txBody>
          <a:bodyPr/>
          <a:lstStyle/>
          <a:p>
            <a:endParaRPr lang="en-AU"/>
          </a:p>
        </p:txBody>
      </p:sp>
      <p:sp>
        <p:nvSpPr>
          <p:cNvPr id="190" name="TextBox 189">
            <a:extLst>
              <a:ext uri="{FF2B5EF4-FFF2-40B4-BE49-F238E27FC236}">
                <a16:creationId xmlns:a16="http://schemas.microsoft.com/office/drawing/2014/main" id="{AB5E28EF-607B-31A3-8F8A-CE40002BC0E2}"/>
              </a:ext>
            </a:extLst>
          </p:cNvPr>
          <p:cNvSpPr txBox="1"/>
          <p:nvPr/>
        </p:nvSpPr>
        <p:spPr>
          <a:xfrm>
            <a:off x="8651288" y="5885803"/>
            <a:ext cx="430387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/>
              <a:t>Credit: </a:t>
            </a:r>
            <a:r>
              <a:rPr lang="en-AU" sz="1000" dirty="0" err="1"/>
              <a:t>tanrıca@pixabay</a:t>
            </a:r>
            <a:endParaRPr lang="en-AU" sz="1000" dirty="0"/>
          </a:p>
        </p:txBody>
      </p:sp>
    </p:spTree>
    <p:extLst>
      <p:ext uri="{BB962C8B-B14F-4D97-AF65-F5344CB8AC3E}">
        <p14:creationId xmlns:p14="http://schemas.microsoft.com/office/powerpoint/2010/main" val="7124963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0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3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6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9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2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5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8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1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4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7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0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3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6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9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2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5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8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1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4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7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0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3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6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9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2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5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8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1" dur="5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4" dur="5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7" dur="5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0" dur="5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3" dur="5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6" dur="5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9" dur="50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2" dur="50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5" dur="5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8" dur="500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1" dur="500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4" dur="500"/>
                                        <p:tgtEl>
                                          <p:spTgt spid="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7" dur="5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0" dur="5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3" dur="5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6" dur="50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9" dur="500"/>
                                        <p:tgtEl>
                                          <p:spTgt spid="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2" dur="5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5" dur="50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8" dur="500"/>
                                        <p:tgtEl>
                                          <p:spTgt spid="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1" dur="500"/>
                                        <p:tgtEl>
                                          <p:spTgt spid="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4" dur="500"/>
                                        <p:tgtEl>
                                          <p:spTgt spid="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7" dur="500"/>
                                        <p:tgtEl>
                                          <p:spTgt spid="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0" dur="500"/>
                                        <p:tgtEl>
                                          <p:spTgt spid="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55" grpId="0" animBg="1"/>
      <p:bldP spid="56" grpId="0" animBg="1"/>
      <p:bldP spid="57" grpId="0" animBg="1"/>
      <p:bldP spid="58" grpId="0" animBg="1"/>
      <p:bldP spid="59" grpId="0" animBg="1"/>
      <p:bldP spid="89" grpId="0" animBg="1"/>
      <p:bldP spid="90" grpId="0" animBg="1"/>
      <p:bldP spid="91" grpId="0" animBg="1"/>
      <p:bldP spid="92" grpId="0" animBg="1"/>
      <p:bldP spid="93" grpId="0" animBg="1"/>
      <p:bldP spid="94" grpId="0" animBg="1"/>
      <p:bldP spid="102" grpId="0" animBg="1"/>
      <p:bldP spid="103" grpId="0" animBg="1"/>
      <p:bldP spid="104" grpId="0" animBg="1"/>
      <p:bldP spid="105" grpId="0" animBg="1"/>
      <p:bldP spid="106" grpId="0" animBg="1"/>
      <p:bldP spid="107" grpId="0" animBg="1"/>
      <p:bldP spid="108" grpId="0" animBg="1"/>
      <p:bldP spid="109" grpId="0" animBg="1"/>
      <p:bldP spid="110" grpId="0" animBg="1"/>
      <p:bldP spid="111" grpId="0" animBg="1"/>
      <p:bldP spid="127" grpId="0" animBg="1"/>
      <p:bldP spid="128" grpId="0" animBg="1"/>
      <p:bldP spid="129" grpId="0" animBg="1"/>
      <p:bldP spid="130" grpId="0" animBg="1"/>
      <p:bldP spid="131" grpId="0" animBg="1"/>
      <p:bldP spid="132" grpId="0" animBg="1"/>
      <p:bldP spid="164" grpId="0" animBg="1"/>
      <p:bldP spid="165" grpId="0" animBg="1"/>
      <p:bldP spid="166" grpId="0" animBg="1"/>
      <p:bldP spid="173" grpId="0" animBg="1"/>
      <p:bldP spid="174" grpId="0" animBg="1"/>
      <p:bldP spid="175" grpId="0" animBg="1"/>
      <p:bldP spid="176" grpId="0" animBg="1"/>
      <p:bldP spid="177" grpId="0" animBg="1"/>
      <p:bldP spid="178" grpId="0" animBg="1"/>
      <p:bldP spid="179" grpId="0" animBg="1"/>
      <p:bldP spid="180" grpId="0" animBg="1"/>
      <p:bldP spid="181" grpId="0" animBg="1"/>
      <p:bldP spid="182" grpId="0" animBg="1"/>
      <p:bldP spid="183" grpId="0" animBg="1"/>
      <p:bldP spid="184" grpId="0" animBg="1"/>
      <p:bldP spid="185" grpId="0" animBg="1"/>
      <p:bldP spid="186" grpId="0" animBg="1"/>
      <p:bldP spid="187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E165EF-5911-B720-1960-48B8AEDF95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854D28DF-4536-FDE5-3C6B-4B1322AEF88E}"/>
              </a:ext>
            </a:extLst>
          </p:cNvPr>
          <p:cNvSpPr/>
          <p:nvPr/>
        </p:nvSpPr>
        <p:spPr>
          <a:xfrm flipH="1">
            <a:off x="5167149" y="1487796"/>
            <a:ext cx="322796" cy="305163"/>
          </a:xfrm>
          <a:custGeom>
            <a:avLst/>
            <a:gdLst>
              <a:gd name="csX0" fmla="*/ 297368 w 322796"/>
              <a:gd name="csY0" fmla="*/ 0 h 305163"/>
              <a:gd name="csX1" fmla="*/ 291201 w 322796"/>
              <a:gd name="csY1" fmla="*/ 533 h 305163"/>
              <a:gd name="csX2" fmla="*/ 247508 w 322796"/>
              <a:gd name="csY2" fmla="*/ 25972 h 305163"/>
              <a:gd name="csX3" fmla="*/ 223094 w 322796"/>
              <a:gd name="csY3" fmla="*/ 53388 h 305163"/>
              <a:gd name="csX4" fmla="*/ 206002 w 322796"/>
              <a:gd name="csY4" fmla="*/ 72284 h 305163"/>
              <a:gd name="csX5" fmla="*/ 196164 w 322796"/>
              <a:gd name="csY5" fmla="*/ 73134 h 305163"/>
              <a:gd name="csX6" fmla="*/ 189389 w 322796"/>
              <a:gd name="csY6" fmla="*/ 72947 h 305163"/>
              <a:gd name="csX7" fmla="*/ 179692 w 322796"/>
              <a:gd name="csY7" fmla="*/ 72781 h 305163"/>
              <a:gd name="csX8" fmla="*/ 137435 w 322796"/>
              <a:gd name="csY8" fmla="*/ 75615 h 305163"/>
              <a:gd name="csX9" fmla="*/ 76134 w 322796"/>
              <a:gd name="csY9" fmla="*/ 111996 h 305163"/>
              <a:gd name="csX10" fmla="*/ 61226 w 322796"/>
              <a:gd name="csY10" fmla="*/ 157039 h 305163"/>
              <a:gd name="csX11" fmla="*/ 89741 w 322796"/>
              <a:gd name="csY11" fmla="*/ 227229 h 305163"/>
              <a:gd name="csX12" fmla="*/ 88166 w 322796"/>
              <a:gd name="csY12" fmla="*/ 264366 h 305163"/>
              <a:gd name="csX13" fmla="*/ 43101 w 322796"/>
              <a:gd name="csY13" fmla="*/ 298235 h 305163"/>
              <a:gd name="csX14" fmla="*/ 16614 w 322796"/>
              <a:gd name="csY14" fmla="*/ 286500 h 305163"/>
              <a:gd name="csX15" fmla="*/ 17124 w 322796"/>
              <a:gd name="csY15" fmla="*/ 274208 h 305163"/>
              <a:gd name="csX16" fmla="*/ 21692 w 322796"/>
              <a:gd name="csY16" fmla="*/ 274613 h 305163"/>
              <a:gd name="csX17" fmla="*/ 28604 w 322796"/>
              <a:gd name="csY17" fmla="*/ 275196 h 305163"/>
              <a:gd name="csX18" fmla="*/ 47408 w 322796"/>
              <a:gd name="csY18" fmla="*/ 265923 h 305163"/>
              <a:gd name="csX19" fmla="*/ 46516 w 322796"/>
              <a:gd name="csY19" fmla="*/ 238234 h 305163"/>
              <a:gd name="csX20" fmla="*/ 30897 w 322796"/>
              <a:gd name="csY20" fmla="*/ 228619 h 305163"/>
              <a:gd name="csX21" fmla="*/ 21449 w 322796"/>
              <a:gd name="csY21" fmla="*/ 226841 h 305163"/>
              <a:gd name="csX22" fmla="*/ 12677 w 322796"/>
              <a:gd name="csY22" fmla="*/ 229680 h 305163"/>
              <a:gd name="csX23" fmla="*/ 2392 w 322796"/>
              <a:gd name="csY23" fmla="*/ 244133 h 305163"/>
              <a:gd name="csX24" fmla="*/ 35597 w 322796"/>
              <a:gd name="csY24" fmla="*/ 303806 h 305163"/>
              <a:gd name="csX25" fmla="*/ 45333 w 322796"/>
              <a:gd name="csY25" fmla="*/ 305164 h 305163"/>
              <a:gd name="csX26" fmla="*/ 94896 w 322796"/>
              <a:gd name="csY26" fmla="*/ 267714 h 305163"/>
              <a:gd name="csX27" fmla="*/ 117829 w 322796"/>
              <a:gd name="csY27" fmla="*/ 244811 h 305163"/>
              <a:gd name="csX28" fmla="*/ 126981 w 322796"/>
              <a:gd name="csY28" fmla="*/ 245595 h 305163"/>
              <a:gd name="csX29" fmla="*/ 138576 w 322796"/>
              <a:gd name="csY29" fmla="*/ 246370 h 305163"/>
              <a:gd name="csX30" fmla="*/ 184473 w 322796"/>
              <a:gd name="csY30" fmla="*/ 227156 h 305163"/>
              <a:gd name="csX31" fmla="*/ 198022 w 322796"/>
              <a:gd name="csY31" fmla="*/ 180892 h 305163"/>
              <a:gd name="csX32" fmla="*/ 179333 w 322796"/>
              <a:gd name="csY32" fmla="*/ 148260 h 305163"/>
              <a:gd name="csX33" fmla="*/ 182662 w 322796"/>
              <a:gd name="csY33" fmla="*/ 124486 h 305163"/>
              <a:gd name="csX34" fmla="*/ 202641 w 322796"/>
              <a:gd name="csY34" fmla="*/ 107447 h 305163"/>
              <a:gd name="csX35" fmla="*/ 242896 w 322796"/>
              <a:gd name="csY35" fmla="*/ 100897 h 305163"/>
              <a:gd name="csX36" fmla="*/ 293711 w 322796"/>
              <a:gd name="csY36" fmla="*/ 72158 h 305163"/>
              <a:gd name="csX37" fmla="*/ 320533 w 322796"/>
              <a:gd name="csY37" fmla="*/ 28735 h 305163"/>
              <a:gd name="csX38" fmla="*/ 319881 w 322796"/>
              <a:gd name="csY38" fmla="*/ 9976 h 305163"/>
              <a:gd name="csX39" fmla="*/ 297368 w 322796"/>
              <a:gd name="csY39" fmla="*/ 1 h 30516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</a:cxnLst>
            <a:rect l="l" t="t" r="r" b="b"/>
            <a:pathLst>
              <a:path w="322796" h="305163">
                <a:moveTo>
                  <a:pt x="297368" y="0"/>
                </a:moveTo>
                <a:cubicBezTo>
                  <a:pt x="295331" y="0"/>
                  <a:pt x="293263" y="173"/>
                  <a:pt x="291201" y="533"/>
                </a:cubicBezTo>
                <a:cubicBezTo>
                  <a:pt x="279927" y="2678"/>
                  <a:pt x="259304" y="14472"/>
                  <a:pt x="247508" y="25972"/>
                </a:cubicBezTo>
                <a:cubicBezTo>
                  <a:pt x="241920" y="31385"/>
                  <a:pt x="230947" y="43749"/>
                  <a:pt x="223094" y="53388"/>
                </a:cubicBezTo>
                <a:cubicBezTo>
                  <a:pt x="215438" y="63083"/>
                  <a:pt x="207663" y="71689"/>
                  <a:pt x="206002" y="72284"/>
                </a:cubicBezTo>
                <a:cubicBezTo>
                  <a:pt x="204815" y="72830"/>
                  <a:pt x="200941" y="73134"/>
                  <a:pt x="196164" y="73134"/>
                </a:cubicBezTo>
                <a:cubicBezTo>
                  <a:pt x="194032" y="73134"/>
                  <a:pt x="191721" y="73074"/>
                  <a:pt x="189389" y="72947"/>
                </a:cubicBezTo>
                <a:cubicBezTo>
                  <a:pt x="186374" y="72835"/>
                  <a:pt x="183098" y="72781"/>
                  <a:pt x="179692" y="72781"/>
                </a:cubicBezTo>
                <a:cubicBezTo>
                  <a:pt x="164258" y="72781"/>
                  <a:pt x="146139" y="73883"/>
                  <a:pt x="137435" y="75615"/>
                </a:cubicBezTo>
                <a:cubicBezTo>
                  <a:pt x="114775" y="80298"/>
                  <a:pt x="87907" y="96056"/>
                  <a:pt x="76134" y="111996"/>
                </a:cubicBezTo>
                <a:cubicBezTo>
                  <a:pt x="65145" y="126675"/>
                  <a:pt x="61500" y="137272"/>
                  <a:pt x="61226" y="157039"/>
                </a:cubicBezTo>
                <a:cubicBezTo>
                  <a:pt x="60582" y="187890"/>
                  <a:pt x="69176" y="209486"/>
                  <a:pt x="89741" y="227229"/>
                </a:cubicBezTo>
                <a:cubicBezTo>
                  <a:pt x="104612" y="240226"/>
                  <a:pt x="104699" y="240672"/>
                  <a:pt x="88166" y="264366"/>
                </a:cubicBezTo>
                <a:cubicBezTo>
                  <a:pt x="72224" y="287081"/>
                  <a:pt x="57716" y="298235"/>
                  <a:pt x="43101" y="298235"/>
                </a:cubicBezTo>
                <a:cubicBezTo>
                  <a:pt x="34416" y="298235"/>
                  <a:pt x="25695" y="294295"/>
                  <a:pt x="16614" y="286500"/>
                </a:cubicBezTo>
                <a:cubicBezTo>
                  <a:pt x="8361" y="279296"/>
                  <a:pt x="8858" y="274208"/>
                  <a:pt x="17124" y="274208"/>
                </a:cubicBezTo>
                <a:cubicBezTo>
                  <a:pt x="18448" y="274208"/>
                  <a:pt x="19973" y="274339"/>
                  <a:pt x="21692" y="274613"/>
                </a:cubicBezTo>
                <a:cubicBezTo>
                  <a:pt x="24163" y="275001"/>
                  <a:pt x="26463" y="275196"/>
                  <a:pt x="28604" y="275196"/>
                </a:cubicBezTo>
                <a:cubicBezTo>
                  <a:pt x="37086" y="275196"/>
                  <a:pt x="43091" y="272140"/>
                  <a:pt x="47408" y="265923"/>
                </a:cubicBezTo>
                <a:cubicBezTo>
                  <a:pt x="52926" y="257746"/>
                  <a:pt x="52483" y="247280"/>
                  <a:pt x="46516" y="238234"/>
                </a:cubicBezTo>
                <a:cubicBezTo>
                  <a:pt x="42682" y="232947"/>
                  <a:pt x="39795" y="231091"/>
                  <a:pt x="30897" y="228619"/>
                </a:cubicBezTo>
                <a:cubicBezTo>
                  <a:pt x="26703" y="227455"/>
                  <a:pt x="23874" y="226841"/>
                  <a:pt x="21449" y="226841"/>
                </a:cubicBezTo>
                <a:cubicBezTo>
                  <a:pt x="18501" y="226841"/>
                  <a:pt x="16152" y="227749"/>
                  <a:pt x="12677" y="229680"/>
                </a:cubicBezTo>
                <a:cubicBezTo>
                  <a:pt x="6346" y="233199"/>
                  <a:pt x="4890" y="235328"/>
                  <a:pt x="2392" y="244133"/>
                </a:cubicBezTo>
                <a:cubicBezTo>
                  <a:pt x="-5711" y="272703"/>
                  <a:pt x="7122" y="295897"/>
                  <a:pt x="35597" y="303806"/>
                </a:cubicBezTo>
                <a:cubicBezTo>
                  <a:pt x="38856" y="304711"/>
                  <a:pt x="42102" y="305164"/>
                  <a:pt x="45333" y="305164"/>
                </a:cubicBezTo>
                <a:cubicBezTo>
                  <a:pt x="62293" y="305164"/>
                  <a:pt x="78852" y="292691"/>
                  <a:pt x="94896" y="267714"/>
                </a:cubicBezTo>
                <a:cubicBezTo>
                  <a:pt x="106996" y="248885"/>
                  <a:pt x="109560" y="244811"/>
                  <a:pt x="117829" y="244811"/>
                </a:cubicBezTo>
                <a:cubicBezTo>
                  <a:pt x="120259" y="244811"/>
                  <a:pt x="123180" y="245162"/>
                  <a:pt x="126981" y="245595"/>
                </a:cubicBezTo>
                <a:cubicBezTo>
                  <a:pt x="130970" y="246113"/>
                  <a:pt x="134838" y="246370"/>
                  <a:pt x="138576" y="246370"/>
                </a:cubicBezTo>
                <a:cubicBezTo>
                  <a:pt x="157585" y="246370"/>
                  <a:pt x="173240" y="239735"/>
                  <a:pt x="184473" y="227156"/>
                </a:cubicBezTo>
                <a:cubicBezTo>
                  <a:pt x="194409" y="216195"/>
                  <a:pt x="200792" y="193692"/>
                  <a:pt x="198022" y="180892"/>
                </a:cubicBezTo>
                <a:cubicBezTo>
                  <a:pt x="195860" y="171214"/>
                  <a:pt x="187895" y="157180"/>
                  <a:pt x="179333" y="148260"/>
                </a:cubicBezTo>
                <a:cubicBezTo>
                  <a:pt x="173181" y="142118"/>
                  <a:pt x="173643" y="138235"/>
                  <a:pt x="182662" y="124486"/>
                </a:cubicBezTo>
                <a:cubicBezTo>
                  <a:pt x="192885" y="108749"/>
                  <a:pt x="194009" y="107794"/>
                  <a:pt x="202641" y="107447"/>
                </a:cubicBezTo>
                <a:cubicBezTo>
                  <a:pt x="209974" y="107163"/>
                  <a:pt x="221392" y="105267"/>
                  <a:pt x="242896" y="100897"/>
                </a:cubicBezTo>
                <a:cubicBezTo>
                  <a:pt x="256030" y="98211"/>
                  <a:pt x="283998" y="82337"/>
                  <a:pt x="293711" y="72158"/>
                </a:cubicBezTo>
                <a:cubicBezTo>
                  <a:pt x="307129" y="57942"/>
                  <a:pt x="316592" y="42629"/>
                  <a:pt x="320533" y="28735"/>
                </a:cubicBezTo>
                <a:cubicBezTo>
                  <a:pt x="323697" y="17581"/>
                  <a:pt x="323602" y="15654"/>
                  <a:pt x="319881" y="9976"/>
                </a:cubicBezTo>
                <a:cubicBezTo>
                  <a:pt x="315671" y="3767"/>
                  <a:pt x="306862" y="1"/>
                  <a:pt x="297368" y="1"/>
                </a:cubicBezTo>
                <a:close/>
              </a:path>
            </a:pathLst>
          </a:custGeom>
          <a:solidFill>
            <a:schemeClr val="accent6">
              <a:lumMod val="75000"/>
            </a:schemeClr>
          </a:solidFill>
          <a:ln w="7382" cap="flat">
            <a:noFill/>
            <a:prstDash val="solid"/>
            <a:miter/>
          </a:ln>
        </p:spPr>
        <p:txBody>
          <a:bodyPr/>
          <a:lstStyle/>
          <a:p>
            <a:endParaRPr lang="en-AU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CDD2A72E-FA05-FDD9-3BD9-76CAD3E398B1}"/>
              </a:ext>
            </a:extLst>
          </p:cNvPr>
          <p:cNvSpPr/>
          <p:nvPr/>
        </p:nvSpPr>
        <p:spPr>
          <a:xfrm flipH="1">
            <a:off x="5027868" y="1682456"/>
            <a:ext cx="58791" cy="129253"/>
          </a:xfrm>
          <a:custGeom>
            <a:avLst/>
            <a:gdLst>
              <a:gd name="csX0" fmla="*/ 36026 w 58791"/>
              <a:gd name="csY0" fmla="*/ 0 h 129253"/>
              <a:gd name="csX1" fmla="*/ 30995 w 58791"/>
              <a:gd name="csY1" fmla="*/ 3728 h 129253"/>
              <a:gd name="csX2" fmla="*/ 24716 w 58791"/>
              <a:gd name="csY2" fmla="*/ 36393 h 129253"/>
              <a:gd name="csX3" fmla="*/ 25993 w 58791"/>
              <a:gd name="csY3" fmla="*/ 43924 h 129253"/>
              <a:gd name="csX4" fmla="*/ 15857 w 58791"/>
              <a:gd name="csY4" fmla="*/ 60107 h 129253"/>
              <a:gd name="csX5" fmla="*/ 2283 w 58791"/>
              <a:gd name="csY5" fmla="*/ 83146 h 129253"/>
              <a:gd name="csX6" fmla="*/ 11959 w 58791"/>
              <a:gd name="csY6" fmla="*/ 118973 h 129253"/>
              <a:gd name="csX7" fmla="*/ 28757 w 58791"/>
              <a:gd name="csY7" fmla="*/ 127437 h 129253"/>
              <a:gd name="csX8" fmla="*/ 39823 w 58791"/>
              <a:gd name="csY8" fmla="*/ 129034 h 129253"/>
              <a:gd name="csX9" fmla="*/ 41029 w 58791"/>
              <a:gd name="csY9" fmla="*/ 129253 h 129253"/>
              <a:gd name="csX10" fmla="*/ 45061 w 58791"/>
              <a:gd name="csY10" fmla="*/ 127111 h 129253"/>
              <a:gd name="csX11" fmla="*/ 51545 w 58791"/>
              <a:gd name="csY11" fmla="*/ 120046 h 129253"/>
              <a:gd name="csX12" fmla="*/ 39190 w 58791"/>
              <a:gd name="csY12" fmla="*/ 78619 h 129253"/>
              <a:gd name="csX13" fmla="*/ 32216 w 58791"/>
              <a:gd name="csY13" fmla="*/ 71616 h 129253"/>
              <a:gd name="csX14" fmla="*/ 41621 w 58791"/>
              <a:gd name="csY14" fmla="*/ 49742 h 129253"/>
              <a:gd name="csX15" fmla="*/ 47649 w 58791"/>
              <a:gd name="csY15" fmla="*/ 11942 h 129253"/>
              <a:gd name="csX16" fmla="*/ 39358 w 58791"/>
              <a:gd name="csY16" fmla="*/ 562 h 129253"/>
              <a:gd name="csX17" fmla="*/ 36026 w 58791"/>
              <a:gd name="csY17" fmla="*/ 1 h 12925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</a:cxnLst>
            <a:rect l="l" t="t" r="r" b="b"/>
            <a:pathLst>
              <a:path w="58791" h="129253">
                <a:moveTo>
                  <a:pt x="36026" y="0"/>
                </a:moveTo>
                <a:cubicBezTo>
                  <a:pt x="33778" y="0"/>
                  <a:pt x="32482" y="1148"/>
                  <a:pt x="30995" y="3728"/>
                </a:cubicBezTo>
                <a:cubicBezTo>
                  <a:pt x="27581" y="9746"/>
                  <a:pt x="22930" y="34417"/>
                  <a:pt x="24716" y="36393"/>
                </a:cubicBezTo>
                <a:cubicBezTo>
                  <a:pt x="25538" y="37254"/>
                  <a:pt x="26091" y="40574"/>
                  <a:pt x="25993" y="43924"/>
                </a:cubicBezTo>
                <a:cubicBezTo>
                  <a:pt x="25872" y="48112"/>
                  <a:pt x="23211" y="52229"/>
                  <a:pt x="15857" y="60107"/>
                </a:cubicBezTo>
                <a:cubicBezTo>
                  <a:pt x="7435" y="68745"/>
                  <a:pt x="5280" y="72580"/>
                  <a:pt x="2283" y="83146"/>
                </a:cubicBezTo>
                <a:cubicBezTo>
                  <a:pt x="-2434" y="99777"/>
                  <a:pt x="-138" y="108226"/>
                  <a:pt x="11959" y="118973"/>
                </a:cubicBezTo>
                <a:cubicBezTo>
                  <a:pt x="18956" y="125138"/>
                  <a:pt x="22491" y="126964"/>
                  <a:pt x="28757" y="127437"/>
                </a:cubicBezTo>
                <a:cubicBezTo>
                  <a:pt x="32933" y="127753"/>
                  <a:pt x="37846" y="128485"/>
                  <a:pt x="39823" y="129034"/>
                </a:cubicBezTo>
                <a:cubicBezTo>
                  <a:pt x="40199" y="129184"/>
                  <a:pt x="40608" y="129253"/>
                  <a:pt x="41029" y="129253"/>
                </a:cubicBezTo>
                <a:cubicBezTo>
                  <a:pt x="42540" y="129253"/>
                  <a:pt x="44207" y="128360"/>
                  <a:pt x="45061" y="127111"/>
                </a:cubicBezTo>
                <a:cubicBezTo>
                  <a:pt x="46351" y="125571"/>
                  <a:pt x="49186" y="122347"/>
                  <a:pt x="51545" y="120046"/>
                </a:cubicBezTo>
                <a:cubicBezTo>
                  <a:pt x="65278" y="106975"/>
                  <a:pt x="58569" y="84001"/>
                  <a:pt x="39190" y="78619"/>
                </a:cubicBezTo>
                <a:cubicBezTo>
                  <a:pt x="35235" y="77521"/>
                  <a:pt x="33052" y="75438"/>
                  <a:pt x="32216" y="71616"/>
                </a:cubicBezTo>
                <a:cubicBezTo>
                  <a:pt x="30891" y="65761"/>
                  <a:pt x="32539" y="62207"/>
                  <a:pt x="41621" y="49742"/>
                </a:cubicBezTo>
                <a:cubicBezTo>
                  <a:pt x="48937" y="39741"/>
                  <a:pt x="51240" y="25605"/>
                  <a:pt x="47649" y="11942"/>
                </a:cubicBezTo>
                <a:cubicBezTo>
                  <a:pt x="45637" y="3996"/>
                  <a:pt x="44103" y="1880"/>
                  <a:pt x="39358" y="562"/>
                </a:cubicBezTo>
                <a:cubicBezTo>
                  <a:pt x="38033" y="194"/>
                  <a:pt x="36949" y="1"/>
                  <a:pt x="36026" y="1"/>
                </a:cubicBezTo>
                <a:close/>
              </a:path>
            </a:pathLst>
          </a:custGeom>
          <a:solidFill>
            <a:schemeClr val="accent4">
              <a:lumMod val="75000"/>
            </a:schemeClr>
          </a:solidFill>
          <a:ln w="7382" cap="flat">
            <a:noFill/>
            <a:prstDash val="solid"/>
            <a:miter/>
          </a:ln>
        </p:spPr>
        <p:txBody>
          <a:bodyPr/>
          <a:lstStyle/>
          <a:p>
            <a:endParaRPr lang="en-AU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04DC86E0-B9E7-7FED-840A-7B4328B09802}"/>
              </a:ext>
            </a:extLst>
          </p:cNvPr>
          <p:cNvSpPr/>
          <p:nvPr/>
        </p:nvSpPr>
        <p:spPr>
          <a:xfrm flipH="1">
            <a:off x="5152426" y="1686243"/>
            <a:ext cx="168053" cy="171346"/>
          </a:xfrm>
          <a:custGeom>
            <a:avLst/>
            <a:gdLst>
              <a:gd name="csX0" fmla="*/ 162580 w 168053"/>
              <a:gd name="csY0" fmla="*/ 0 h 171346"/>
              <a:gd name="csX1" fmla="*/ 159107 w 168053"/>
              <a:gd name="csY1" fmla="*/ 2435 h 171346"/>
              <a:gd name="csX2" fmla="*/ 144174 w 168053"/>
              <a:gd name="csY2" fmla="*/ 24251 h 171346"/>
              <a:gd name="csX3" fmla="*/ 126753 w 168053"/>
              <a:gd name="csY3" fmla="*/ 51076 h 171346"/>
              <a:gd name="csX4" fmla="*/ 78763 w 168053"/>
              <a:gd name="csY4" fmla="*/ 128516 h 171346"/>
              <a:gd name="csX5" fmla="*/ 73353 w 168053"/>
              <a:gd name="csY5" fmla="*/ 133561 h 171346"/>
              <a:gd name="csX6" fmla="*/ 49550 w 168053"/>
              <a:gd name="csY6" fmla="*/ 125468 h 171346"/>
              <a:gd name="csX7" fmla="*/ 28796 w 168053"/>
              <a:gd name="csY7" fmla="*/ 120772 h 171346"/>
              <a:gd name="csX8" fmla="*/ 9194 w 168053"/>
              <a:gd name="csY8" fmla="*/ 128614 h 171346"/>
              <a:gd name="csX9" fmla="*/ 493 w 168053"/>
              <a:gd name="csY9" fmla="*/ 150262 h 171346"/>
              <a:gd name="csX10" fmla="*/ 34938 w 168053"/>
              <a:gd name="csY10" fmla="*/ 171347 h 171346"/>
              <a:gd name="csX11" fmla="*/ 57522 w 168053"/>
              <a:gd name="csY11" fmla="*/ 165046 h 171346"/>
              <a:gd name="csX12" fmla="*/ 91942 w 168053"/>
              <a:gd name="csY12" fmla="*/ 117400 h 171346"/>
              <a:gd name="csX13" fmla="*/ 107818 w 168053"/>
              <a:gd name="csY13" fmla="*/ 92258 h 171346"/>
              <a:gd name="csX14" fmla="*/ 125264 w 168053"/>
              <a:gd name="csY14" fmla="*/ 64595 h 171346"/>
              <a:gd name="csX15" fmla="*/ 133340 w 168053"/>
              <a:gd name="csY15" fmla="*/ 54173 h 171346"/>
              <a:gd name="csX16" fmla="*/ 135197 w 168053"/>
              <a:gd name="csY16" fmla="*/ 53683 h 171346"/>
              <a:gd name="csX17" fmla="*/ 152118 w 168053"/>
              <a:gd name="csY17" fmla="*/ 94007 h 171346"/>
              <a:gd name="csX18" fmla="*/ 121665 w 168053"/>
              <a:gd name="csY18" fmla="*/ 150988 h 171346"/>
              <a:gd name="csX19" fmla="*/ 113828 w 168053"/>
              <a:gd name="csY19" fmla="*/ 158310 h 171346"/>
              <a:gd name="csX20" fmla="*/ 125620 w 168053"/>
              <a:gd name="csY20" fmla="*/ 152086 h 171346"/>
              <a:gd name="csX21" fmla="*/ 158391 w 168053"/>
              <a:gd name="csY21" fmla="*/ 120026 h 171346"/>
              <a:gd name="csX22" fmla="*/ 163607 w 168053"/>
              <a:gd name="csY22" fmla="*/ 41472 h 171346"/>
              <a:gd name="csX23" fmla="*/ 162961 w 168053"/>
              <a:gd name="csY23" fmla="*/ 12163 h 171346"/>
              <a:gd name="csX24" fmla="*/ 162579 w 168053"/>
              <a:gd name="csY24" fmla="*/ 3 h 17134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</a:cxnLst>
            <a:rect l="l" t="t" r="r" b="b"/>
            <a:pathLst>
              <a:path w="168053" h="171346">
                <a:moveTo>
                  <a:pt x="162580" y="0"/>
                </a:moveTo>
                <a:cubicBezTo>
                  <a:pt x="161781" y="0"/>
                  <a:pt x="160630" y="818"/>
                  <a:pt x="159107" y="2435"/>
                </a:cubicBezTo>
                <a:cubicBezTo>
                  <a:pt x="157563" y="4117"/>
                  <a:pt x="150754" y="13836"/>
                  <a:pt x="144174" y="24251"/>
                </a:cubicBezTo>
                <a:cubicBezTo>
                  <a:pt x="137593" y="34667"/>
                  <a:pt x="129723" y="46622"/>
                  <a:pt x="126753" y="51076"/>
                </a:cubicBezTo>
                <a:cubicBezTo>
                  <a:pt x="122216" y="58048"/>
                  <a:pt x="89541" y="110824"/>
                  <a:pt x="78763" y="128516"/>
                </a:cubicBezTo>
                <a:cubicBezTo>
                  <a:pt x="76864" y="131763"/>
                  <a:pt x="76138" y="133561"/>
                  <a:pt x="73353" y="133561"/>
                </a:cubicBezTo>
                <a:cubicBezTo>
                  <a:pt x="70064" y="133561"/>
                  <a:pt x="63903" y="131055"/>
                  <a:pt x="49550" y="125468"/>
                </a:cubicBezTo>
                <a:cubicBezTo>
                  <a:pt x="41395" y="122366"/>
                  <a:pt x="34681" y="120772"/>
                  <a:pt x="28796" y="120772"/>
                </a:cubicBezTo>
                <a:cubicBezTo>
                  <a:pt x="21344" y="120772"/>
                  <a:pt x="15223" y="123328"/>
                  <a:pt x="9194" y="128614"/>
                </a:cubicBezTo>
                <a:cubicBezTo>
                  <a:pt x="400" y="136303"/>
                  <a:pt x="-940" y="139520"/>
                  <a:pt x="493" y="150262"/>
                </a:cubicBezTo>
                <a:cubicBezTo>
                  <a:pt x="2035" y="163053"/>
                  <a:pt x="18385" y="171347"/>
                  <a:pt x="34938" y="171347"/>
                </a:cubicBezTo>
                <a:cubicBezTo>
                  <a:pt x="42976" y="171347"/>
                  <a:pt x="51060" y="169391"/>
                  <a:pt x="57522" y="165046"/>
                </a:cubicBezTo>
                <a:cubicBezTo>
                  <a:pt x="64946" y="159930"/>
                  <a:pt x="72262" y="149930"/>
                  <a:pt x="91942" y="117400"/>
                </a:cubicBezTo>
                <a:cubicBezTo>
                  <a:pt x="93984" y="113957"/>
                  <a:pt x="101041" y="102617"/>
                  <a:pt x="107818" y="92258"/>
                </a:cubicBezTo>
                <a:cubicBezTo>
                  <a:pt x="114399" y="81842"/>
                  <a:pt x="122382" y="69494"/>
                  <a:pt x="125264" y="64595"/>
                </a:cubicBezTo>
                <a:cubicBezTo>
                  <a:pt x="128399" y="59557"/>
                  <a:pt x="131820" y="55018"/>
                  <a:pt x="133340" y="54173"/>
                </a:cubicBezTo>
                <a:cubicBezTo>
                  <a:pt x="133937" y="53841"/>
                  <a:pt x="134559" y="53683"/>
                  <a:pt x="135197" y="53683"/>
                </a:cubicBezTo>
                <a:cubicBezTo>
                  <a:pt x="142955" y="53683"/>
                  <a:pt x="153210" y="76954"/>
                  <a:pt x="152118" y="94007"/>
                </a:cubicBezTo>
                <a:cubicBezTo>
                  <a:pt x="150610" y="115121"/>
                  <a:pt x="141692" y="132274"/>
                  <a:pt x="121665" y="150988"/>
                </a:cubicBezTo>
                <a:lnTo>
                  <a:pt x="113828" y="158310"/>
                </a:lnTo>
                <a:lnTo>
                  <a:pt x="125620" y="152086"/>
                </a:lnTo>
                <a:cubicBezTo>
                  <a:pt x="138875" y="145213"/>
                  <a:pt x="148619" y="135676"/>
                  <a:pt x="158391" y="120026"/>
                </a:cubicBezTo>
                <a:cubicBezTo>
                  <a:pt x="169565" y="102442"/>
                  <a:pt x="170692" y="84179"/>
                  <a:pt x="163607" y="41472"/>
                </a:cubicBezTo>
                <a:cubicBezTo>
                  <a:pt x="161691" y="30175"/>
                  <a:pt x="161445" y="19762"/>
                  <a:pt x="162961" y="12163"/>
                </a:cubicBezTo>
                <a:cubicBezTo>
                  <a:pt x="164398" y="3990"/>
                  <a:pt x="164344" y="3"/>
                  <a:pt x="162579" y="3"/>
                </a:cubicBezTo>
                <a:close/>
              </a:path>
            </a:pathLst>
          </a:custGeom>
          <a:solidFill>
            <a:schemeClr val="accent5">
              <a:lumMod val="75000"/>
            </a:schemeClr>
          </a:solidFill>
          <a:ln w="7382" cap="flat">
            <a:noFill/>
            <a:prstDash val="solid"/>
            <a:miter/>
          </a:ln>
        </p:spPr>
        <p:txBody>
          <a:bodyPr/>
          <a:lstStyle/>
          <a:p>
            <a:endParaRPr lang="en-AU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3D71C22E-127E-BC22-784B-2C5712FB5579}"/>
              </a:ext>
            </a:extLst>
          </p:cNvPr>
          <p:cNvSpPr/>
          <p:nvPr/>
        </p:nvSpPr>
        <p:spPr>
          <a:xfrm flipH="1">
            <a:off x="6852099" y="1320049"/>
            <a:ext cx="310233" cy="298142"/>
          </a:xfrm>
          <a:custGeom>
            <a:avLst/>
            <a:gdLst>
              <a:gd name="csX0" fmla="*/ 159342 w 310233"/>
              <a:gd name="csY0" fmla="*/ 0 h 298142"/>
              <a:gd name="csX1" fmla="*/ 156945 w 310233"/>
              <a:gd name="csY1" fmla="*/ 1195 h 298142"/>
              <a:gd name="csX2" fmla="*/ 149529 w 310233"/>
              <a:gd name="csY2" fmla="*/ 19821 h 298142"/>
              <a:gd name="csX3" fmla="*/ 133243 w 310233"/>
              <a:gd name="csY3" fmla="*/ 65958 h 298142"/>
              <a:gd name="csX4" fmla="*/ 94681 w 310233"/>
              <a:gd name="csY4" fmla="*/ 174093 h 298142"/>
              <a:gd name="csX5" fmla="*/ 87445 w 310233"/>
              <a:gd name="csY5" fmla="*/ 195091 h 298142"/>
              <a:gd name="csX6" fmla="*/ 78651 w 310233"/>
              <a:gd name="csY6" fmla="*/ 190749 h 298142"/>
              <a:gd name="csX7" fmla="*/ 43455 w 310233"/>
              <a:gd name="csY7" fmla="*/ 181980 h 298142"/>
              <a:gd name="csX8" fmla="*/ 34179 w 310233"/>
              <a:gd name="csY8" fmla="*/ 182831 h 298142"/>
              <a:gd name="csX9" fmla="*/ 7913 w 310233"/>
              <a:gd name="csY9" fmla="*/ 236329 h 298142"/>
              <a:gd name="csX10" fmla="*/ 39813 w 310233"/>
              <a:gd name="csY10" fmla="*/ 246225 h 298142"/>
              <a:gd name="csX11" fmla="*/ 50920 w 310233"/>
              <a:gd name="csY11" fmla="*/ 244896 h 298142"/>
              <a:gd name="csX12" fmla="*/ 77905 w 310233"/>
              <a:gd name="csY12" fmla="*/ 230228 h 298142"/>
              <a:gd name="csX13" fmla="*/ 112902 w 310233"/>
              <a:gd name="csY13" fmla="*/ 143691 h 298142"/>
              <a:gd name="csX14" fmla="*/ 148205 w 310233"/>
              <a:gd name="csY14" fmla="*/ 50060 h 298142"/>
              <a:gd name="csX15" fmla="*/ 148620 w 310233"/>
              <a:gd name="csY15" fmla="*/ 49986 h 298142"/>
              <a:gd name="csX16" fmla="*/ 285698 w 310233"/>
              <a:gd name="csY16" fmla="*/ 96272 h 298142"/>
              <a:gd name="csX17" fmla="*/ 273745 w 310233"/>
              <a:gd name="csY17" fmla="*/ 133902 h 298142"/>
              <a:gd name="csX18" fmla="*/ 247743 w 310233"/>
              <a:gd name="csY18" fmla="*/ 207529 h 298142"/>
              <a:gd name="csX19" fmla="*/ 234746 w 310233"/>
              <a:gd name="csY19" fmla="*/ 245081 h 298142"/>
              <a:gd name="csX20" fmla="*/ 229914 w 310233"/>
              <a:gd name="csY20" fmla="*/ 243318 h 298142"/>
              <a:gd name="csX21" fmla="*/ 215978 w 310233"/>
              <a:gd name="csY21" fmla="*/ 237548 h 298142"/>
              <a:gd name="csX22" fmla="*/ 193140 w 310233"/>
              <a:gd name="csY22" fmla="*/ 233520 h 298142"/>
              <a:gd name="csX23" fmla="*/ 170782 w 310233"/>
              <a:gd name="csY23" fmla="*/ 237448 h 298142"/>
              <a:gd name="csX24" fmla="*/ 155055 w 310233"/>
              <a:gd name="csY24" fmla="*/ 288387 h 298142"/>
              <a:gd name="csX25" fmla="*/ 186207 w 310233"/>
              <a:gd name="csY25" fmla="*/ 298142 h 298142"/>
              <a:gd name="csX26" fmla="*/ 190562 w 310233"/>
              <a:gd name="csY26" fmla="*/ 297826 h 298142"/>
              <a:gd name="csX27" fmla="*/ 225491 w 310233"/>
              <a:gd name="csY27" fmla="*/ 280720 h 298142"/>
              <a:gd name="csX28" fmla="*/ 247706 w 310233"/>
              <a:gd name="csY28" fmla="*/ 229472 h 298142"/>
              <a:gd name="csX29" fmla="*/ 278477 w 310233"/>
              <a:gd name="csY29" fmla="*/ 144295 h 298142"/>
              <a:gd name="csX30" fmla="*/ 310209 w 310233"/>
              <a:gd name="csY30" fmla="*/ 53473 h 298142"/>
              <a:gd name="csX31" fmla="*/ 298987 w 310233"/>
              <a:gd name="csY31" fmla="*/ 48668 h 298142"/>
              <a:gd name="csX32" fmla="*/ 269683 w 310233"/>
              <a:gd name="csY32" fmla="*/ 38418 h 298142"/>
              <a:gd name="csX33" fmla="*/ 209691 w 310233"/>
              <a:gd name="csY33" fmla="*/ 17533 h 298142"/>
              <a:gd name="csX34" fmla="*/ 163517 w 310233"/>
              <a:gd name="csY34" fmla="*/ 1332 h 298142"/>
              <a:gd name="csX35" fmla="*/ 159340 w 310233"/>
              <a:gd name="csY35" fmla="*/ 1 h 29814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310233" h="298142">
                <a:moveTo>
                  <a:pt x="159342" y="0"/>
                </a:moveTo>
                <a:cubicBezTo>
                  <a:pt x="158277" y="0"/>
                  <a:pt x="157484" y="408"/>
                  <a:pt x="156945" y="1195"/>
                </a:cubicBezTo>
                <a:cubicBezTo>
                  <a:pt x="155964" y="2400"/>
                  <a:pt x="152731" y="10789"/>
                  <a:pt x="149529" y="19821"/>
                </a:cubicBezTo>
                <a:cubicBezTo>
                  <a:pt x="146525" y="28909"/>
                  <a:pt x="139146" y="49657"/>
                  <a:pt x="133243" y="65958"/>
                </a:cubicBezTo>
                <a:cubicBezTo>
                  <a:pt x="118178" y="107793"/>
                  <a:pt x="103255" y="149878"/>
                  <a:pt x="94681" y="174093"/>
                </a:cubicBezTo>
                <a:lnTo>
                  <a:pt x="87445" y="195091"/>
                </a:lnTo>
                <a:lnTo>
                  <a:pt x="78651" y="190749"/>
                </a:lnTo>
                <a:cubicBezTo>
                  <a:pt x="66841" y="185038"/>
                  <a:pt x="54279" y="181980"/>
                  <a:pt x="43455" y="181980"/>
                </a:cubicBezTo>
                <a:cubicBezTo>
                  <a:pt x="40181" y="181980"/>
                  <a:pt x="37066" y="182260"/>
                  <a:pt x="34179" y="182831"/>
                </a:cubicBezTo>
                <a:cubicBezTo>
                  <a:pt x="4613" y="188549"/>
                  <a:pt x="-10224" y="219048"/>
                  <a:pt x="7913" y="236329"/>
                </a:cubicBezTo>
                <a:cubicBezTo>
                  <a:pt x="14076" y="242330"/>
                  <a:pt x="27721" y="246225"/>
                  <a:pt x="39813" y="246225"/>
                </a:cubicBezTo>
                <a:cubicBezTo>
                  <a:pt x="43791" y="246225"/>
                  <a:pt x="47600" y="245803"/>
                  <a:pt x="50920" y="244896"/>
                </a:cubicBezTo>
                <a:cubicBezTo>
                  <a:pt x="65289" y="240866"/>
                  <a:pt x="70804" y="237965"/>
                  <a:pt x="77905" y="230228"/>
                </a:cubicBezTo>
                <a:cubicBezTo>
                  <a:pt x="84840" y="223077"/>
                  <a:pt x="87740" y="215861"/>
                  <a:pt x="112902" y="143691"/>
                </a:cubicBezTo>
                <a:cubicBezTo>
                  <a:pt x="133390" y="84998"/>
                  <a:pt x="146068" y="51579"/>
                  <a:pt x="148205" y="50060"/>
                </a:cubicBezTo>
                <a:cubicBezTo>
                  <a:pt x="148274" y="50011"/>
                  <a:pt x="148413" y="49986"/>
                  <a:pt x="148620" y="49986"/>
                </a:cubicBezTo>
                <a:cubicBezTo>
                  <a:pt x="157272" y="49986"/>
                  <a:pt x="283617" y="92600"/>
                  <a:pt x="285698" y="96272"/>
                </a:cubicBezTo>
                <a:cubicBezTo>
                  <a:pt x="286323" y="97077"/>
                  <a:pt x="280846" y="114132"/>
                  <a:pt x="273745" y="133902"/>
                </a:cubicBezTo>
                <a:cubicBezTo>
                  <a:pt x="266644" y="153674"/>
                  <a:pt x="254868" y="186921"/>
                  <a:pt x="247743" y="207529"/>
                </a:cubicBezTo>
                <a:lnTo>
                  <a:pt x="234746" y="245081"/>
                </a:lnTo>
                <a:lnTo>
                  <a:pt x="229914" y="243318"/>
                </a:lnTo>
                <a:cubicBezTo>
                  <a:pt x="227200" y="242353"/>
                  <a:pt x="220897" y="239758"/>
                  <a:pt x="215978" y="237548"/>
                </a:cubicBezTo>
                <a:cubicBezTo>
                  <a:pt x="209759" y="234864"/>
                  <a:pt x="201429" y="233520"/>
                  <a:pt x="193140" y="233520"/>
                </a:cubicBezTo>
                <a:cubicBezTo>
                  <a:pt x="184962" y="233520"/>
                  <a:pt x="176821" y="234828"/>
                  <a:pt x="170782" y="237448"/>
                </a:cubicBezTo>
                <a:cubicBezTo>
                  <a:pt x="147668" y="247494"/>
                  <a:pt x="139527" y="273941"/>
                  <a:pt x="155055" y="288387"/>
                </a:cubicBezTo>
                <a:cubicBezTo>
                  <a:pt x="160963" y="293696"/>
                  <a:pt x="175813" y="298142"/>
                  <a:pt x="186207" y="298142"/>
                </a:cubicBezTo>
                <a:cubicBezTo>
                  <a:pt x="187776" y="298142"/>
                  <a:pt x="189243" y="298041"/>
                  <a:pt x="190562" y="297826"/>
                </a:cubicBezTo>
                <a:cubicBezTo>
                  <a:pt x="203924" y="295838"/>
                  <a:pt x="218532" y="288707"/>
                  <a:pt x="225491" y="280720"/>
                </a:cubicBezTo>
                <a:cubicBezTo>
                  <a:pt x="231104" y="274467"/>
                  <a:pt x="234621" y="266579"/>
                  <a:pt x="247706" y="229472"/>
                </a:cubicBezTo>
                <a:cubicBezTo>
                  <a:pt x="256478" y="205312"/>
                  <a:pt x="270149" y="166890"/>
                  <a:pt x="278477" y="144295"/>
                </a:cubicBezTo>
                <a:cubicBezTo>
                  <a:pt x="307552" y="64346"/>
                  <a:pt x="310556" y="55260"/>
                  <a:pt x="310209" y="53473"/>
                </a:cubicBezTo>
                <a:cubicBezTo>
                  <a:pt x="309838" y="52526"/>
                  <a:pt x="304919" y="50314"/>
                  <a:pt x="298987" y="48668"/>
                </a:cubicBezTo>
                <a:cubicBezTo>
                  <a:pt x="293252" y="47074"/>
                  <a:pt x="280028" y="42558"/>
                  <a:pt x="269683" y="38418"/>
                </a:cubicBezTo>
                <a:cubicBezTo>
                  <a:pt x="259085" y="34419"/>
                  <a:pt x="232296" y="25077"/>
                  <a:pt x="209691" y="17533"/>
                </a:cubicBezTo>
                <a:cubicBezTo>
                  <a:pt x="187284" y="10044"/>
                  <a:pt x="166514" y="2798"/>
                  <a:pt x="163517" y="1332"/>
                </a:cubicBezTo>
                <a:cubicBezTo>
                  <a:pt x="161824" y="434"/>
                  <a:pt x="160438" y="1"/>
                  <a:pt x="159340" y="1"/>
                </a:cubicBez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  <a:ln w="7382" cap="flat">
            <a:noFill/>
            <a:prstDash val="solid"/>
            <a:miter/>
          </a:ln>
        </p:spPr>
        <p:txBody>
          <a:bodyPr/>
          <a:lstStyle/>
          <a:p>
            <a:endParaRPr lang="en-AU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F1D5865-B73A-6E77-E051-7651C987210F}"/>
              </a:ext>
            </a:extLst>
          </p:cNvPr>
          <p:cNvSpPr/>
          <p:nvPr/>
        </p:nvSpPr>
        <p:spPr>
          <a:xfrm flipH="1">
            <a:off x="6508496" y="1521305"/>
            <a:ext cx="145147" cy="163641"/>
          </a:xfrm>
          <a:custGeom>
            <a:avLst/>
            <a:gdLst>
              <a:gd name="csX0" fmla="*/ 25183 w 145147"/>
              <a:gd name="csY0" fmla="*/ 1 h 163641"/>
              <a:gd name="csX1" fmla="*/ 20918 w 145147"/>
              <a:gd name="csY1" fmla="*/ 311 h 163641"/>
              <a:gd name="csX2" fmla="*/ 7660 w 145147"/>
              <a:gd name="csY2" fmla="*/ 36525 h 163641"/>
              <a:gd name="csX3" fmla="*/ 28869 w 145147"/>
              <a:gd name="csY3" fmla="*/ 44050 h 163641"/>
              <a:gd name="csX4" fmla="*/ 52721 w 145147"/>
              <a:gd name="csY4" fmla="*/ 37851 h 163641"/>
              <a:gd name="csX5" fmla="*/ 62486 w 145147"/>
              <a:gd name="csY5" fmla="*/ 32754 h 163641"/>
              <a:gd name="csX6" fmla="*/ 69321 w 145147"/>
              <a:gd name="csY6" fmla="*/ 46261 h 163641"/>
              <a:gd name="csX7" fmla="*/ 119758 w 145147"/>
              <a:gd name="csY7" fmla="*/ 152728 h 163641"/>
              <a:gd name="csX8" fmla="*/ 127497 w 145147"/>
              <a:gd name="csY8" fmla="*/ 163642 h 163641"/>
              <a:gd name="csX9" fmla="*/ 130214 w 145147"/>
              <a:gd name="csY9" fmla="*/ 156476 h 163641"/>
              <a:gd name="csX10" fmla="*/ 140831 w 145147"/>
              <a:gd name="csY10" fmla="*/ 116784 h 163641"/>
              <a:gd name="csX11" fmla="*/ 144164 w 145147"/>
              <a:gd name="csY11" fmla="*/ 87737 h 163641"/>
              <a:gd name="csX12" fmla="*/ 137413 w 145147"/>
              <a:gd name="csY12" fmla="*/ 67918 h 163641"/>
              <a:gd name="csX13" fmla="*/ 130210 w 145147"/>
              <a:gd name="csY13" fmla="*/ 48185 h 163641"/>
              <a:gd name="csX14" fmla="*/ 109609 w 145147"/>
              <a:gd name="csY14" fmla="*/ 11012 h 163641"/>
              <a:gd name="csX15" fmla="*/ 107319 w 145147"/>
              <a:gd name="csY15" fmla="*/ 10598 h 163641"/>
              <a:gd name="csX16" fmla="*/ 106675 w 145147"/>
              <a:gd name="csY16" fmla="*/ 10830 h 163641"/>
              <a:gd name="csX17" fmla="*/ 112545 w 145147"/>
              <a:gd name="csY17" fmla="*/ 23225 h 163641"/>
              <a:gd name="csX18" fmla="*/ 116688 w 145147"/>
              <a:gd name="csY18" fmla="*/ 64272 h 163641"/>
              <a:gd name="csX19" fmla="*/ 98272 w 145147"/>
              <a:gd name="csY19" fmla="*/ 86907 h 163641"/>
              <a:gd name="csX20" fmla="*/ 97498 w 145147"/>
              <a:gd name="csY20" fmla="*/ 86806 h 163641"/>
              <a:gd name="csX21" fmla="*/ 76589 w 145147"/>
              <a:gd name="csY21" fmla="*/ 49969 h 163641"/>
              <a:gd name="csX22" fmla="*/ 53997 w 145147"/>
              <a:gd name="csY22" fmla="*/ 9286 h 163641"/>
              <a:gd name="csX23" fmla="*/ 25185 w 145147"/>
              <a:gd name="csY23" fmla="*/ 0 h 16364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</a:cxnLst>
            <a:rect l="l" t="t" r="r" b="b"/>
            <a:pathLst>
              <a:path w="145147" h="163641">
                <a:moveTo>
                  <a:pt x="25183" y="1"/>
                </a:moveTo>
                <a:cubicBezTo>
                  <a:pt x="23657" y="1"/>
                  <a:pt x="22221" y="100"/>
                  <a:pt x="20918" y="311"/>
                </a:cubicBezTo>
                <a:cubicBezTo>
                  <a:pt x="283" y="3869"/>
                  <a:pt x="-6904" y="23192"/>
                  <a:pt x="7660" y="36525"/>
                </a:cubicBezTo>
                <a:cubicBezTo>
                  <a:pt x="13041" y="41553"/>
                  <a:pt x="20541" y="44050"/>
                  <a:pt x="28869" y="44050"/>
                </a:cubicBezTo>
                <a:cubicBezTo>
                  <a:pt x="36459" y="44050"/>
                  <a:pt x="44736" y="41975"/>
                  <a:pt x="52721" y="37851"/>
                </a:cubicBezTo>
                <a:lnTo>
                  <a:pt x="62486" y="32754"/>
                </a:lnTo>
                <a:lnTo>
                  <a:pt x="69321" y="46261"/>
                </a:lnTo>
                <a:cubicBezTo>
                  <a:pt x="76013" y="59518"/>
                  <a:pt x="110861" y="132948"/>
                  <a:pt x="119758" y="152728"/>
                </a:cubicBezTo>
                <a:cubicBezTo>
                  <a:pt x="123032" y="159963"/>
                  <a:pt x="125673" y="163642"/>
                  <a:pt x="127497" y="163642"/>
                </a:cubicBezTo>
                <a:cubicBezTo>
                  <a:pt x="128960" y="163642"/>
                  <a:pt x="129897" y="161274"/>
                  <a:pt x="130214" y="156476"/>
                </a:cubicBezTo>
                <a:cubicBezTo>
                  <a:pt x="130543" y="148547"/>
                  <a:pt x="131653" y="144633"/>
                  <a:pt x="140831" y="116784"/>
                </a:cubicBezTo>
                <a:cubicBezTo>
                  <a:pt x="145587" y="102274"/>
                  <a:pt x="145937" y="98783"/>
                  <a:pt x="144164" y="87737"/>
                </a:cubicBezTo>
                <a:cubicBezTo>
                  <a:pt x="143116" y="80900"/>
                  <a:pt x="140084" y="72037"/>
                  <a:pt x="137413" y="67918"/>
                </a:cubicBezTo>
                <a:cubicBezTo>
                  <a:pt x="134686" y="63995"/>
                  <a:pt x="131455" y="55075"/>
                  <a:pt x="130210" y="48185"/>
                </a:cubicBezTo>
                <a:cubicBezTo>
                  <a:pt x="127583" y="35635"/>
                  <a:pt x="114750" y="12439"/>
                  <a:pt x="109609" y="11012"/>
                </a:cubicBezTo>
                <a:cubicBezTo>
                  <a:pt x="108671" y="10751"/>
                  <a:pt x="107853" y="10598"/>
                  <a:pt x="107319" y="10598"/>
                </a:cubicBezTo>
                <a:cubicBezTo>
                  <a:pt x="106953" y="10598"/>
                  <a:pt x="106720" y="10670"/>
                  <a:pt x="106675" y="10830"/>
                </a:cubicBezTo>
                <a:cubicBezTo>
                  <a:pt x="106564" y="11221"/>
                  <a:pt x="109242" y="16820"/>
                  <a:pt x="112545" y="23225"/>
                </a:cubicBezTo>
                <a:cubicBezTo>
                  <a:pt x="120430" y="38292"/>
                  <a:pt x="121760" y="50905"/>
                  <a:pt x="116688" y="64272"/>
                </a:cubicBezTo>
                <a:cubicBezTo>
                  <a:pt x="112434" y="75704"/>
                  <a:pt x="103256" y="86907"/>
                  <a:pt x="98272" y="86907"/>
                </a:cubicBezTo>
                <a:cubicBezTo>
                  <a:pt x="98001" y="86907"/>
                  <a:pt x="97743" y="86874"/>
                  <a:pt x="97498" y="86806"/>
                </a:cubicBezTo>
                <a:cubicBezTo>
                  <a:pt x="95719" y="86312"/>
                  <a:pt x="86331" y="69774"/>
                  <a:pt x="76589" y="49969"/>
                </a:cubicBezTo>
                <a:cubicBezTo>
                  <a:pt x="66847" y="30164"/>
                  <a:pt x="56662" y="11925"/>
                  <a:pt x="53997" y="9286"/>
                </a:cubicBezTo>
                <a:cubicBezTo>
                  <a:pt x="48291" y="4052"/>
                  <a:pt x="34916" y="0"/>
                  <a:pt x="25185" y="0"/>
                </a:cubicBezTo>
                <a:close/>
              </a:path>
            </a:pathLst>
          </a:custGeom>
          <a:solidFill>
            <a:schemeClr val="accent5">
              <a:lumMod val="20000"/>
              <a:lumOff val="80000"/>
            </a:schemeClr>
          </a:solidFill>
          <a:ln w="7382" cap="flat">
            <a:noFill/>
            <a:prstDash val="solid"/>
            <a:miter/>
          </a:ln>
        </p:spPr>
        <p:txBody>
          <a:bodyPr/>
          <a:lstStyle/>
          <a:p>
            <a:endParaRPr lang="en-AU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AE358AC1-EF5C-F889-CBA2-5C0599F69796}"/>
              </a:ext>
            </a:extLst>
          </p:cNvPr>
          <p:cNvSpPr/>
          <p:nvPr/>
        </p:nvSpPr>
        <p:spPr>
          <a:xfrm flipH="1">
            <a:off x="5942333" y="1592337"/>
            <a:ext cx="140289" cy="139089"/>
          </a:xfrm>
          <a:custGeom>
            <a:avLst/>
            <a:gdLst>
              <a:gd name="csX0" fmla="*/ 107448 w 140289"/>
              <a:gd name="csY0" fmla="*/ 0 h 139089"/>
              <a:gd name="csX1" fmla="*/ 106690 w 140289"/>
              <a:gd name="csY1" fmla="*/ 17 h 139089"/>
              <a:gd name="csX2" fmla="*/ 76219 w 140289"/>
              <a:gd name="csY2" fmla="*/ 23218 h 139089"/>
              <a:gd name="csX3" fmla="*/ 61204 w 140289"/>
              <a:gd name="csY3" fmla="*/ 46067 h 139089"/>
              <a:gd name="csX4" fmla="*/ 31313 w 140289"/>
              <a:gd name="csY4" fmla="*/ 90539 h 139089"/>
              <a:gd name="csX5" fmla="*/ 6290 w 140289"/>
              <a:gd name="csY5" fmla="*/ 126863 h 139089"/>
              <a:gd name="csX6" fmla="*/ 508 w 140289"/>
              <a:gd name="csY6" fmla="*/ 138977 h 139089"/>
              <a:gd name="csX7" fmla="*/ 1322 w 140289"/>
              <a:gd name="csY7" fmla="*/ 139089 h 139089"/>
              <a:gd name="csX8" fmla="*/ 9634 w 140289"/>
              <a:gd name="csY8" fmla="*/ 130112 h 139089"/>
              <a:gd name="csX9" fmla="*/ 25408 w 140289"/>
              <a:gd name="csY9" fmla="*/ 106840 h 139089"/>
              <a:gd name="csX10" fmla="*/ 53677 w 140289"/>
              <a:gd name="csY10" fmla="*/ 65085 h 139089"/>
              <a:gd name="csX11" fmla="*/ 81798 w 140289"/>
              <a:gd name="csY11" fmla="*/ 28265 h 139089"/>
              <a:gd name="csX12" fmla="*/ 92183 w 140289"/>
              <a:gd name="csY12" fmla="*/ 34617 h 139089"/>
              <a:gd name="csX13" fmla="*/ 114546 w 140289"/>
              <a:gd name="csY13" fmla="*/ 41921 h 139089"/>
              <a:gd name="csX14" fmla="*/ 139369 w 140289"/>
              <a:gd name="csY14" fmla="*/ 26192 h 139089"/>
              <a:gd name="csX15" fmla="*/ 124139 w 140289"/>
              <a:gd name="csY15" fmla="*/ 3174 h 139089"/>
              <a:gd name="csX16" fmla="*/ 107448 w 140289"/>
              <a:gd name="csY16" fmla="*/ 0 h 13908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140289" h="139089">
                <a:moveTo>
                  <a:pt x="107448" y="0"/>
                </a:moveTo>
                <a:cubicBezTo>
                  <a:pt x="107182" y="0"/>
                  <a:pt x="106928" y="6"/>
                  <a:pt x="106690" y="17"/>
                </a:cubicBezTo>
                <a:cubicBezTo>
                  <a:pt x="96057" y="653"/>
                  <a:pt x="85768" y="8349"/>
                  <a:pt x="76219" y="23218"/>
                </a:cubicBezTo>
                <a:cubicBezTo>
                  <a:pt x="71626" y="30386"/>
                  <a:pt x="64847" y="40746"/>
                  <a:pt x="61204" y="46067"/>
                </a:cubicBezTo>
                <a:cubicBezTo>
                  <a:pt x="57562" y="51388"/>
                  <a:pt x="44172" y="71522"/>
                  <a:pt x="31313" y="90539"/>
                </a:cubicBezTo>
                <a:cubicBezTo>
                  <a:pt x="18650" y="109609"/>
                  <a:pt x="7414" y="125909"/>
                  <a:pt x="6290" y="126863"/>
                </a:cubicBezTo>
                <a:cubicBezTo>
                  <a:pt x="2721" y="129670"/>
                  <a:pt x="-1470" y="138428"/>
                  <a:pt x="508" y="138977"/>
                </a:cubicBezTo>
                <a:cubicBezTo>
                  <a:pt x="778" y="139052"/>
                  <a:pt x="1049" y="139089"/>
                  <a:pt x="1322" y="139089"/>
                </a:cubicBezTo>
                <a:cubicBezTo>
                  <a:pt x="3652" y="139089"/>
                  <a:pt x="6154" y="136325"/>
                  <a:pt x="9634" y="130112"/>
                </a:cubicBezTo>
                <a:cubicBezTo>
                  <a:pt x="11370" y="127007"/>
                  <a:pt x="18598" y="116559"/>
                  <a:pt x="25408" y="106840"/>
                </a:cubicBezTo>
                <a:cubicBezTo>
                  <a:pt x="32415" y="97177"/>
                  <a:pt x="45023" y="78302"/>
                  <a:pt x="53677" y="65085"/>
                </a:cubicBezTo>
                <a:cubicBezTo>
                  <a:pt x="72167" y="36974"/>
                  <a:pt x="77022" y="28265"/>
                  <a:pt x="81798" y="28265"/>
                </a:cubicBezTo>
                <a:cubicBezTo>
                  <a:pt x="84482" y="28265"/>
                  <a:pt x="87142" y="31015"/>
                  <a:pt x="92183" y="34617"/>
                </a:cubicBezTo>
                <a:cubicBezTo>
                  <a:pt x="99052" y="39586"/>
                  <a:pt x="107061" y="41921"/>
                  <a:pt x="114546" y="41921"/>
                </a:cubicBezTo>
                <a:cubicBezTo>
                  <a:pt x="126155" y="41921"/>
                  <a:pt x="136501" y="36304"/>
                  <a:pt x="139369" y="26192"/>
                </a:cubicBezTo>
                <a:cubicBezTo>
                  <a:pt x="142533" y="15038"/>
                  <a:pt x="137562" y="7747"/>
                  <a:pt x="124139" y="3174"/>
                </a:cubicBezTo>
                <a:cubicBezTo>
                  <a:pt x="118860" y="1312"/>
                  <a:pt x="111545" y="0"/>
                  <a:pt x="107448" y="0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 w="7382" cap="flat">
            <a:noFill/>
            <a:prstDash val="solid"/>
            <a:miter/>
          </a:ln>
        </p:spPr>
        <p:txBody>
          <a:bodyPr/>
          <a:lstStyle/>
          <a:p>
            <a:endParaRPr lang="en-AU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37F96044-A3C9-4463-AC32-AEED7D444217}"/>
              </a:ext>
            </a:extLst>
          </p:cNvPr>
          <p:cNvSpPr/>
          <p:nvPr/>
        </p:nvSpPr>
        <p:spPr>
          <a:xfrm flipH="1">
            <a:off x="2474944" y="1812013"/>
            <a:ext cx="199810" cy="176610"/>
          </a:xfrm>
          <a:custGeom>
            <a:avLst/>
            <a:gdLst>
              <a:gd name="csX0" fmla="*/ 103810 w 199810"/>
              <a:gd name="csY0" fmla="*/ 0 h 176610"/>
              <a:gd name="csX1" fmla="*/ 97760 w 199810"/>
              <a:gd name="csY1" fmla="*/ 378 h 176610"/>
              <a:gd name="csX2" fmla="*/ 78505 w 199810"/>
              <a:gd name="csY2" fmla="*/ 63000 h 176610"/>
              <a:gd name="csX3" fmla="*/ 59147 w 199810"/>
              <a:gd name="csY3" fmla="*/ 127494 h 176610"/>
              <a:gd name="csX4" fmla="*/ 55935 w 199810"/>
              <a:gd name="csY4" fmla="*/ 129363 h 176610"/>
              <a:gd name="csX5" fmla="*/ 48650 w 199810"/>
              <a:gd name="csY5" fmla="*/ 126900 h 176610"/>
              <a:gd name="csX6" fmla="*/ 32305 w 199810"/>
              <a:gd name="csY6" fmla="*/ 123421 h 176610"/>
              <a:gd name="csX7" fmla="*/ 12772 w 199810"/>
              <a:gd name="csY7" fmla="*/ 128546 h 176610"/>
              <a:gd name="csX8" fmla="*/ 985 w 199810"/>
              <a:gd name="csY8" fmla="*/ 141526 h 176610"/>
              <a:gd name="csX9" fmla="*/ 22866 w 199810"/>
              <a:gd name="csY9" fmla="*/ 167077 h 176610"/>
              <a:gd name="csX10" fmla="*/ 39006 w 199810"/>
              <a:gd name="csY10" fmla="*/ 163908 h 176610"/>
              <a:gd name="csX11" fmla="*/ 68895 w 199810"/>
              <a:gd name="csY11" fmla="*/ 112682 h 176610"/>
              <a:gd name="csX12" fmla="*/ 81261 w 199810"/>
              <a:gd name="csY12" fmla="*/ 72843 h 176610"/>
              <a:gd name="csX13" fmla="*/ 109509 w 199810"/>
              <a:gd name="csY13" fmla="*/ 74778 h 176610"/>
              <a:gd name="csX14" fmla="*/ 151443 w 199810"/>
              <a:gd name="csY14" fmla="*/ 77348 h 176610"/>
              <a:gd name="csX15" fmla="*/ 170665 w 199810"/>
              <a:gd name="csY15" fmla="*/ 79521 h 176610"/>
              <a:gd name="csX16" fmla="*/ 176004 w 199810"/>
              <a:gd name="csY16" fmla="*/ 81003 h 176610"/>
              <a:gd name="csX17" fmla="*/ 168844 w 199810"/>
              <a:gd name="csY17" fmla="*/ 106247 h 176610"/>
              <a:gd name="csX18" fmla="*/ 159611 w 199810"/>
              <a:gd name="csY18" fmla="*/ 134290 h 176610"/>
              <a:gd name="csX19" fmla="*/ 155723 w 199810"/>
              <a:gd name="csY19" fmla="*/ 135810 h 176610"/>
              <a:gd name="csX20" fmla="*/ 146858 w 199810"/>
              <a:gd name="csY20" fmla="*/ 134125 h 176610"/>
              <a:gd name="csX21" fmla="*/ 132405 w 199810"/>
              <a:gd name="csY21" fmla="*/ 132010 h 176610"/>
              <a:gd name="csX22" fmla="*/ 110180 w 199810"/>
              <a:gd name="csY22" fmla="*/ 139348 h 176610"/>
              <a:gd name="csX23" fmla="*/ 102056 w 199810"/>
              <a:gd name="csY23" fmla="*/ 163478 h 176610"/>
              <a:gd name="csX24" fmla="*/ 125999 w 199810"/>
              <a:gd name="csY24" fmla="*/ 176611 h 176610"/>
              <a:gd name="csX25" fmla="*/ 154110 w 199810"/>
              <a:gd name="csY25" fmla="*/ 164214 h 176610"/>
              <a:gd name="csX26" fmla="*/ 179348 w 199810"/>
              <a:gd name="csY26" fmla="*/ 84255 h 176610"/>
              <a:gd name="csX27" fmla="*/ 199775 w 199810"/>
              <a:gd name="csY27" fmla="*/ 6971 h 176610"/>
              <a:gd name="csX28" fmla="*/ 184840 w 199810"/>
              <a:gd name="csY28" fmla="*/ 4723 h 176610"/>
              <a:gd name="csX29" fmla="*/ 103808 w 199810"/>
              <a:gd name="csY29" fmla="*/ 2 h 17661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</a:cxnLst>
            <a:rect l="l" t="t" r="r" b="b"/>
            <a:pathLst>
              <a:path w="199810" h="176610">
                <a:moveTo>
                  <a:pt x="103810" y="0"/>
                </a:moveTo>
                <a:cubicBezTo>
                  <a:pt x="100384" y="0"/>
                  <a:pt x="98281" y="123"/>
                  <a:pt x="97760" y="378"/>
                </a:cubicBezTo>
                <a:cubicBezTo>
                  <a:pt x="96550" y="885"/>
                  <a:pt x="88132" y="28311"/>
                  <a:pt x="78505" y="63000"/>
                </a:cubicBezTo>
                <a:cubicBezTo>
                  <a:pt x="69157" y="96712"/>
                  <a:pt x="60492" y="125757"/>
                  <a:pt x="59147" y="127494"/>
                </a:cubicBezTo>
                <a:cubicBezTo>
                  <a:pt x="58194" y="128724"/>
                  <a:pt x="57313" y="129363"/>
                  <a:pt x="55935" y="129363"/>
                </a:cubicBezTo>
                <a:cubicBezTo>
                  <a:pt x="54395" y="129363"/>
                  <a:pt x="52232" y="128564"/>
                  <a:pt x="48650" y="126900"/>
                </a:cubicBezTo>
                <a:cubicBezTo>
                  <a:pt x="43355" y="124575"/>
                  <a:pt x="37814" y="123421"/>
                  <a:pt x="32305" y="123421"/>
                </a:cubicBezTo>
                <a:cubicBezTo>
                  <a:pt x="25578" y="123421"/>
                  <a:pt x="18899" y="125141"/>
                  <a:pt x="12772" y="128546"/>
                </a:cubicBezTo>
                <a:cubicBezTo>
                  <a:pt x="4922" y="132909"/>
                  <a:pt x="2761" y="135264"/>
                  <a:pt x="985" y="141526"/>
                </a:cubicBezTo>
                <a:cubicBezTo>
                  <a:pt x="-3332" y="156746"/>
                  <a:pt x="7010" y="167077"/>
                  <a:pt x="22866" y="167077"/>
                </a:cubicBezTo>
                <a:cubicBezTo>
                  <a:pt x="27803" y="167077"/>
                  <a:pt x="33276" y="166075"/>
                  <a:pt x="39006" y="163908"/>
                </a:cubicBezTo>
                <a:cubicBezTo>
                  <a:pt x="54326" y="158030"/>
                  <a:pt x="55418" y="156434"/>
                  <a:pt x="68895" y="112682"/>
                </a:cubicBezTo>
                <a:lnTo>
                  <a:pt x="81261" y="72843"/>
                </a:lnTo>
                <a:lnTo>
                  <a:pt x="109509" y="74778"/>
                </a:lnTo>
                <a:cubicBezTo>
                  <a:pt x="125029" y="75712"/>
                  <a:pt x="143880" y="76936"/>
                  <a:pt x="151443" y="77348"/>
                </a:cubicBezTo>
                <a:cubicBezTo>
                  <a:pt x="159005" y="77760"/>
                  <a:pt x="167501" y="78642"/>
                  <a:pt x="170665" y="79521"/>
                </a:cubicBezTo>
                <a:lnTo>
                  <a:pt x="176004" y="81003"/>
                </a:lnTo>
                <a:lnTo>
                  <a:pt x="168844" y="106247"/>
                </a:lnTo>
                <a:cubicBezTo>
                  <a:pt x="164904" y="120139"/>
                  <a:pt x="160703" y="132693"/>
                  <a:pt x="159611" y="134290"/>
                </a:cubicBezTo>
                <a:cubicBezTo>
                  <a:pt x="158803" y="135302"/>
                  <a:pt x="157631" y="135810"/>
                  <a:pt x="155723" y="135810"/>
                </a:cubicBezTo>
                <a:cubicBezTo>
                  <a:pt x="153720" y="135810"/>
                  <a:pt x="150908" y="135250"/>
                  <a:pt x="146858" y="134125"/>
                </a:cubicBezTo>
                <a:cubicBezTo>
                  <a:pt x="141768" y="132712"/>
                  <a:pt x="136940" y="132010"/>
                  <a:pt x="132405" y="132010"/>
                </a:cubicBezTo>
                <a:cubicBezTo>
                  <a:pt x="123904" y="132010"/>
                  <a:pt x="116430" y="134477"/>
                  <a:pt x="110180" y="139348"/>
                </a:cubicBezTo>
                <a:cubicBezTo>
                  <a:pt x="100287" y="147155"/>
                  <a:pt x="97394" y="155850"/>
                  <a:pt x="102056" y="163478"/>
                </a:cubicBezTo>
                <a:cubicBezTo>
                  <a:pt x="107364" y="172233"/>
                  <a:pt x="116272" y="176611"/>
                  <a:pt x="125999" y="176611"/>
                </a:cubicBezTo>
                <a:cubicBezTo>
                  <a:pt x="135448" y="176611"/>
                  <a:pt x="145668" y="172479"/>
                  <a:pt x="154110" y="164214"/>
                </a:cubicBezTo>
                <a:cubicBezTo>
                  <a:pt x="156833" y="161382"/>
                  <a:pt x="163086" y="141588"/>
                  <a:pt x="179348" y="84255"/>
                </a:cubicBezTo>
                <a:cubicBezTo>
                  <a:pt x="191280" y="42186"/>
                  <a:pt x="200455" y="7581"/>
                  <a:pt x="199775" y="6971"/>
                </a:cubicBezTo>
                <a:cubicBezTo>
                  <a:pt x="198952" y="6109"/>
                  <a:pt x="192348" y="5330"/>
                  <a:pt x="184840" y="4723"/>
                </a:cubicBezTo>
                <a:cubicBezTo>
                  <a:pt x="148280" y="1738"/>
                  <a:pt x="116690" y="2"/>
                  <a:pt x="103808" y="2"/>
                </a:cubicBezTo>
                <a:close/>
              </a:path>
            </a:pathLst>
          </a:custGeom>
          <a:solidFill>
            <a:srgbClr val="000000"/>
          </a:solidFill>
          <a:ln w="7382" cap="flat">
            <a:noFill/>
            <a:prstDash val="solid"/>
            <a:miter/>
          </a:ln>
        </p:spPr>
        <p:txBody>
          <a:bodyPr/>
          <a:lstStyle/>
          <a:p>
            <a:endParaRPr lang="en-AU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F8153347-8581-F25A-DC76-BC8C2003DA94}"/>
              </a:ext>
            </a:extLst>
          </p:cNvPr>
          <p:cNvSpPr/>
          <p:nvPr/>
        </p:nvSpPr>
        <p:spPr>
          <a:xfrm flipH="1">
            <a:off x="5666435" y="1425558"/>
            <a:ext cx="203388" cy="152828"/>
          </a:xfrm>
          <a:custGeom>
            <a:avLst/>
            <a:gdLst>
              <a:gd name="csX0" fmla="*/ 201576 w 203388"/>
              <a:gd name="csY0" fmla="*/ 0 h 152828"/>
              <a:gd name="csX1" fmla="*/ 196430 w 203388"/>
              <a:gd name="csY1" fmla="*/ 2368 h 152828"/>
              <a:gd name="csX2" fmla="*/ 185302 w 203388"/>
              <a:gd name="csY2" fmla="*/ 11521 h 152828"/>
              <a:gd name="csX3" fmla="*/ 159538 w 203388"/>
              <a:gd name="csY3" fmla="*/ 33917 h 152828"/>
              <a:gd name="csX4" fmla="*/ 125738 w 203388"/>
              <a:gd name="csY4" fmla="*/ 63581 h 152828"/>
              <a:gd name="csX5" fmla="*/ 71892 w 203388"/>
              <a:gd name="csY5" fmla="*/ 107520 h 152828"/>
              <a:gd name="csX6" fmla="*/ 71819 w 203388"/>
              <a:gd name="csY6" fmla="*/ 107531 h 152828"/>
              <a:gd name="csX7" fmla="*/ 67316 w 203388"/>
              <a:gd name="csY7" fmla="*/ 100339 h 152828"/>
              <a:gd name="csX8" fmla="*/ 39483 w 203388"/>
              <a:gd name="csY8" fmla="*/ 78887 h 152828"/>
              <a:gd name="csX9" fmla="*/ 26299 w 203388"/>
              <a:gd name="csY9" fmla="*/ 76787 h 152828"/>
              <a:gd name="csX10" fmla="*/ 5604 w 203388"/>
              <a:gd name="csY10" fmla="*/ 85520 h 152828"/>
              <a:gd name="csX11" fmla="*/ 175 w 203388"/>
              <a:gd name="csY11" fmla="*/ 100900 h 152828"/>
              <a:gd name="csX12" fmla="*/ 21510 w 203388"/>
              <a:gd name="csY12" fmla="*/ 126457 h 152828"/>
              <a:gd name="csX13" fmla="*/ 41334 w 203388"/>
              <a:gd name="csY13" fmla="*/ 130577 h 152828"/>
              <a:gd name="csX14" fmla="*/ 56161 w 203388"/>
              <a:gd name="csY14" fmla="*/ 127637 h 152828"/>
              <a:gd name="csX15" fmla="*/ 75306 w 203388"/>
              <a:gd name="csY15" fmla="*/ 113534 h 152828"/>
              <a:gd name="csX16" fmla="*/ 101156 w 203388"/>
              <a:gd name="csY16" fmla="*/ 91582 h 152828"/>
              <a:gd name="csX17" fmla="*/ 124538 w 203388"/>
              <a:gd name="csY17" fmla="*/ 72325 h 152828"/>
              <a:gd name="csX18" fmla="*/ 135746 w 203388"/>
              <a:gd name="csY18" fmla="*/ 65510 h 152828"/>
              <a:gd name="csX19" fmla="*/ 136440 w 203388"/>
              <a:gd name="csY19" fmla="*/ 65708 h 152828"/>
              <a:gd name="csX20" fmla="*/ 144705 w 203388"/>
              <a:gd name="csY20" fmla="*/ 95235 h 152828"/>
              <a:gd name="csX21" fmla="*/ 112926 w 203388"/>
              <a:gd name="csY21" fmla="*/ 146359 h 152828"/>
              <a:gd name="csX22" fmla="*/ 107909 w 203388"/>
              <a:gd name="csY22" fmla="*/ 152829 h 152828"/>
              <a:gd name="csX23" fmla="*/ 124103 w 203388"/>
              <a:gd name="csY23" fmla="*/ 147563 h 152828"/>
              <a:gd name="csX24" fmla="*/ 154041 w 203388"/>
              <a:gd name="csY24" fmla="*/ 118726 h 152828"/>
              <a:gd name="csX25" fmla="*/ 161957 w 203388"/>
              <a:gd name="csY25" fmla="*/ 110370 h 152828"/>
              <a:gd name="csX26" fmla="*/ 176292 w 203388"/>
              <a:gd name="csY26" fmla="*/ 98941 h 152828"/>
              <a:gd name="csX27" fmla="*/ 190999 w 203388"/>
              <a:gd name="csY27" fmla="*/ 71151 h 152828"/>
              <a:gd name="csX28" fmla="*/ 196400 w 203388"/>
              <a:gd name="csY28" fmla="*/ 37821 h 152828"/>
              <a:gd name="csX29" fmla="*/ 200933 w 203388"/>
              <a:gd name="csY29" fmla="*/ 12062 h 152828"/>
              <a:gd name="csX30" fmla="*/ 201616 w 203388"/>
              <a:gd name="csY30" fmla="*/ 0 h 15282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</a:cxnLst>
            <a:rect l="l" t="t" r="r" b="b"/>
            <a:pathLst>
              <a:path w="203388" h="152828">
                <a:moveTo>
                  <a:pt x="201576" y="0"/>
                </a:moveTo>
                <a:cubicBezTo>
                  <a:pt x="200418" y="9"/>
                  <a:pt x="198704" y="801"/>
                  <a:pt x="196430" y="2368"/>
                </a:cubicBezTo>
                <a:cubicBezTo>
                  <a:pt x="194294" y="3885"/>
                  <a:pt x="189292" y="7984"/>
                  <a:pt x="185302" y="11521"/>
                </a:cubicBezTo>
                <a:cubicBezTo>
                  <a:pt x="181313" y="15055"/>
                  <a:pt x="169709" y="25132"/>
                  <a:pt x="159538" y="33917"/>
                </a:cubicBezTo>
                <a:cubicBezTo>
                  <a:pt x="149367" y="42702"/>
                  <a:pt x="134280" y="56031"/>
                  <a:pt x="125738" y="63581"/>
                </a:cubicBezTo>
                <a:cubicBezTo>
                  <a:pt x="113405" y="74722"/>
                  <a:pt x="75746" y="105214"/>
                  <a:pt x="71892" y="107520"/>
                </a:cubicBezTo>
                <a:cubicBezTo>
                  <a:pt x="71869" y="107527"/>
                  <a:pt x="71844" y="107531"/>
                  <a:pt x="71819" y="107531"/>
                </a:cubicBezTo>
                <a:cubicBezTo>
                  <a:pt x="71065" y="107531"/>
                  <a:pt x="69272" y="104352"/>
                  <a:pt x="67316" y="100339"/>
                </a:cubicBezTo>
                <a:cubicBezTo>
                  <a:pt x="62726" y="90197"/>
                  <a:pt x="53807" y="83288"/>
                  <a:pt x="39483" y="78887"/>
                </a:cubicBezTo>
                <a:cubicBezTo>
                  <a:pt x="34714" y="77492"/>
                  <a:pt x="30336" y="76787"/>
                  <a:pt x="26299" y="76787"/>
                </a:cubicBezTo>
                <a:cubicBezTo>
                  <a:pt x="18161" y="76787"/>
                  <a:pt x="11404" y="79653"/>
                  <a:pt x="5604" y="85520"/>
                </a:cubicBezTo>
                <a:cubicBezTo>
                  <a:pt x="101" y="91380"/>
                  <a:pt x="-374" y="92305"/>
                  <a:pt x="175" y="100900"/>
                </a:cubicBezTo>
                <a:cubicBezTo>
                  <a:pt x="991" y="112314"/>
                  <a:pt x="7971" y="120797"/>
                  <a:pt x="21510" y="126457"/>
                </a:cubicBezTo>
                <a:cubicBezTo>
                  <a:pt x="28047" y="129191"/>
                  <a:pt x="34904" y="130577"/>
                  <a:pt x="41334" y="130577"/>
                </a:cubicBezTo>
                <a:cubicBezTo>
                  <a:pt x="46721" y="130577"/>
                  <a:pt x="51810" y="129604"/>
                  <a:pt x="56161" y="127637"/>
                </a:cubicBezTo>
                <a:cubicBezTo>
                  <a:pt x="60101" y="125776"/>
                  <a:pt x="68705" y="119510"/>
                  <a:pt x="75306" y="113534"/>
                </a:cubicBezTo>
                <a:cubicBezTo>
                  <a:pt x="81963" y="107361"/>
                  <a:pt x="93511" y="97480"/>
                  <a:pt x="101156" y="91582"/>
                </a:cubicBezTo>
                <a:cubicBezTo>
                  <a:pt x="108858" y="85488"/>
                  <a:pt x="119425" y="76814"/>
                  <a:pt x="124538" y="72325"/>
                </a:cubicBezTo>
                <a:cubicBezTo>
                  <a:pt x="129608" y="68083"/>
                  <a:pt x="133887" y="65510"/>
                  <a:pt x="135746" y="65510"/>
                </a:cubicBezTo>
                <a:cubicBezTo>
                  <a:pt x="136040" y="65510"/>
                  <a:pt x="136274" y="65575"/>
                  <a:pt x="136440" y="65708"/>
                </a:cubicBezTo>
                <a:cubicBezTo>
                  <a:pt x="139413" y="68012"/>
                  <a:pt x="144149" y="85160"/>
                  <a:pt x="144705" y="95235"/>
                </a:cubicBezTo>
                <a:cubicBezTo>
                  <a:pt x="145437" y="112959"/>
                  <a:pt x="130905" y="136366"/>
                  <a:pt x="112926" y="146359"/>
                </a:cubicBezTo>
                <a:cubicBezTo>
                  <a:pt x="105462" y="150596"/>
                  <a:pt x="104644" y="152829"/>
                  <a:pt x="107909" y="152829"/>
                </a:cubicBezTo>
                <a:cubicBezTo>
                  <a:pt x="110761" y="152829"/>
                  <a:pt x="116729" y="151125"/>
                  <a:pt x="124103" y="147563"/>
                </a:cubicBezTo>
                <a:cubicBezTo>
                  <a:pt x="132436" y="143756"/>
                  <a:pt x="149621" y="126786"/>
                  <a:pt x="154041" y="118726"/>
                </a:cubicBezTo>
                <a:cubicBezTo>
                  <a:pt x="155633" y="115369"/>
                  <a:pt x="159227" y="111722"/>
                  <a:pt x="161957" y="110370"/>
                </a:cubicBezTo>
                <a:cubicBezTo>
                  <a:pt x="164687" y="109018"/>
                  <a:pt x="171066" y="103823"/>
                  <a:pt x="176292" y="98941"/>
                </a:cubicBezTo>
                <a:cubicBezTo>
                  <a:pt x="185166" y="90218"/>
                  <a:pt x="186060" y="88568"/>
                  <a:pt x="190999" y="71151"/>
                </a:cubicBezTo>
                <a:cubicBezTo>
                  <a:pt x="194076" y="59552"/>
                  <a:pt x="196188" y="46840"/>
                  <a:pt x="196400" y="37821"/>
                </a:cubicBezTo>
                <a:cubicBezTo>
                  <a:pt x="196636" y="27966"/>
                  <a:pt x="197978" y="19474"/>
                  <a:pt x="200933" y="12062"/>
                </a:cubicBezTo>
                <a:cubicBezTo>
                  <a:pt x="203952" y="4014"/>
                  <a:pt x="204196" y="20"/>
                  <a:pt x="201616" y="0"/>
                </a:cubicBezTo>
                <a:close/>
              </a:path>
            </a:pathLst>
          </a:custGeom>
          <a:solidFill>
            <a:schemeClr val="tx2">
              <a:lumMod val="50000"/>
              <a:lumOff val="50000"/>
            </a:schemeClr>
          </a:solidFill>
          <a:ln w="7382" cap="flat">
            <a:noFill/>
            <a:prstDash val="solid"/>
            <a:miter/>
          </a:ln>
        </p:spPr>
        <p:txBody>
          <a:bodyPr/>
          <a:lstStyle/>
          <a:p>
            <a:endParaRPr lang="en-AU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34B1331-8869-378C-8D2A-8BB19E45E1E4}"/>
              </a:ext>
            </a:extLst>
          </p:cNvPr>
          <p:cNvSpPr/>
          <p:nvPr/>
        </p:nvSpPr>
        <p:spPr>
          <a:xfrm flipH="1">
            <a:off x="3539501" y="1792959"/>
            <a:ext cx="215743" cy="260865"/>
          </a:xfrm>
          <a:custGeom>
            <a:avLst/>
            <a:gdLst>
              <a:gd name="csX0" fmla="*/ 201566 w 215743"/>
              <a:gd name="csY0" fmla="*/ 2 h 260865"/>
              <a:gd name="csX1" fmla="*/ 198028 w 215743"/>
              <a:gd name="csY1" fmla="*/ 278 h 260865"/>
              <a:gd name="csX2" fmla="*/ 142773 w 215743"/>
              <a:gd name="csY2" fmla="*/ 56702 h 260865"/>
              <a:gd name="csX3" fmla="*/ 137348 w 215743"/>
              <a:gd name="csY3" fmla="*/ 66804 h 260865"/>
              <a:gd name="csX4" fmla="*/ 113336 w 215743"/>
              <a:gd name="csY4" fmla="*/ 71745 h 260865"/>
              <a:gd name="csX5" fmla="*/ 39564 w 215743"/>
              <a:gd name="csY5" fmla="*/ 125771 h 260865"/>
              <a:gd name="csX6" fmla="*/ 37782 w 215743"/>
              <a:gd name="csY6" fmla="*/ 154617 h 260865"/>
              <a:gd name="csX7" fmla="*/ 61758 w 215743"/>
              <a:gd name="csY7" fmla="*/ 195683 h 260865"/>
              <a:gd name="csX8" fmla="*/ 71784 w 215743"/>
              <a:gd name="csY8" fmla="*/ 203956 h 260865"/>
              <a:gd name="csX9" fmla="*/ 55418 w 215743"/>
              <a:gd name="csY9" fmla="*/ 239096 h 260865"/>
              <a:gd name="csX10" fmla="*/ 43433 w 215743"/>
              <a:gd name="csY10" fmla="*/ 252020 h 260865"/>
              <a:gd name="csX11" fmla="*/ 34708 w 215743"/>
              <a:gd name="csY11" fmla="*/ 256059 h 260865"/>
              <a:gd name="csX12" fmla="*/ 24936 w 215743"/>
              <a:gd name="csY12" fmla="*/ 254060 h 260865"/>
              <a:gd name="csX13" fmla="*/ 11729 w 215743"/>
              <a:gd name="csY13" fmla="*/ 247226 h 260865"/>
              <a:gd name="csX14" fmla="*/ 16227 w 215743"/>
              <a:gd name="csY14" fmla="*/ 239214 h 260865"/>
              <a:gd name="csX15" fmla="*/ 17984 w 215743"/>
              <a:gd name="csY15" fmla="*/ 239464 h 260865"/>
              <a:gd name="csX16" fmla="*/ 20537 w 215743"/>
              <a:gd name="csY16" fmla="*/ 239800 h 260865"/>
              <a:gd name="csX17" fmla="*/ 35172 w 215743"/>
              <a:gd name="csY17" fmla="*/ 229251 h 260865"/>
              <a:gd name="csX18" fmla="*/ 16330 w 215743"/>
              <a:gd name="csY18" fmla="*/ 203780 h 260865"/>
              <a:gd name="csX19" fmla="*/ 14430 w 215743"/>
              <a:gd name="csY19" fmla="*/ 203858 h 260865"/>
              <a:gd name="csX20" fmla="*/ 328 w 215743"/>
              <a:gd name="csY20" fmla="*/ 222739 h 260865"/>
              <a:gd name="csX21" fmla="*/ 10143 w 215743"/>
              <a:gd name="csY21" fmla="*/ 252062 h 260865"/>
              <a:gd name="csX22" fmla="*/ 31533 w 215743"/>
              <a:gd name="csY22" fmla="*/ 260865 h 260865"/>
              <a:gd name="csX23" fmla="*/ 45741 w 215743"/>
              <a:gd name="csY23" fmla="*/ 256671 h 260865"/>
              <a:gd name="csX24" fmla="*/ 69788 w 215743"/>
              <a:gd name="csY24" fmla="*/ 223032 h 260865"/>
              <a:gd name="csX25" fmla="*/ 83541 w 215743"/>
              <a:gd name="csY25" fmla="*/ 205123 h 260865"/>
              <a:gd name="csX26" fmla="*/ 85249 w 215743"/>
              <a:gd name="csY26" fmla="*/ 205372 h 260865"/>
              <a:gd name="csX27" fmla="*/ 87799 w 215743"/>
              <a:gd name="csY27" fmla="*/ 205602 h 260865"/>
              <a:gd name="csX28" fmla="*/ 100534 w 215743"/>
              <a:gd name="csY28" fmla="*/ 204129 h 260865"/>
              <a:gd name="csX29" fmla="*/ 125714 w 215743"/>
              <a:gd name="csY29" fmla="*/ 129642 h 260865"/>
              <a:gd name="csX30" fmla="*/ 125027 w 215743"/>
              <a:gd name="csY30" fmla="*/ 103487 h 260865"/>
              <a:gd name="csX31" fmla="*/ 137471 w 215743"/>
              <a:gd name="csY31" fmla="*/ 91955 h 260865"/>
              <a:gd name="csX32" fmla="*/ 212405 w 215743"/>
              <a:gd name="csY32" fmla="*/ 27065 h 260865"/>
              <a:gd name="csX33" fmla="*/ 213358 w 215743"/>
              <a:gd name="csY33" fmla="*/ 7909 h 260865"/>
              <a:gd name="csX34" fmla="*/ 201569 w 215743"/>
              <a:gd name="csY34" fmla="*/ 0 h 26086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</a:cxnLst>
            <a:rect l="l" t="t" r="r" b="b"/>
            <a:pathLst>
              <a:path w="215743" h="260865">
                <a:moveTo>
                  <a:pt x="201566" y="2"/>
                </a:moveTo>
                <a:cubicBezTo>
                  <a:pt x="200479" y="2"/>
                  <a:pt x="199305" y="97"/>
                  <a:pt x="198028" y="278"/>
                </a:cubicBezTo>
                <a:cubicBezTo>
                  <a:pt x="182212" y="2640"/>
                  <a:pt x="158488" y="26870"/>
                  <a:pt x="142773" y="56702"/>
                </a:cubicBezTo>
                <a:lnTo>
                  <a:pt x="137348" y="66804"/>
                </a:lnTo>
                <a:lnTo>
                  <a:pt x="113336" y="71745"/>
                </a:lnTo>
                <a:cubicBezTo>
                  <a:pt x="70128" y="80432"/>
                  <a:pt x="48030" y="96669"/>
                  <a:pt x="39564" y="125771"/>
                </a:cubicBezTo>
                <a:cubicBezTo>
                  <a:pt x="36123" y="137902"/>
                  <a:pt x="35693" y="142426"/>
                  <a:pt x="37782" y="154617"/>
                </a:cubicBezTo>
                <a:cubicBezTo>
                  <a:pt x="40713" y="172107"/>
                  <a:pt x="49501" y="187002"/>
                  <a:pt x="61758" y="195683"/>
                </a:cubicBezTo>
                <a:cubicBezTo>
                  <a:pt x="66542" y="199124"/>
                  <a:pt x="71017" y="202899"/>
                  <a:pt x="71784" y="203956"/>
                </a:cubicBezTo>
                <a:cubicBezTo>
                  <a:pt x="73317" y="206071"/>
                  <a:pt x="63542" y="226998"/>
                  <a:pt x="55418" y="239096"/>
                </a:cubicBezTo>
                <a:cubicBezTo>
                  <a:pt x="52702" y="243408"/>
                  <a:pt x="47200" y="249267"/>
                  <a:pt x="43433" y="252020"/>
                </a:cubicBezTo>
                <a:cubicBezTo>
                  <a:pt x="39732" y="254826"/>
                  <a:pt x="37713" y="256059"/>
                  <a:pt x="34708" y="256059"/>
                </a:cubicBezTo>
                <a:cubicBezTo>
                  <a:pt x="32418" y="256059"/>
                  <a:pt x="29554" y="255343"/>
                  <a:pt x="24936" y="254060"/>
                </a:cubicBezTo>
                <a:cubicBezTo>
                  <a:pt x="17026" y="251863"/>
                  <a:pt x="12756" y="249622"/>
                  <a:pt x="11729" y="247226"/>
                </a:cubicBezTo>
                <a:cubicBezTo>
                  <a:pt x="9881" y="243198"/>
                  <a:pt x="12278" y="239214"/>
                  <a:pt x="16227" y="239214"/>
                </a:cubicBezTo>
                <a:cubicBezTo>
                  <a:pt x="16784" y="239214"/>
                  <a:pt x="17372" y="239294"/>
                  <a:pt x="17984" y="239464"/>
                </a:cubicBezTo>
                <a:cubicBezTo>
                  <a:pt x="18803" y="239691"/>
                  <a:pt x="19659" y="239800"/>
                  <a:pt x="20537" y="239800"/>
                </a:cubicBezTo>
                <a:cubicBezTo>
                  <a:pt x="26012" y="239800"/>
                  <a:pt x="32284" y="235544"/>
                  <a:pt x="35172" y="229251"/>
                </a:cubicBezTo>
                <a:cubicBezTo>
                  <a:pt x="40872" y="217081"/>
                  <a:pt x="30640" y="203780"/>
                  <a:pt x="16330" y="203780"/>
                </a:cubicBezTo>
                <a:cubicBezTo>
                  <a:pt x="15704" y="203780"/>
                  <a:pt x="15070" y="203805"/>
                  <a:pt x="14430" y="203858"/>
                </a:cubicBezTo>
                <a:cubicBezTo>
                  <a:pt x="8283" y="204472"/>
                  <a:pt x="1640" y="213604"/>
                  <a:pt x="328" y="222739"/>
                </a:cubicBezTo>
                <a:cubicBezTo>
                  <a:pt x="-1111" y="234582"/>
                  <a:pt x="2182" y="244785"/>
                  <a:pt x="10143" y="252062"/>
                </a:cubicBezTo>
                <a:cubicBezTo>
                  <a:pt x="16617" y="257880"/>
                  <a:pt x="24198" y="260865"/>
                  <a:pt x="31533" y="260865"/>
                </a:cubicBezTo>
                <a:cubicBezTo>
                  <a:pt x="36524" y="260865"/>
                  <a:pt x="41401" y="259483"/>
                  <a:pt x="45741" y="256671"/>
                </a:cubicBezTo>
                <a:cubicBezTo>
                  <a:pt x="52491" y="252425"/>
                  <a:pt x="63196" y="237244"/>
                  <a:pt x="69788" y="223032"/>
                </a:cubicBezTo>
                <a:cubicBezTo>
                  <a:pt x="75966" y="209865"/>
                  <a:pt x="79423" y="205123"/>
                  <a:pt x="83541" y="205123"/>
                </a:cubicBezTo>
                <a:cubicBezTo>
                  <a:pt x="84095" y="205123"/>
                  <a:pt x="84662" y="205209"/>
                  <a:pt x="85249" y="205372"/>
                </a:cubicBezTo>
                <a:cubicBezTo>
                  <a:pt x="85815" y="205529"/>
                  <a:pt x="86696" y="205602"/>
                  <a:pt x="87799" y="205602"/>
                </a:cubicBezTo>
                <a:cubicBezTo>
                  <a:pt x="90932" y="205602"/>
                  <a:pt x="95865" y="205018"/>
                  <a:pt x="100534" y="204129"/>
                </a:cubicBezTo>
                <a:cubicBezTo>
                  <a:pt x="134975" y="197018"/>
                  <a:pt x="149748" y="153205"/>
                  <a:pt x="125714" y="129642"/>
                </a:cubicBezTo>
                <a:cubicBezTo>
                  <a:pt x="117326" y="121612"/>
                  <a:pt x="117225" y="118207"/>
                  <a:pt x="125027" y="103487"/>
                </a:cubicBezTo>
                <a:cubicBezTo>
                  <a:pt x="129613" y="94839"/>
                  <a:pt x="131410" y="93016"/>
                  <a:pt x="137471" y="91955"/>
                </a:cubicBezTo>
                <a:cubicBezTo>
                  <a:pt x="171350" y="85322"/>
                  <a:pt x="199923" y="60540"/>
                  <a:pt x="212405" y="27065"/>
                </a:cubicBezTo>
                <a:cubicBezTo>
                  <a:pt x="216581" y="15349"/>
                  <a:pt x="216771" y="13924"/>
                  <a:pt x="213358" y="7909"/>
                </a:cubicBezTo>
                <a:cubicBezTo>
                  <a:pt x="210167" y="2287"/>
                  <a:pt x="206913" y="0"/>
                  <a:pt x="201569" y="0"/>
                </a:cubicBezTo>
                <a:close/>
              </a:path>
            </a:pathLst>
          </a:custGeom>
          <a:solidFill>
            <a:schemeClr val="accent2">
              <a:lumMod val="50000"/>
            </a:schemeClr>
          </a:solidFill>
          <a:ln w="7382" cap="flat">
            <a:noFill/>
            <a:prstDash val="solid"/>
            <a:miter/>
          </a:ln>
        </p:spPr>
        <p:txBody>
          <a:bodyPr/>
          <a:lstStyle/>
          <a:p>
            <a:endParaRPr lang="en-AU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102CDCFB-85C3-A865-38B3-49D08081DBA9}"/>
              </a:ext>
            </a:extLst>
          </p:cNvPr>
          <p:cNvSpPr/>
          <p:nvPr/>
        </p:nvSpPr>
        <p:spPr>
          <a:xfrm flipH="1">
            <a:off x="3817361" y="1931410"/>
            <a:ext cx="180746" cy="138484"/>
          </a:xfrm>
          <a:custGeom>
            <a:avLst/>
            <a:gdLst>
              <a:gd name="csX0" fmla="*/ 86996 w 180746"/>
              <a:gd name="csY0" fmla="*/ 3 h 138484"/>
              <a:gd name="csX1" fmla="*/ 35130 w 180746"/>
              <a:gd name="csY1" fmla="*/ 26526 h 138484"/>
              <a:gd name="csX2" fmla="*/ 32065 w 180746"/>
              <a:gd name="csY2" fmla="*/ 32213 h 138484"/>
              <a:gd name="csX3" fmla="*/ 42068 w 180746"/>
              <a:gd name="csY3" fmla="*/ 26131 h 138484"/>
              <a:gd name="csX4" fmla="*/ 83505 w 180746"/>
              <a:gd name="csY4" fmla="*/ 12909 h 138484"/>
              <a:gd name="csX5" fmla="*/ 119027 w 180746"/>
              <a:gd name="csY5" fmla="*/ 25551 h 138484"/>
              <a:gd name="csX6" fmla="*/ 99584 w 180746"/>
              <a:gd name="csY6" fmla="*/ 48227 h 138484"/>
              <a:gd name="csX7" fmla="*/ 53761 w 180746"/>
              <a:gd name="csY7" fmla="*/ 64629 h 138484"/>
              <a:gd name="csX8" fmla="*/ 8109 w 180746"/>
              <a:gd name="csY8" fmla="*/ 87201 h 138484"/>
              <a:gd name="csX9" fmla="*/ 1150 w 180746"/>
              <a:gd name="csY9" fmla="*/ 119255 h 138484"/>
              <a:gd name="csX10" fmla="*/ 10309 w 180746"/>
              <a:gd name="csY10" fmla="*/ 135096 h 138484"/>
              <a:gd name="csX11" fmla="*/ 19032 w 180746"/>
              <a:gd name="csY11" fmla="*/ 138485 h 138484"/>
              <a:gd name="csX12" fmla="*/ 24991 w 180746"/>
              <a:gd name="csY12" fmla="*/ 137485 h 138484"/>
              <a:gd name="csX13" fmla="*/ 45043 w 180746"/>
              <a:gd name="csY13" fmla="*/ 117933 h 138484"/>
              <a:gd name="csX14" fmla="*/ 42239 w 180746"/>
              <a:gd name="csY14" fmla="*/ 85702 h 138484"/>
              <a:gd name="csX15" fmla="*/ 39713 w 180746"/>
              <a:gd name="csY15" fmla="*/ 76557 h 138484"/>
              <a:gd name="csX16" fmla="*/ 63476 w 180746"/>
              <a:gd name="csY16" fmla="*/ 66481 h 138484"/>
              <a:gd name="csX17" fmla="*/ 105920 w 180746"/>
              <a:gd name="csY17" fmla="*/ 51462 h 138484"/>
              <a:gd name="csX18" fmla="*/ 145491 w 180746"/>
              <a:gd name="csY18" fmla="*/ 37543 h 138484"/>
              <a:gd name="csX19" fmla="*/ 174157 w 180746"/>
              <a:gd name="csY19" fmla="*/ 21255 h 138484"/>
              <a:gd name="csX20" fmla="*/ 174140 w 180746"/>
              <a:gd name="csY20" fmla="*/ 21255 h 138484"/>
              <a:gd name="csX21" fmla="*/ 171425 w 180746"/>
              <a:gd name="csY21" fmla="*/ 21315 h 138484"/>
              <a:gd name="csX22" fmla="*/ 170394 w 180746"/>
              <a:gd name="csY22" fmla="*/ 21345 h 138484"/>
              <a:gd name="csX23" fmla="*/ 146714 w 180746"/>
              <a:gd name="csY23" fmla="*/ 15930 h 138484"/>
              <a:gd name="csX24" fmla="*/ 115489 w 180746"/>
              <a:gd name="csY24" fmla="*/ 4935 h 138484"/>
              <a:gd name="csX25" fmla="*/ 98995 w 180746"/>
              <a:gd name="csY25" fmla="*/ 51 h 138484"/>
              <a:gd name="csX26" fmla="*/ 98737 w 180746"/>
              <a:gd name="csY26" fmla="*/ 71 h 138484"/>
              <a:gd name="csX27" fmla="*/ 94377 w 180746"/>
              <a:gd name="csY27" fmla="*/ 192 h 138484"/>
              <a:gd name="csX28" fmla="*/ 87875 w 180746"/>
              <a:gd name="csY28" fmla="*/ 10 h 138484"/>
              <a:gd name="csX29" fmla="*/ 86998 w 180746"/>
              <a:gd name="csY29" fmla="*/ 0 h 13848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</a:cxnLst>
            <a:rect l="l" t="t" r="r" b="b"/>
            <a:pathLst>
              <a:path w="180746" h="138484">
                <a:moveTo>
                  <a:pt x="86996" y="3"/>
                </a:moveTo>
                <a:cubicBezTo>
                  <a:pt x="69736" y="3"/>
                  <a:pt x="47624" y="11316"/>
                  <a:pt x="35130" y="26526"/>
                </a:cubicBezTo>
                <a:cubicBezTo>
                  <a:pt x="32065" y="30329"/>
                  <a:pt x="31031" y="32213"/>
                  <a:pt x="32065" y="32213"/>
                </a:cubicBezTo>
                <a:cubicBezTo>
                  <a:pt x="33142" y="32213"/>
                  <a:pt x="36462" y="30172"/>
                  <a:pt x="42068" y="26131"/>
                </a:cubicBezTo>
                <a:cubicBezTo>
                  <a:pt x="54170" y="17320"/>
                  <a:pt x="69281" y="12909"/>
                  <a:pt x="83505" y="12909"/>
                </a:cubicBezTo>
                <a:cubicBezTo>
                  <a:pt x="97403" y="12909"/>
                  <a:pt x="110454" y="17120"/>
                  <a:pt x="119027" y="25551"/>
                </a:cubicBezTo>
                <a:cubicBezTo>
                  <a:pt x="128324" y="34889"/>
                  <a:pt x="125435" y="38308"/>
                  <a:pt x="99584" y="48227"/>
                </a:cubicBezTo>
                <a:cubicBezTo>
                  <a:pt x="86631" y="53283"/>
                  <a:pt x="65986" y="60636"/>
                  <a:pt x="53761" y="64629"/>
                </a:cubicBezTo>
                <a:cubicBezTo>
                  <a:pt x="19057" y="75677"/>
                  <a:pt x="14553" y="78015"/>
                  <a:pt x="8109" y="87201"/>
                </a:cubicBezTo>
                <a:cubicBezTo>
                  <a:pt x="151" y="98712"/>
                  <a:pt x="-1452" y="105866"/>
                  <a:pt x="1150" y="119255"/>
                </a:cubicBezTo>
                <a:cubicBezTo>
                  <a:pt x="2917" y="128821"/>
                  <a:pt x="4481" y="131578"/>
                  <a:pt x="10309" y="135096"/>
                </a:cubicBezTo>
                <a:cubicBezTo>
                  <a:pt x="14062" y="137465"/>
                  <a:pt x="16260" y="138485"/>
                  <a:pt x="19032" y="138485"/>
                </a:cubicBezTo>
                <a:cubicBezTo>
                  <a:pt x="20671" y="138485"/>
                  <a:pt x="22511" y="138129"/>
                  <a:pt x="24991" y="137485"/>
                </a:cubicBezTo>
                <a:cubicBezTo>
                  <a:pt x="33528" y="135212"/>
                  <a:pt x="42291" y="126881"/>
                  <a:pt x="45043" y="117933"/>
                </a:cubicBezTo>
                <a:cubicBezTo>
                  <a:pt x="47485" y="109324"/>
                  <a:pt x="46252" y="93361"/>
                  <a:pt x="42239" y="85702"/>
                </a:cubicBezTo>
                <a:cubicBezTo>
                  <a:pt x="40445" y="82249"/>
                  <a:pt x="39324" y="77927"/>
                  <a:pt x="39713" y="76557"/>
                </a:cubicBezTo>
                <a:cubicBezTo>
                  <a:pt x="40157" y="74992"/>
                  <a:pt x="50855" y="70364"/>
                  <a:pt x="63476" y="66481"/>
                </a:cubicBezTo>
                <a:cubicBezTo>
                  <a:pt x="75898" y="62544"/>
                  <a:pt x="95080" y="55838"/>
                  <a:pt x="105920" y="51462"/>
                </a:cubicBezTo>
                <a:cubicBezTo>
                  <a:pt x="116563" y="47030"/>
                  <a:pt x="134532" y="40832"/>
                  <a:pt x="145491" y="37543"/>
                </a:cubicBezTo>
                <a:cubicBezTo>
                  <a:pt x="177525" y="28023"/>
                  <a:pt x="189401" y="21258"/>
                  <a:pt x="174157" y="21255"/>
                </a:cubicBezTo>
                <a:lnTo>
                  <a:pt x="174140" y="21255"/>
                </a:lnTo>
                <a:cubicBezTo>
                  <a:pt x="173315" y="21255"/>
                  <a:pt x="172410" y="21275"/>
                  <a:pt x="171425" y="21315"/>
                </a:cubicBezTo>
                <a:cubicBezTo>
                  <a:pt x="171098" y="21335"/>
                  <a:pt x="170754" y="21345"/>
                  <a:pt x="170394" y="21345"/>
                </a:cubicBezTo>
                <a:cubicBezTo>
                  <a:pt x="165268" y="21345"/>
                  <a:pt x="156906" y="19352"/>
                  <a:pt x="146714" y="15930"/>
                </a:cubicBezTo>
                <a:cubicBezTo>
                  <a:pt x="137643" y="12565"/>
                  <a:pt x="123485" y="7578"/>
                  <a:pt x="115489" y="4935"/>
                </a:cubicBezTo>
                <a:cubicBezTo>
                  <a:pt x="107958" y="2243"/>
                  <a:pt x="100861" y="51"/>
                  <a:pt x="98995" y="51"/>
                </a:cubicBezTo>
                <a:cubicBezTo>
                  <a:pt x="98893" y="51"/>
                  <a:pt x="98807" y="58"/>
                  <a:pt x="98737" y="71"/>
                </a:cubicBezTo>
                <a:cubicBezTo>
                  <a:pt x="98157" y="133"/>
                  <a:pt x="96511" y="192"/>
                  <a:pt x="94377" y="192"/>
                </a:cubicBezTo>
                <a:cubicBezTo>
                  <a:pt x="92463" y="192"/>
                  <a:pt x="90157" y="144"/>
                  <a:pt x="87875" y="10"/>
                </a:cubicBezTo>
                <a:cubicBezTo>
                  <a:pt x="87584" y="3"/>
                  <a:pt x="87291" y="0"/>
                  <a:pt x="86998" y="0"/>
                </a:cubicBezTo>
                <a:close/>
              </a:path>
            </a:pathLst>
          </a:custGeom>
          <a:solidFill>
            <a:srgbClr val="000000"/>
          </a:solidFill>
          <a:ln w="7382" cap="flat">
            <a:noFill/>
            <a:prstDash val="solid"/>
            <a:miter/>
          </a:ln>
        </p:spPr>
        <p:txBody>
          <a:bodyPr/>
          <a:lstStyle/>
          <a:p>
            <a:endParaRPr lang="en-AU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B3B46741-ED94-6122-80FB-3828DCF568B5}"/>
              </a:ext>
            </a:extLst>
          </p:cNvPr>
          <p:cNvSpPr/>
          <p:nvPr/>
        </p:nvSpPr>
        <p:spPr>
          <a:xfrm flipH="1">
            <a:off x="2937894" y="1894493"/>
            <a:ext cx="110190" cy="185923"/>
          </a:xfrm>
          <a:custGeom>
            <a:avLst/>
            <a:gdLst>
              <a:gd name="csX0" fmla="*/ 50468 w 110190"/>
              <a:gd name="csY0" fmla="*/ 0 h 185923"/>
              <a:gd name="csX1" fmla="*/ 40352 w 110190"/>
              <a:gd name="csY1" fmla="*/ 3265 h 185923"/>
              <a:gd name="csX2" fmla="*/ 30906 w 110190"/>
              <a:gd name="csY2" fmla="*/ 16263 h 185923"/>
              <a:gd name="csX3" fmla="*/ 54923 w 110190"/>
              <a:gd name="csY3" fmla="*/ 54174 h 185923"/>
              <a:gd name="csX4" fmla="*/ 59763 w 110190"/>
              <a:gd name="csY4" fmla="*/ 69451 h 185923"/>
              <a:gd name="csX5" fmla="*/ 51486 w 110190"/>
              <a:gd name="csY5" fmla="*/ 85095 h 185923"/>
              <a:gd name="csX6" fmla="*/ 1160 w 110190"/>
              <a:gd name="csY6" fmla="*/ 181306 h 185923"/>
              <a:gd name="csX7" fmla="*/ 1568 w 110190"/>
              <a:gd name="csY7" fmla="*/ 185924 h 185923"/>
              <a:gd name="csX8" fmla="*/ 12330 w 110190"/>
              <a:gd name="csY8" fmla="*/ 181030 h 185923"/>
              <a:gd name="csX9" fmla="*/ 37081 w 110190"/>
              <a:gd name="csY9" fmla="*/ 171228 h 185923"/>
              <a:gd name="csX10" fmla="*/ 82394 w 110190"/>
              <a:gd name="csY10" fmla="*/ 136318 h 185923"/>
              <a:gd name="csX11" fmla="*/ 91975 w 110190"/>
              <a:gd name="csY11" fmla="*/ 122092 h 185923"/>
              <a:gd name="csX12" fmla="*/ 108910 w 110190"/>
              <a:gd name="csY12" fmla="*/ 87955 h 185923"/>
              <a:gd name="csX13" fmla="*/ 110190 w 110190"/>
              <a:gd name="csY13" fmla="*/ 78178 h 185923"/>
              <a:gd name="csX14" fmla="*/ 102500 w 110190"/>
              <a:gd name="csY14" fmla="*/ 92507 h 185923"/>
              <a:gd name="csX15" fmla="*/ 61310 w 110190"/>
              <a:gd name="csY15" fmla="*/ 121705 h 185923"/>
              <a:gd name="csX16" fmla="*/ 51258 w 110190"/>
              <a:gd name="csY16" fmla="*/ 120494 h 185923"/>
              <a:gd name="csX17" fmla="*/ 40864 w 110190"/>
              <a:gd name="csY17" fmla="*/ 118030 h 185923"/>
              <a:gd name="csX18" fmla="*/ 42925 w 110190"/>
              <a:gd name="csY18" fmla="*/ 112269 h 185923"/>
              <a:gd name="csX19" fmla="*/ 67835 w 110190"/>
              <a:gd name="csY19" fmla="*/ 64304 h 185923"/>
              <a:gd name="csX20" fmla="*/ 78062 w 110190"/>
              <a:gd name="csY20" fmla="*/ 43292 h 185923"/>
              <a:gd name="csX21" fmla="*/ 62675 w 110190"/>
              <a:gd name="csY21" fmla="*/ 5033 h 185923"/>
              <a:gd name="csX22" fmla="*/ 50467 w 110190"/>
              <a:gd name="csY22" fmla="*/ 1 h 18592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</a:cxnLst>
            <a:rect l="l" t="t" r="r" b="b"/>
            <a:pathLst>
              <a:path w="110190" h="185923">
                <a:moveTo>
                  <a:pt x="50468" y="0"/>
                </a:moveTo>
                <a:cubicBezTo>
                  <a:pt x="47329" y="0"/>
                  <a:pt x="44121" y="1096"/>
                  <a:pt x="40352" y="3265"/>
                </a:cubicBezTo>
                <a:cubicBezTo>
                  <a:pt x="33261" y="7206"/>
                  <a:pt x="31971" y="8747"/>
                  <a:pt x="30906" y="16263"/>
                </a:cubicBezTo>
                <a:cubicBezTo>
                  <a:pt x="28215" y="31769"/>
                  <a:pt x="38702" y="48191"/>
                  <a:pt x="54923" y="54174"/>
                </a:cubicBezTo>
                <a:cubicBezTo>
                  <a:pt x="64137" y="57789"/>
                  <a:pt x="64824" y="59880"/>
                  <a:pt x="59763" y="69451"/>
                </a:cubicBezTo>
                <a:cubicBezTo>
                  <a:pt x="57189" y="74013"/>
                  <a:pt x="53498" y="81009"/>
                  <a:pt x="51486" y="85095"/>
                </a:cubicBezTo>
                <a:cubicBezTo>
                  <a:pt x="33958" y="119066"/>
                  <a:pt x="3147" y="178057"/>
                  <a:pt x="1160" y="181306"/>
                </a:cubicBezTo>
                <a:cubicBezTo>
                  <a:pt x="-555" y="184376"/>
                  <a:pt x="-326" y="185924"/>
                  <a:pt x="1568" y="185924"/>
                </a:cubicBezTo>
                <a:cubicBezTo>
                  <a:pt x="3508" y="185924"/>
                  <a:pt x="7194" y="184302"/>
                  <a:pt x="12330" y="181030"/>
                </a:cubicBezTo>
                <a:cubicBezTo>
                  <a:pt x="17450" y="178020"/>
                  <a:pt x="28544" y="173501"/>
                  <a:pt x="37081" y="171228"/>
                </a:cubicBezTo>
                <a:cubicBezTo>
                  <a:pt x="63454" y="163988"/>
                  <a:pt x="73236" y="156573"/>
                  <a:pt x="82394" y="136318"/>
                </a:cubicBezTo>
                <a:cubicBezTo>
                  <a:pt x="84683" y="131256"/>
                  <a:pt x="89054" y="124869"/>
                  <a:pt x="91975" y="122092"/>
                </a:cubicBezTo>
                <a:cubicBezTo>
                  <a:pt x="100231" y="114042"/>
                  <a:pt x="107638" y="99211"/>
                  <a:pt x="108910" y="87955"/>
                </a:cubicBezTo>
                <a:lnTo>
                  <a:pt x="110190" y="78178"/>
                </a:lnTo>
                <a:lnTo>
                  <a:pt x="102500" y="92507"/>
                </a:lnTo>
                <a:cubicBezTo>
                  <a:pt x="92099" y="111618"/>
                  <a:pt x="77734" y="121705"/>
                  <a:pt x="61310" y="121705"/>
                </a:cubicBezTo>
                <a:cubicBezTo>
                  <a:pt x="58036" y="121705"/>
                  <a:pt x="54680" y="121305"/>
                  <a:pt x="51258" y="120494"/>
                </a:cubicBezTo>
                <a:lnTo>
                  <a:pt x="40864" y="118030"/>
                </a:lnTo>
                <a:lnTo>
                  <a:pt x="42925" y="112269"/>
                </a:lnTo>
                <a:cubicBezTo>
                  <a:pt x="45238" y="106368"/>
                  <a:pt x="52534" y="91928"/>
                  <a:pt x="67835" y="64304"/>
                </a:cubicBezTo>
                <a:cubicBezTo>
                  <a:pt x="72785" y="55125"/>
                  <a:pt x="77395" y="45641"/>
                  <a:pt x="78062" y="43292"/>
                </a:cubicBezTo>
                <a:cubicBezTo>
                  <a:pt x="81003" y="32922"/>
                  <a:pt x="72780" y="12273"/>
                  <a:pt x="62675" y="5033"/>
                </a:cubicBezTo>
                <a:cubicBezTo>
                  <a:pt x="58097" y="1665"/>
                  <a:pt x="54334" y="1"/>
                  <a:pt x="50467" y="1"/>
                </a:cubicBezTo>
                <a:close/>
              </a:path>
            </a:pathLst>
          </a:custGeom>
          <a:solidFill>
            <a:schemeClr val="accent2">
              <a:lumMod val="50000"/>
            </a:schemeClr>
          </a:solidFill>
          <a:ln w="7382" cap="flat">
            <a:noFill/>
            <a:prstDash val="solid"/>
            <a:miter/>
          </a:ln>
        </p:spPr>
        <p:txBody>
          <a:bodyPr/>
          <a:lstStyle/>
          <a:p>
            <a:endParaRPr lang="en-AU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0A6B3EAF-918E-42F2-C5DE-F4D0BA96B2E3}"/>
              </a:ext>
            </a:extLst>
          </p:cNvPr>
          <p:cNvSpPr/>
          <p:nvPr/>
        </p:nvSpPr>
        <p:spPr>
          <a:xfrm flipH="1">
            <a:off x="3154850" y="1896149"/>
            <a:ext cx="237686" cy="228202"/>
          </a:xfrm>
          <a:custGeom>
            <a:avLst/>
            <a:gdLst>
              <a:gd name="csX0" fmla="*/ 225590 w 237686"/>
              <a:gd name="csY0" fmla="*/ 1 h 228202"/>
              <a:gd name="csX1" fmla="*/ 217350 w 237686"/>
              <a:gd name="csY1" fmla="*/ 919 h 228202"/>
              <a:gd name="csX2" fmla="*/ 198881 w 237686"/>
              <a:gd name="csY2" fmla="*/ 8876 h 228202"/>
              <a:gd name="csX3" fmla="*/ 160139 w 237686"/>
              <a:gd name="csY3" fmla="*/ 49200 h 228202"/>
              <a:gd name="csX4" fmla="*/ 142022 w 237686"/>
              <a:gd name="csY4" fmla="*/ 56664 h 228202"/>
              <a:gd name="csX5" fmla="*/ 139495 w 237686"/>
              <a:gd name="csY5" fmla="*/ 56554 h 228202"/>
              <a:gd name="csX6" fmla="*/ 135676 w 237686"/>
              <a:gd name="csY6" fmla="*/ 56391 h 228202"/>
              <a:gd name="csX7" fmla="*/ 84649 w 237686"/>
              <a:gd name="csY7" fmla="*/ 67918 h 228202"/>
              <a:gd name="csX8" fmla="*/ 48368 w 237686"/>
              <a:gd name="csY8" fmla="*/ 109347 h 228202"/>
              <a:gd name="csX9" fmla="*/ 67939 w 237686"/>
              <a:gd name="csY9" fmla="*/ 173466 h 228202"/>
              <a:gd name="csX10" fmla="*/ 64887 w 237686"/>
              <a:gd name="csY10" fmla="*/ 196261 h 228202"/>
              <a:gd name="csX11" fmla="*/ 27715 w 237686"/>
              <a:gd name="csY11" fmla="*/ 224333 h 228202"/>
              <a:gd name="csX12" fmla="*/ 10613 w 237686"/>
              <a:gd name="csY12" fmla="*/ 215383 h 228202"/>
              <a:gd name="csX13" fmla="*/ 7724 w 237686"/>
              <a:gd name="csY13" fmla="*/ 205177 h 228202"/>
              <a:gd name="csX14" fmla="*/ 7745 w 237686"/>
              <a:gd name="csY14" fmla="*/ 205177 h 228202"/>
              <a:gd name="csX15" fmla="*/ 12826 w 237686"/>
              <a:gd name="csY15" fmla="*/ 206076 h 228202"/>
              <a:gd name="csX16" fmla="*/ 18752 w 237686"/>
              <a:gd name="csY16" fmla="*/ 207087 h 228202"/>
              <a:gd name="csX17" fmla="*/ 27597 w 237686"/>
              <a:gd name="csY17" fmla="*/ 203635 h 228202"/>
              <a:gd name="csX18" fmla="*/ 34656 w 237686"/>
              <a:gd name="csY18" fmla="*/ 187020 h 228202"/>
              <a:gd name="csX19" fmla="*/ 21310 w 237686"/>
              <a:gd name="csY19" fmla="*/ 174658 h 228202"/>
              <a:gd name="csX20" fmla="*/ 16348 w 237686"/>
              <a:gd name="csY20" fmla="*/ 173911 h 228202"/>
              <a:gd name="csX21" fmla="*/ 1665 w 237686"/>
              <a:gd name="csY21" fmla="*/ 190521 h 228202"/>
              <a:gd name="csX22" fmla="*/ 9367 w 237686"/>
              <a:gd name="csY22" fmla="*/ 220525 h 228202"/>
              <a:gd name="csX23" fmla="*/ 30303 w 237686"/>
              <a:gd name="csY23" fmla="*/ 228203 h 228202"/>
              <a:gd name="csX24" fmla="*/ 42511 w 237686"/>
              <a:gd name="csY24" fmla="*/ 225508 h 228202"/>
              <a:gd name="csX25" fmla="*/ 69149 w 237686"/>
              <a:gd name="csY25" fmla="*/ 197022 h 228202"/>
              <a:gd name="csX26" fmla="*/ 72681 w 237686"/>
              <a:gd name="csY26" fmla="*/ 192092 h 228202"/>
              <a:gd name="csX27" fmla="*/ 76046 w 237686"/>
              <a:gd name="csY27" fmla="*/ 187749 h 228202"/>
              <a:gd name="csX28" fmla="*/ 86251 w 237686"/>
              <a:gd name="csY28" fmla="*/ 182772 h 228202"/>
              <a:gd name="csX29" fmla="*/ 93120 w 237686"/>
              <a:gd name="csY29" fmla="*/ 183204 h 228202"/>
              <a:gd name="csX30" fmla="*/ 96732 w 237686"/>
              <a:gd name="csY30" fmla="*/ 183360 h 228202"/>
              <a:gd name="csX31" fmla="*/ 141888 w 237686"/>
              <a:gd name="csY31" fmla="*/ 151153 h 228202"/>
              <a:gd name="csX32" fmla="*/ 136001 w 237686"/>
              <a:gd name="csY32" fmla="*/ 117010 h 228202"/>
              <a:gd name="csX33" fmla="*/ 128545 w 237686"/>
              <a:gd name="csY33" fmla="*/ 109452 h 228202"/>
              <a:gd name="csX34" fmla="*/ 134900 w 237686"/>
              <a:gd name="csY34" fmla="*/ 93062 h 228202"/>
              <a:gd name="csX35" fmla="*/ 157352 w 237686"/>
              <a:gd name="csY35" fmla="*/ 80089 h 228202"/>
              <a:gd name="csX36" fmla="*/ 226694 w 237686"/>
              <a:gd name="csY36" fmla="*/ 37921 h 228202"/>
              <a:gd name="csX37" fmla="*/ 235036 w 237686"/>
              <a:gd name="csY37" fmla="*/ 6252 h 228202"/>
              <a:gd name="csX38" fmla="*/ 225591 w 237686"/>
              <a:gd name="csY38" fmla="*/ 0 h 22820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</a:cxnLst>
            <a:rect l="l" t="t" r="r" b="b"/>
            <a:pathLst>
              <a:path w="237686" h="228202">
                <a:moveTo>
                  <a:pt x="225590" y="1"/>
                </a:moveTo>
                <a:cubicBezTo>
                  <a:pt x="223574" y="1"/>
                  <a:pt x="220972" y="345"/>
                  <a:pt x="217350" y="919"/>
                </a:cubicBezTo>
                <a:cubicBezTo>
                  <a:pt x="212445" y="1667"/>
                  <a:pt x="203970" y="5224"/>
                  <a:pt x="198881" y="8876"/>
                </a:cubicBezTo>
                <a:cubicBezTo>
                  <a:pt x="188758" y="15986"/>
                  <a:pt x="161526" y="44308"/>
                  <a:pt x="160139" y="49200"/>
                </a:cubicBezTo>
                <a:cubicBezTo>
                  <a:pt x="158982" y="53282"/>
                  <a:pt x="150302" y="56664"/>
                  <a:pt x="142022" y="56664"/>
                </a:cubicBezTo>
                <a:cubicBezTo>
                  <a:pt x="141173" y="56664"/>
                  <a:pt x="140328" y="56628"/>
                  <a:pt x="139495" y="56554"/>
                </a:cubicBezTo>
                <a:cubicBezTo>
                  <a:pt x="138331" y="56444"/>
                  <a:pt x="137052" y="56391"/>
                  <a:pt x="135676" y="56391"/>
                </a:cubicBezTo>
                <a:cubicBezTo>
                  <a:pt x="122075" y="56391"/>
                  <a:pt x="99043" y="61564"/>
                  <a:pt x="84649" y="67918"/>
                </a:cubicBezTo>
                <a:cubicBezTo>
                  <a:pt x="63957" y="76947"/>
                  <a:pt x="54361" y="88215"/>
                  <a:pt x="48368" y="109347"/>
                </a:cubicBezTo>
                <a:cubicBezTo>
                  <a:pt x="41073" y="135819"/>
                  <a:pt x="47404" y="156364"/>
                  <a:pt x="67939" y="173466"/>
                </a:cubicBezTo>
                <a:cubicBezTo>
                  <a:pt x="75332" y="179740"/>
                  <a:pt x="75172" y="181807"/>
                  <a:pt x="64887" y="196261"/>
                </a:cubicBezTo>
                <a:cubicBezTo>
                  <a:pt x="51819" y="214761"/>
                  <a:pt x="38990" y="224333"/>
                  <a:pt x="27715" y="224333"/>
                </a:cubicBezTo>
                <a:cubicBezTo>
                  <a:pt x="21461" y="224333"/>
                  <a:pt x="15685" y="221387"/>
                  <a:pt x="10613" y="215383"/>
                </a:cubicBezTo>
                <a:cubicBezTo>
                  <a:pt x="4537" y="208509"/>
                  <a:pt x="3617" y="205182"/>
                  <a:pt x="7724" y="205177"/>
                </a:cubicBezTo>
                <a:lnTo>
                  <a:pt x="7745" y="205177"/>
                </a:lnTo>
                <a:cubicBezTo>
                  <a:pt x="8986" y="205178"/>
                  <a:pt x="10680" y="205480"/>
                  <a:pt x="12826" y="206076"/>
                </a:cubicBezTo>
                <a:cubicBezTo>
                  <a:pt x="15200" y="206736"/>
                  <a:pt x="17069" y="207087"/>
                  <a:pt x="18752" y="207087"/>
                </a:cubicBezTo>
                <a:cubicBezTo>
                  <a:pt x="21696" y="207087"/>
                  <a:pt x="24073" y="206013"/>
                  <a:pt x="27597" y="203635"/>
                </a:cubicBezTo>
                <a:cubicBezTo>
                  <a:pt x="35472" y="198434"/>
                  <a:pt x="36644" y="195804"/>
                  <a:pt x="34656" y="187020"/>
                </a:cubicBezTo>
                <a:cubicBezTo>
                  <a:pt x="33324" y="179683"/>
                  <a:pt x="30406" y="177184"/>
                  <a:pt x="21310" y="174658"/>
                </a:cubicBezTo>
                <a:cubicBezTo>
                  <a:pt x="19528" y="174163"/>
                  <a:pt x="17878" y="173911"/>
                  <a:pt x="16348" y="173911"/>
                </a:cubicBezTo>
                <a:cubicBezTo>
                  <a:pt x="9387" y="173911"/>
                  <a:pt x="4895" y="179133"/>
                  <a:pt x="1665" y="190521"/>
                </a:cubicBezTo>
                <a:cubicBezTo>
                  <a:pt x="-1911" y="203882"/>
                  <a:pt x="102" y="211829"/>
                  <a:pt x="9367" y="220525"/>
                </a:cubicBezTo>
                <a:cubicBezTo>
                  <a:pt x="14631" y="225491"/>
                  <a:pt x="22621" y="228203"/>
                  <a:pt x="30303" y="228203"/>
                </a:cubicBezTo>
                <a:cubicBezTo>
                  <a:pt x="34655" y="228203"/>
                  <a:pt x="38908" y="227332"/>
                  <a:pt x="42511" y="225508"/>
                </a:cubicBezTo>
                <a:cubicBezTo>
                  <a:pt x="50757" y="221256"/>
                  <a:pt x="67262" y="203674"/>
                  <a:pt x="69149" y="197022"/>
                </a:cubicBezTo>
                <a:cubicBezTo>
                  <a:pt x="69815" y="194673"/>
                  <a:pt x="71526" y="192405"/>
                  <a:pt x="72681" y="192092"/>
                </a:cubicBezTo>
                <a:cubicBezTo>
                  <a:pt x="74034" y="191835"/>
                  <a:pt x="75490" y="189706"/>
                  <a:pt x="76046" y="187749"/>
                </a:cubicBezTo>
                <a:cubicBezTo>
                  <a:pt x="77020" y="184312"/>
                  <a:pt x="79945" y="182772"/>
                  <a:pt x="86251" y="182772"/>
                </a:cubicBezTo>
                <a:cubicBezTo>
                  <a:pt x="88203" y="182772"/>
                  <a:pt x="90478" y="182919"/>
                  <a:pt x="93120" y="183204"/>
                </a:cubicBezTo>
                <a:cubicBezTo>
                  <a:pt x="94321" y="183308"/>
                  <a:pt x="95526" y="183360"/>
                  <a:pt x="96732" y="183360"/>
                </a:cubicBezTo>
                <a:cubicBezTo>
                  <a:pt x="116633" y="183360"/>
                  <a:pt x="136707" y="169419"/>
                  <a:pt x="141888" y="151153"/>
                </a:cubicBezTo>
                <a:cubicBezTo>
                  <a:pt x="144885" y="140587"/>
                  <a:pt x="142387" y="125328"/>
                  <a:pt x="136001" y="117010"/>
                </a:cubicBezTo>
                <a:cubicBezTo>
                  <a:pt x="133218" y="113283"/>
                  <a:pt x="129732" y="109781"/>
                  <a:pt x="128545" y="109452"/>
                </a:cubicBezTo>
                <a:cubicBezTo>
                  <a:pt x="125184" y="108518"/>
                  <a:pt x="126523" y="105301"/>
                  <a:pt x="134900" y="93062"/>
                </a:cubicBezTo>
                <a:cubicBezTo>
                  <a:pt x="142074" y="82812"/>
                  <a:pt x="142382" y="82476"/>
                  <a:pt x="157352" y="80089"/>
                </a:cubicBezTo>
                <a:cubicBezTo>
                  <a:pt x="187092" y="75261"/>
                  <a:pt x="209511" y="61646"/>
                  <a:pt x="226694" y="37921"/>
                </a:cubicBezTo>
                <a:cubicBezTo>
                  <a:pt x="237794" y="22850"/>
                  <a:pt x="240316" y="13206"/>
                  <a:pt x="235036" y="6252"/>
                </a:cubicBezTo>
                <a:cubicBezTo>
                  <a:pt x="231637" y="1676"/>
                  <a:pt x="230041" y="0"/>
                  <a:pt x="225591" y="0"/>
                </a:cubicBezTo>
                <a:close/>
              </a:path>
            </a:pathLst>
          </a:custGeom>
          <a:solidFill>
            <a:srgbClr val="000000"/>
          </a:solidFill>
          <a:ln w="7382" cap="flat">
            <a:noFill/>
            <a:prstDash val="solid"/>
            <a:miter/>
          </a:ln>
        </p:spPr>
        <p:txBody>
          <a:bodyPr/>
          <a:lstStyle/>
          <a:p>
            <a:endParaRPr lang="en-AU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F174D6D8-58B0-6990-3507-7FA223421461}"/>
              </a:ext>
            </a:extLst>
          </p:cNvPr>
          <p:cNvSpPr/>
          <p:nvPr/>
        </p:nvSpPr>
        <p:spPr>
          <a:xfrm flipH="1">
            <a:off x="2507898" y="2053651"/>
            <a:ext cx="108804" cy="120895"/>
          </a:xfrm>
          <a:custGeom>
            <a:avLst/>
            <a:gdLst>
              <a:gd name="csX0" fmla="*/ 83546 w 108804"/>
              <a:gd name="csY0" fmla="*/ 2 h 120895"/>
              <a:gd name="csX1" fmla="*/ 83109 w 108804"/>
              <a:gd name="csY1" fmla="*/ 18 h 120895"/>
              <a:gd name="csX2" fmla="*/ 68892 w 108804"/>
              <a:gd name="csY2" fmla="*/ 12535 h 120895"/>
              <a:gd name="csX3" fmla="*/ 77861 w 108804"/>
              <a:gd name="csY3" fmla="*/ 41834 h 120895"/>
              <a:gd name="csX4" fmla="*/ 81931 w 108804"/>
              <a:gd name="csY4" fmla="*/ 49297 h 120895"/>
              <a:gd name="csX5" fmla="*/ 68252 w 108804"/>
              <a:gd name="csY5" fmla="*/ 62175 h 120895"/>
              <a:gd name="csX6" fmla="*/ 33007 w 108804"/>
              <a:gd name="csY6" fmla="*/ 90170 h 120895"/>
              <a:gd name="csX7" fmla="*/ 5945 w 108804"/>
              <a:gd name="csY7" fmla="*/ 112629 h 120895"/>
              <a:gd name="csX8" fmla="*/ 2347 w 108804"/>
              <a:gd name="csY8" fmla="*/ 120895 h 120895"/>
              <a:gd name="csX9" fmla="*/ 6827 w 108804"/>
              <a:gd name="csY9" fmla="*/ 120051 h 120895"/>
              <a:gd name="csX10" fmla="*/ 16604 w 108804"/>
              <a:gd name="csY10" fmla="*/ 119327 h 120895"/>
              <a:gd name="csX11" fmla="*/ 28012 w 108804"/>
              <a:gd name="csY11" fmla="*/ 119813 h 120895"/>
              <a:gd name="csX12" fmla="*/ 40543 w 108804"/>
              <a:gd name="csY12" fmla="*/ 120466 h 120895"/>
              <a:gd name="csX13" fmla="*/ 72147 w 108804"/>
              <a:gd name="csY13" fmla="*/ 110118 h 120895"/>
              <a:gd name="csX14" fmla="*/ 92701 w 108804"/>
              <a:gd name="csY14" fmla="*/ 95563 h 120895"/>
              <a:gd name="csX15" fmla="*/ 105731 w 108804"/>
              <a:gd name="csY15" fmla="*/ 82716 h 120895"/>
              <a:gd name="csX16" fmla="*/ 108804 w 108804"/>
              <a:gd name="csY16" fmla="*/ 76392 h 120895"/>
              <a:gd name="csX17" fmla="*/ 100572 w 108804"/>
              <a:gd name="csY17" fmla="*/ 83604 h 120895"/>
              <a:gd name="csX18" fmla="*/ 72616 w 108804"/>
              <a:gd name="csY18" fmla="*/ 93570 h 120895"/>
              <a:gd name="csX19" fmla="*/ 52480 w 108804"/>
              <a:gd name="csY19" fmla="*/ 85446 h 120895"/>
              <a:gd name="csX20" fmla="*/ 48987 w 108804"/>
              <a:gd name="csY20" fmla="*/ 80465 h 120895"/>
              <a:gd name="csX21" fmla="*/ 64982 w 108804"/>
              <a:gd name="csY21" fmla="*/ 68443 h 120895"/>
              <a:gd name="csX22" fmla="*/ 102249 w 108804"/>
              <a:gd name="csY22" fmla="*/ 32564 h 120895"/>
              <a:gd name="csX23" fmla="*/ 99623 w 108804"/>
              <a:gd name="csY23" fmla="*/ 7981 h 120895"/>
              <a:gd name="csX24" fmla="*/ 83546 w 108804"/>
              <a:gd name="csY24" fmla="*/ 0 h 12089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</a:cxnLst>
            <a:rect l="l" t="t" r="r" b="b"/>
            <a:pathLst>
              <a:path w="108804" h="120895">
                <a:moveTo>
                  <a:pt x="83546" y="2"/>
                </a:moveTo>
                <a:cubicBezTo>
                  <a:pt x="83394" y="2"/>
                  <a:pt x="83249" y="7"/>
                  <a:pt x="83109" y="18"/>
                </a:cubicBezTo>
                <a:cubicBezTo>
                  <a:pt x="77468" y="352"/>
                  <a:pt x="70613" y="6470"/>
                  <a:pt x="68892" y="12535"/>
                </a:cubicBezTo>
                <a:cubicBezTo>
                  <a:pt x="66728" y="20166"/>
                  <a:pt x="71370" y="35389"/>
                  <a:pt x="77861" y="41834"/>
                </a:cubicBezTo>
                <a:cubicBezTo>
                  <a:pt x="80469" y="44670"/>
                  <a:pt x="82319" y="47927"/>
                  <a:pt x="81931" y="49297"/>
                </a:cubicBezTo>
                <a:cubicBezTo>
                  <a:pt x="81209" y="51841"/>
                  <a:pt x="74607" y="57818"/>
                  <a:pt x="68252" y="62175"/>
                </a:cubicBezTo>
                <a:cubicBezTo>
                  <a:pt x="59419" y="67743"/>
                  <a:pt x="50594" y="74790"/>
                  <a:pt x="33007" y="90170"/>
                </a:cubicBezTo>
                <a:cubicBezTo>
                  <a:pt x="22274" y="99433"/>
                  <a:pt x="10219" y="109594"/>
                  <a:pt x="5945" y="112629"/>
                </a:cubicBezTo>
                <a:cubicBezTo>
                  <a:pt x="-593" y="117425"/>
                  <a:pt x="-1654" y="120895"/>
                  <a:pt x="2347" y="120895"/>
                </a:cubicBezTo>
                <a:cubicBezTo>
                  <a:pt x="3455" y="120895"/>
                  <a:pt x="4951" y="120629"/>
                  <a:pt x="6827" y="120051"/>
                </a:cubicBezTo>
                <a:cubicBezTo>
                  <a:pt x="8506" y="119577"/>
                  <a:pt x="12173" y="119327"/>
                  <a:pt x="16604" y="119327"/>
                </a:cubicBezTo>
                <a:cubicBezTo>
                  <a:pt x="20128" y="119327"/>
                  <a:pt x="24136" y="119485"/>
                  <a:pt x="28012" y="119813"/>
                </a:cubicBezTo>
                <a:cubicBezTo>
                  <a:pt x="32694" y="120237"/>
                  <a:pt x="36819" y="120466"/>
                  <a:pt x="40543" y="120466"/>
                </a:cubicBezTo>
                <a:cubicBezTo>
                  <a:pt x="53859" y="120466"/>
                  <a:pt x="62040" y="117538"/>
                  <a:pt x="72147" y="110118"/>
                </a:cubicBezTo>
                <a:cubicBezTo>
                  <a:pt x="78051" y="105847"/>
                  <a:pt x="87359" y="99355"/>
                  <a:pt x="92701" y="95563"/>
                </a:cubicBezTo>
                <a:cubicBezTo>
                  <a:pt x="98186" y="92019"/>
                  <a:pt x="104083" y="86269"/>
                  <a:pt x="105731" y="82716"/>
                </a:cubicBezTo>
                <a:lnTo>
                  <a:pt x="108804" y="76392"/>
                </a:lnTo>
                <a:lnTo>
                  <a:pt x="100572" y="83604"/>
                </a:lnTo>
                <a:cubicBezTo>
                  <a:pt x="92946" y="90197"/>
                  <a:pt x="82234" y="93570"/>
                  <a:pt x="72616" y="93570"/>
                </a:cubicBezTo>
                <a:cubicBezTo>
                  <a:pt x="64053" y="93570"/>
                  <a:pt x="56358" y="90898"/>
                  <a:pt x="52480" y="85446"/>
                </a:cubicBezTo>
                <a:lnTo>
                  <a:pt x="48987" y="80465"/>
                </a:lnTo>
                <a:lnTo>
                  <a:pt x="64982" y="68443"/>
                </a:lnTo>
                <a:cubicBezTo>
                  <a:pt x="96411" y="44874"/>
                  <a:pt x="99641" y="41760"/>
                  <a:pt x="102249" y="32564"/>
                </a:cubicBezTo>
                <a:cubicBezTo>
                  <a:pt x="104494" y="23899"/>
                  <a:pt x="103314" y="13017"/>
                  <a:pt x="99623" y="7981"/>
                </a:cubicBezTo>
                <a:cubicBezTo>
                  <a:pt x="97125" y="4431"/>
                  <a:pt x="87904" y="0"/>
                  <a:pt x="83546" y="0"/>
                </a:cubicBezTo>
                <a:close/>
              </a:path>
            </a:pathLst>
          </a:custGeom>
          <a:solidFill>
            <a:srgbClr val="000000"/>
          </a:solidFill>
          <a:ln w="7382" cap="flat">
            <a:noFill/>
            <a:prstDash val="solid"/>
            <a:miter/>
          </a:ln>
        </p:spPr>
        <p:txBody>
          <a:bodyPr/>
          <a:lstStyle/>
          <a:p>
            <a:endParaRPr lang="en-AU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5ABB82AC-4438-DF45-7B97-60250148277B}"/>
              </a:ext>
            </a:extLst>
          </p:cNvPr>
          <p:cNvSpPr/>
          <p:nvPr/>
        </p:nvSpPr>
        <p:spPr>
          <a:xfrm flipH="1">
            <a:off x="2772158" y="1838165"/>
            <a:ext cx="122751" cy="347703"/>
          </a:xfrm>
          <a:custGeom>
            <a:avLst/>
            <a:gdLst>
              <a:gd name="csX0" fmla="*/ 80135 w 122751"/>
              <a:gd name="csY0" fmla="*/ 0 h 347703"/>
              <a:gd name="csX1" fmla="*/ 72152 w 122751"/>
              <a:gd name="csY1" fmla="*/ 2253 h 347703"/>
              <a:gd name="csX2" fmla="*/ 53085 w 122751"/>
              <a:gd name="csY2" fmla="*/ 92792 h 347703"/>
              <a:gd name="csX3" fmla="*/ 54289 w 122751"/>
              <a:gd name="csY3" fmla="*/ 102836 h 347703"/>
              <a:gd name="csX4" fmla="*/ 37919 w 122751"/>
              <a:gd name="csY4" fmla="*/ 119187 h 347703"/>
              <a:gd name="csX5" fmla="*/ 1953 w 122751"/>
              <a:gd name="csY5" fmla="*/ 209889 h 347703"/>
              <a:gd name="csX6" fmla="*/ 47052 w 122751"/>
              <a:gd name="csY6" fmla="*/ 261467 h 347703"/>
              <a:gd name="csX7" fmla="*/ 68550 w 122751"/>
              <a:gd name="csY7" fmla="*/ 265011 h 347703"/>
              <a:gd name="csX8" fmla="*/ 70372 w 122751"/>
              <a:gd name="csY8" fmla="*/ 264988 h 347703"/>
              <a:gd name="csX9" fmla="*/ 83235 w 122751"/>
              <a:gd name="csY9" fmla="*/ 264762 h 347703"/>
              <a:gd name="csX10" fmla="*/ 85605 w 122751"/>
              <a:gd name="csY10" fmla="*/ 270696 h 347703"/>
              <a:gd name="csX11" fmla="*/ 90505 w 122751"/>
              <a:gd name="csY11" fmla="*/ 316597 h 347703"/>
              <a:gd name="csX12" fmla="*/ 63130 w 122751"/>
              <a:gd name="csY12" fmla="*/ 342922 h 347703"/>
              <a:gd name="csX13" fmla="*/ 58805 w 122751"/>
              <a:gd name="csY13" fmla="*/ 342623 h 347703"/>
              <a:gd name="csX14" fmla="*/ 56272 w 122751"/>
              <a:gd name="csY14" fmla="*/ 331998 h 347703"/>
              <a:gd name="csX15" fmla="*/ 62950 w 122751"/>
              <a:gd name="csY15" fmla="*/ 306200 h 347703"/>
              <a:gd name="csX16" fmla="*/ 46755 w 122751"/>
              <a:gd name="csY16" fmla="*/ 295570 h 347703"/>
              <a:gd name="csX17" fmla="*/ 29074 w 122751"/>
              <a:gd name="csY17" fmla="*/ 307557 h 347703"/>
              <a:gd name="csX18" fmla="*/ 53376 w 122751"/>
              <a:gd name="csY18" fmla="*/ 345970 h 347703"/>
              <a:gd name="csX19" fmla="*/ 64756 w 122751"/>
              <a:gd name="csY19" fmla="*/ 347704 h 347703"/>
              <a:gd name="csX20" fmla="*/ 82949 w 122751"/>
              <a:gd name="csY20" fmla="*/ 341730 h 347703"/>
              <a:gd name="csX21" fmla="*/ 94007 w 122751"/>
              <a:gd name="csY21" fmla="*/ 281686 h 347703"/>
              <a:gd name="csX22" fmla="*/ 91100 w 122751"/>
              <a:gd name="csY22" fmla="*/ 263358 h 347703"/>
              <a:gd name="csX23" fmla="*/ 99166 w 122751"/>
              <a:gd name="csY23" fmla="*/ 256732 h 347703"/>
              <a:gd name="csX24" fmla="*/ 120322 w 122751"/>
              <a:gd name="csY24" fmla="*/ 226512 h 347703"/>
              <a:gd name="csX25" fmla="*/ 115253 w 122751"/>
              <a:gd name="csY25" fmla="*/ 186474 h 347703"/>
              <a:gd name="csX26" fmla="*/ 85765 w 122751"/>
              <a:gd name="csY26" fmla="*/ 167096 h 347703"/>
              <a:gd name="csX27" fmla="*/ 70935 w 122751"/>
              <a:gd name="csY27" fmla="*/ 162977 h 347703"/>
              <a:gd name="csX28" fmla="*/ 68468 w 122751"/>
              <a:gd name="csY28" fmla="*/ 148361 h 347703"/>
              <a:gd name="csX29" fmla="*/ 66001 w 122751"/>
              <a:gd name="csY29" fmla="*/ 133744 h 347703"/>
              <a:gd name="csX30" fmla="*/ 79059 w 122751"/>
              <a:gd name="csY30" fmla="*/ 114784 h 347703"/>
              <a:gd name="csX31" fmla="*/ 101457 w 122751"/>
              <a:gd name="csY31" fmla="*/ 60634 h 347703"/>
              <a:gd name="csX32" fmla="*/ 93057 w 122751"/>
              <a:gd name="csY32" fmla="*/ 8272 h 347703"/>
              <a:gd name="csX33" fmla="*/ 80135 w 122751"/>
              <a:gd name="csY33" fmla="*/ 2 h 3477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</a:cxnLst>
            <a:rect l="l" t="t" r="r" b="b"/>
            <a:pathLst>
              <a:path w="122751" h="347703">
                <a:moveTo>
                  <a:pt x="80135" y="0"/>
                </a:moveTo>
                <a:cubicBezTo>
                  <a:pt x="77717" y="0"/>
                  <a:pt x="75127" y="774"/>
                  <a:pt x="72152" y="2253"/>
                </a:cubicBezTo>
                <a:cubicBezTo>
                  <a:pt x="54814" y="10736"/>
                  <a:pt x="47141" y="46813"/>
                  <a:pt x="53085" y="92792"/>
                </a:cubicBezTo>
                <a:lnTo>
                  <a:pt x="54289" y="102836"/>
                </a:lnTo>
                <a:lnTo>
                  <a:pt x="37919" y="119187"/>
                </a:lnTo>
                <a:cubicBezTo>
                  <a:pt x="6722" y="150208"/>
                  <a:pt x="-5044" y="179658"/>
                  <a:pt x="1953" y="209889"/>
                </a:cubicBezTo>
                <a:cubicBezTo>
                  <a:pt x="6852" y="231725"/>
                  <a:pt x="26197" y="253774"/>
                  <a:pt x="47052" y="261467"/>
                </a:cubicBezTo>
                <a:cubicBezTo>
                  <a:pt x="53316" y="263794"/>
                  <a:pt x="60811" y="265011"/>
                  <a:pt x="68550" y="265011"/>
                </a:cubicBezTo>
                <a:cubicBezTo>
                  <a:pt x="69156" y="265011"/>
                  <a:pt x="69763" y="265003"/>
                  <a:pt x="70372" y="264988"/>
                </a:cubicBezTo>
                <a:lnTo>
                  <a:pt x="83235" y="264762"/>
                </a:lnTo>
                <a:lnTo>
                  <a:pt x="85605" y="270696"/>
                </a:lnTo>
                <a:cubicBezTo>
                  <a:pt x="89143" y="279279"/>
                  <a:pt x="91919" y="305592"/>
                  <a:pt x="90505" y="316597"/>
                </a:cubicBezTo>
                <a:cubicBezTo>
                  <a:pt x="88448" y="332747"/>
                  <a:pt x="77477" y="342922"/>
                  <a:pt x="63130" y="342922"/>
                </a:cubicBezTo>
                <a:cubicBezTo>
                  <a:pt x="61719" y="342922"/>
                  <a:pt x="60276" y="342824"/>
                  <a:pt x="58805" y="342623"/>
                </a:cubicBezTo>
                <a:cubicBezTo>
                  <a:pt x="48727" y="341302"/>
                  <a:pt x="48065" y="338374"/>
                  <a:pt x="56272" y="331998"/>
                </a:cubicBezTo>
                <a:cubicBezTo>
                  <a:pt x="65549" y="324865"/>
                  <a:pt x="67848" y="316004"/>
                  <a:pt x="62950" y="306200"/>
                </a:cubicBezTo>
                <a:cubicBezTo>
                  <a:pt x="59398" y="299092"/>
                  <a:pt x="53134" y="295570"/>
                  <a:pt x="46755" y="295570"/>
                </a:cubicBezTo>
                <a:cubicBezTo>
                  <a:pt x="39936" y="295570"/>
                  <a:pt x="32987" y="299593"/>
                  <a:pt x="29074" y="307557"/>
                </a:cubicBezTo>
                <a:cubicBezTo>
                  <a:pt x="22649" y="321183"/>
                  <a:pt x="34986" y="340862"/>
                  <a:pt x="53376" y="345970"/>
                </a:cubicBezTo>
                <a:cubicBezTo>
                  <a:pt x="57510" y="347118"/>
                  <a:pt x="61241" y="347704"/>
                  <a:pt x="64756" y="347704"/>
                </a:cubicBezTo>
                <a:cubicBezTo>
                  <a:pt x="71161" y="347704"/>
                  <a:pt x="76848" y="345759"/>
                  <a:pt x="82949" y="341730"/>
                </a:cubicBezTo>
                <a:cubicBezTo>
                  <a:pt x="96112" y="332932"/>
                  <a:pt x="99414" y="315273"/>
                  <a:pt x="94007" y="281686"/>
                </a:cubicBezTo>
                <a:lnTo>
                  <a:pt x="91100" y="263358"/>
                </a:lnTo>
                <a:lnTo>
                  <a:pt x="99166" y="256732"/>
                </a:lnTo>
                <a:cubicBezTo>
                  <a:pt x="113302" y="245249"/>
                  <a:pt x="116160" y="241188"/>
                  <a:pt x="120322" y="226512"/>
                </a:cubicBezTo>
                <a:cubicBezTo>
                  <a:pt x="124620" y="210608"/>
                  <a:pt x="123385" y="199921"/>
                  <a:pt x="115253" y="186474"/>
                </a:cubicBezTo>
                <a:cubicBezTo>
                  <a:pt x="108741" y="175589"/>
                  <a:pt x="103166" y="171930"/>
                  <a:pt x="85765" y="167096"/>
                </a:cubicBezTo>
                <a:lnTo>
                  <a:pt x="70935" y="162977"/>
                </a:lnTo>
                <a:lnTo>
                  <a:pt x="68468" y="148361"/>
                </a:lnTo>
                <a:lnTo>
                  <a:pt x="66001" y="133744"/>
                </a:lnTo>
                <a:lnTo>
                  <a:pt x="79059" y="114784"/>
                </a:lnTo>
                <a:cubicBezTo>
                  <a:pt x="96123" y="89971"/>
                  <a:pt x="100028" y="80712"/>
                  <a:pt x="101457" y="60634"/>
                </a:cubicBezTo>
                <a:cubicBezTo>
                  <a:pt x="102750" y="41785"/>
                  <a:pt x="98392" y="15031"/>
                  <a:pt x="93057" y="8272"/>
                </a:cubicBezTo>
                <a:cubicBezTo>
                  <a:pt x="88444" y="2617"/>
                  <a:pt x="84579" y="2"/>
                  <a:pt x="80135" y="2"/>
                </a:cubicBezTo>
                <a:close/>
              </a:path>
            </a:pathLst>
          </a:custGeom>
          <a:solidFill>
            <a:srgbClr val="000000"/>
          </a:solidFill>
          <a:ln w="7382" cap="flat">
            <a:noFill/>
            <a:prstDash val="solid"/>
            <a:miter/>
          </a:ln>
        </p:spPr>
        <p:txBody>
          <a:bodyPr/>
          <a:lstStyle/>
          <a:p>
            <a:endParaRPr lang="en-AU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2E65AE30-CF54-6641-95E8-13CA3A4DFBE2}"/>
              </a:ext>
            </a:extLst>
          </p:cNvPr>
          <p:cNvSpPr/>
          <p:nvPr/>
        </p:nvSpPr>
        <p:spPr>
          <a:xfrm flipH="1">
            <a:off x="6044775" y="1799305"/>
            <a:ext cx="154297" cy="170237"/>
          </a:xfrm>
          <a:custGeom>
            <a:avLst/>
            <a:gdLst>
              <a:gd name="csX0" fmla="*/ 141506 w 154297"/>
              <a:gd name="csY0" fmla="*/ 0 h 170237"/>
              <a:gd name="csX1" fmla="*/ 130464 w 154297"/>
              <a:gd name="csY1" fmla="*/ 17399 h 170237"/>
              <a:gd name="csX2" fmla="*/ 115565 w 154297"/>
              <a:gd name="csY2" fmla="*/ 46612 h 170237"/>
              <a:gd name="csX3" fmla="*/ 96834 w 154297"/>
              <a:gd name="csY3" fmla="*/ 82573 h 170237"/>
              <a:gd name="csX4" fmla="*/ 76557 w 154297"/>
              <a:gd name="csY4" fmla="*/ 120215 h 170237"/>
              <a:gd name="csX5" fmla="*/ 69113 w 154297"/>
              <a:gd name="csY5" fmla="*/ 132924 h 170237"/>
              <a:gd name="csX6" fmla="*/ 60722 w 154297"/>
              <a:gd name="csY6" fmla="*/ 130172 h 170237"/>
              <a:gd name="csX7" fmla="*/ 44389 w 154297"/>
              <a:gd name="csY7" fmla="*/ 124579 h 170237"/>
              <a:gd name="csX8" fmla="*/ 33875 w 154297"/>
              <a:gd name="csY8" fmla="*/ 122916 h 170237"/>
              <a:gd name="csX9" fmla="*/ 7163 w 154297"/>
              <a:gd name="csY9" fmla="*/ 133238 h 170237"/>
              <a:gd name="csX10" fmla="*/ 2789 w 154297"/>
              <a:gd name="csY10" fmla="*/ 156932 h 170237"/>
              <a:gd name="csX11" fmla="*/ 16832 w 154297"/>
              <a:gd name="csY11" fmla="*/ 167586 h 170237"/>
              <a:gd name="csX12" fmla="*/ 31661 w 154297"/>
              <a:gd name="csY12" fmla="*/ 170238 h 170237"/>
              <a:gd name="csX13" fmla="*/ 54365 w 154297"/>
              <a:gd name="csY13" fmla="*/ 163868 h 170237"/>
              <a:gd name="csX14" fmla="*/ 102254 w 154297"/>
              <a:gd name="csY14" fmla="*/ 83022 h 170237"/>
              <a:gd name="csX15" fmla="*/ 119290 w 154297"/>
              <a:gd name="csY15" fmla="*/ 52290 h 170237"/>
              <a:gd name="csX16" fmla="*/ 119745 w 154297"/>
              <a:gd name="csY16" fmla="*/ 52167 h 170237"/>
              <a:gd name="csX17" fmla="*/ 128178 w 154297"/>
              <a:gd name="csY17" fmla="*/ 58558 h 170237"/>
              <a:gd name="csX18" fmla="*/ 137365 w 154297"/>
              <a:gd name="csY18" fmla="*/ 80319 h 170237"/>
              <a:gd name="csX19" fmla="*/ 134071 w 154297"/>
              <a:gd name="csY19" fmla="*/ 111489 h 170237"/>
              <a:gd name="csX20" fmla="*/ 120257 w 154297"/>
              <a:gd name="csY20" fmla="*/ 137628 h 170237"/>
              <a:gd name="csX21" fmla="*/ 112293 w 154297"/>
              <a:gd name="csY21" fmla="*/ 147659 h 170237"/>
              <a:gd name="csX22" fmla="*/ 112959 w 154297"/>
              <a:gd name="csY22" fmla="*/ 147968 h 170237"/>
              <a:gd name="csX23" fmla="*/ 137058 w 154297"/>
              <a:gd name="csY23" fmla="*/ 128784 h 170237"/>
              <a:gd name="csX24" fmla="*/ 151582 w 154297"/>
              <a:gd name="csY24" fmla="*/ 103900 h 170237"/>
              <a:gd name="csX25" fmla="*/ 149586 w 154297"/>
              <a:gd name="csY25" fmla="*/ 57539 h 170237"/>
              <a:gd name="csX26" fmla="*/ 142890 w 154297"/>
              <a:gd name="csY26" fmla="*/ 13461 h 170237"/>
              <a:gd name="csX27" fmla="*/ 141585 w 154297"/>
              <a:gd name="csY27" fmla="*/ 10 h 170237"/>
              <a:gd name="csX28" fmla="*/ 141508 w 154297"/>
              <a:gd name="csY28" fmla="*/ 0 h 17023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</a:cxnLst>
            <a:rect l="l" t="t" r="r" b="b"/>
            <a:pathLst>
              <a:path w="154297" h="170237">
                <a:moveTo>
                  <a:pt x="141506" y="0"/>
                </a:moveTo>
                <a:cubicBezTo>
                  <a:pt x="140194" y="0"/>
                  <a:pt x="135284" y="7775"/>
                  <a:pt x="130464" y="17399"/>
                </a:cubicBezTo>
                <a:cubicBezTo>
                  <a:pt x="125490" y="27415"/>
                  <a:pt x="118781" y="40540"/>
                  <a:pt x="115565" y="46612"/>
                </a:cubicBezTo>
                <a:cubicBezTo>
                  <a:pt x="112152" y="52630"/>
                  <a:pt x="103708" y="68861"/>
                  <a:pt x="96834" y="82573"/>
                </a:cubicBezTo>
                <a:cubicBezTo>
                  <a:pt x="89761" y="96229"/>
                  <a:pt x="80700" y="113133"/>
                  <a:pt x="76557" y="120215"/>
                </a:cubicBezTo>
                <a:lnTo>
                  <a:pt x="69113" y="132924"/>
                </a:lnTo>
                <a:lnTo>
                  <a:pt x="60722" y="130172"/>
                </a:lnTo>
                <a:cubicBezTo>
                  <a:pt x="56087" y="128462"/>
                  <a:pt x="48683" y="125983"/>
                  <a:pt x="44389" y="124579"/>
                </a:cubicBezTo>
                <a:cubicBezTo>
                  <a:pt x="41157" y="123451"/>
                  <a:pt x="37566" y="122916"/>
                  <a:pt x="33875" y="122916"/>
                </a:cubicBezTo>
                <a:cubicBezTo>
                  <a:pt x="24046" y="122916"/>
                  <a:pt x="13510" y="126715"/>
                  <a:pt x="7163" y="133238"/>
                </a:cubicBezTo>
                <a:cubicBezTo>
                  <a:pt x="-896" y="141344"/>
                  <a:pt x="-1857" y="146987"/>
                  <a:pt x="2789" y="156932"/>
                </a:cubicBezTo>
                <a:cubicBezTo>
                  <a:pt x="5325" y="162280"/>
                  <a:pt x="7958" y="164278"/>
                  <a:pt x="16832" y="167586"/>
                </a:cubicBezTo>
                <a:cubicBezTo>
                  <a:pt x="21696" y="169352"/>
                  <a:pt x="26676" y="170238"/>
                  <a:pt x="31661" y="170238"/>
                </a:cubicBezTo>
                <a:cubicBezTo>
                  <a:pt x="39363" y="170238"/>
                  <a:pt x="47072" y="168122"/>
                  <a:pt x="54365" y="163868"/>
                </a:cubicBezTo>
                <a:cubicBezTo>
                  <a:pt x="62073" y="159254"/>
                  <a:pt x="71395" y="143690"/>
                  <a:pt x="102254" y="83022"/>
                </a:cubicBezTo>
                <a:cubicBezTo>
                  <a:pt x="110500" y="66736"/>
                  <a:pt x="118277" y="52854"/>
                  <a:pt x="119290" y="52290"/>
                </a:cubicBezTo>
                <a:cubicBezTo>
                  <a:pt x="119407" y="52207"/>
                  <a:pt x="119560" y="52167"/>
                  <a:pt x="119745" y="52167"/>
                </a:cubicBezTo>
                <a:cubicBezTo>
                  <a:pt x="121253" y="52167"/>
                  <a:pt x="124869" y="54820"/>
                  <a:pt x="128178" y="58558"/>
                </a:cubicBezTo>
                <a:cubicBezTo>
                  <a:pt x="133396" y="64230"/>
                  <a:pt x="135536" y="69468"/>
                  <a:pt x="137365" y="80319"/>
                </a:cubicBezTo>
                <a:cubicBezTo>
                  <a:pt x="139627" y="93402"/>
                  <a:pt x="139356" y="95860"/>
                  <a:pt x="134071" y="111489"/>
                </a:cubicBezTo>
                <a:cubicBezTo>
                  <a:pt x="129648" y="124827"/>
                  <a:pt x="126852" y="130172"/>
                  <a:pt x="120257" y="137628"/>
                </a:cubicBezTo>
                <a:cubicBezTo>
                  <a:pt x="115626" y="142675"/>
                  <a:pt x="112008" y="147158"/>
                  <a:pt x="112293" y="147659"/>
                </a:cubicBezTo>
                <a:cubicBezTo>
                  <a:pt x="112411" y="147868"/>
                  <a:pt x="112637" y="147968"/>
                  <a:pt x="112959" y="147968"/>
                </a:cubicBezTo>
                <a:cubicBezTo>
                  <a:pt x="116104" y="147968"/>
                  <a:pt x="128324" y="138425"/>
                  <a:pt x="137058" y="128784"/>
                </a:cubicBezTo>
                <a:cubicBezTo>
                  <a:pt x="146209" y="119083"/>
                  <a:pt x="148363" y="115249"/>
                  <a:pt x="151582" y="103900"/>
                </a:cubicBezTo>
                <a:cubicBezTo>
                  <a:pt x="155800" y="89029"/>
                  <a:pt x="155082" y="74263"/>
                  <a:pt x="149586" y="57539"/>
                </a:cubicBezTo>
                <a:cubicBezTo>
                  <a:pt x="144091" y="40813"/>
                  <a:pt x="141797" y="27090"/>
                  <a:pt x="142890" y="13461"/>
                </a:cubicBezTo>
                <a:cubicBezTo>
                  <a:pt x="143393" y="6424"/>
                  <a:pt x="142772" y="340"/>
                  <a:pt x="141585" y="10"/>
                </a:cubicBezTo>
                <a:cubicBezTo>
                  <a:pt x="141561" y="4"/>
                  <a:pt x="141535" y="0"/>
                  <a:pt x="141508" y="0"/>
                </a:cubicBezTo>
                <a:close/>
              </a:path>
            </a:pathLst>
          </a:custGeom>
          <a:solidFill>
            <a:srgbClr val="FFCC66"/>
          </a:solidFill>
          <a:ln w="7382" cap="flat">
            <a:noFill/>
            <a:prstDash val="solid"/>
            <a:miter/>
          </a:ln>
        </p:spPr>
        <p:txBody>
          <a:bodyPr/>
          <a:lstStyle/>
          <a:p>
            <a:endParaRPr lang="en-AU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1731AC79-12D6-E970-5A6C-1885FF9742C0}"/>
              </a:ext>
            </a:extLst>
          </p:cNvPr>
          <p:cNvSpPr/>
          <p:nvPr/>
        </p:nvSpPr>
        <p:spPr>
          <a:xfrm flipH="1">
            <a:off x="3763186" y="2096490"/>
            <a:ext cx="98468" cy="171983"/>
          </a:xfrm>
          <a:custGeom>
            <a:avLst/>
            <a:gdLst>
              <a:gd name="csX0" fmla="*/ 51112 w 98468"/>
              <a:gd name="csY0" fmla="*/ 0 h 171983"/>
              <a:gd name="csX1" fmla="*/ 49552 w 98468"/>
              <a:gd name="csY1" fmla="*/ 9479 h 171983"/>
              <a:gd name="csX2" fmla="*/ 49049 w 98468"/>
              <a:gd name="csY2" fmla="*/ 40582 h 171983"/>
              <a:gd name="csX3" fmla="*/ 42443 w 98468"/>
              <a:gd name="csY3" fmla="*/ 130327 h 171983"/>
              <a:gd name="csX4" fmla="*/ 38749 w 98468"/>
              <a:gd name="csY4" fmla="*/ 129546 h 171983"/>
              <a:gd name="csX5" fmla="*/ 33708 w 98468"/>
              <a:gd name="csY5" fmla="*/ 128973 h 171983"/>
              <a:gd name="csX6" fmla="*/ 10567 w 98468"/>
              <a:gd name="csY6" fmla="*/ 135650 h 171983"/>
              <a:gd name="csX7" fmla="*/ 379 w 98468"/>
              <a:gd name="csY7" fmla="*/ 158785 h 171983"/>
              <a:gd name="csX8" fmla="*/ 2415 w 98468"/>
              <a:gd name="csY8" fmla="*/ 165894 h 171983"/>
              <a:gd name="csX9" fmla="*/ 8638 w 98468"/>
              <a:gd name="csY9" fmla="*/ 169522 h 171983"/>
              <a:gd name="csX10" fmla="*/ 18247 w 98468"/>
              <a:gd name="csY10" fmla="*/ 171983 h 171983"/>
              <a:gd name="csX11" fmla="*/ 40287 w 98468"/>
              <a:gd name="csY11" fmla="*/ 162481 h 171983"/>
              <a:gd name="csX12" fmla="*/ 51567 w 98468"/>
              <a:gd name="csY12" fmla="*/ 125718 h 171983"/>
              <a:gd name="csX13" fmla="*/ 52190 w 98468"/>
              <a:gd name="csY13" fmla="*/ 78396 h 171983"/>
              <a:gd name="csX14" fmla="*/ 52596 w 98468"/>
              <a:gd name="csY14" fmla="*/ 62677 h 171983"/>
              <a:gd name="csX15" fmla="*/ 57798 w 98468"/>
              <a:gd name="csY15" fmla="*/ 46450 h 171983"/>
              <a:gd name="csX16" fmla="*/ 60082 w 98468"/>
              <a:gd name="csY16" fmla="*/ 46813 h 171983"/>
              <a:gd name="csX17" fmla="*/ 82750 w 98468"/>
              <a:gd name="csY17" fmla="*/ 67673 h 171983"/>
              <a:gd name="csX18" fmla="*/ 88999 w 98468"/>
              <a:gd name="csY18" fmla="*/ 106562 h 171983"/>
              <a:gd name="csX19" fmla="*/ 86300 w 98468"/>
              <a:gd name="csY19" fmla="*/ 120589 h 171983"/>
              <a:gd name="csX20" fmla="*/ 91368 w 98468"/>
              <a:gd name="csY20" fmla="*/ 112497 h 171983"/>
              <a:gd name="csX21" fmla="*/ 96577 w 98468"/>
              <a:gd name="csY21" fmla="*/ 68559 h 171983"/>
              <a:gd name="csX22" fmla="*/ 71089 w 98468"/>
              <a:gd name="csY22" fmla="*/ 29816 h 171983"/>
              <a:gd name="csX23" fmla="*/ 59273 w 98468"/>
              <a:gd name="csY23" fmla="*/ 12814 h 171983"/>
              <a:gd name="csX24" fmla="*/ 51172 w 98468"/>
              <a:gd name="csY24" fmla="*/ 10 h 171983"/>
              <a:gd name="csX25" fmla="*/ 51113 w 98468"/>
              <a:gd name="csY25" fmla="*/ 2 h 17198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</a:cxnLst>
            <a:rect l="l" t="t" r="r" b="b"/>
            <a:pathLst>
              <a:path w="98468" h="171983">
                <a:moveTo>
                  <a:pt x="51112" y="0"/>
                </a:moveTo>
                <a:cubicBezTo>
                  <a:pt x="50343" y="0"/>
                  <a:pt x="49609" y="4144"/>
                  <a:pt x="49552" y="9479"/>
                </a:cubicBezTo>
                <a:cubicBezTo>
                  <a:pt x="49240" y="15092"/>
                  <a:pt x="49136" y="28995"/>
                  <a:pt x="49049" y="40582"/>
                </a:cubicBezTo>
                <a:cubicBezTo>
                  <a:pt x="47992" y="119218"/>
                  <a:pt x="48002" y="130327"/>
                  <a:pt x="42443" y="130327"/>
                </a:cubicBezTo>
                <a:cubicBezTo>
                  <a:pt x="41416" y="130327"/>
                  <a:pt x="40199" y="129948"/>
                  <a:pt x="38749" y="129546"/>
                </a:cubicBezTo>
                <a:cubicBezTo>
                  <a:pt x="37341" y="129155"/>
                  <a:pt x="35618" y="128973"/>
                  <a:pt x="33708" y="128973"/>
                </a:cubicBezTo>
                <a:cubicBezTo>
                  <a:pt x="26235" y="128973"/>
                  <a:pt x="15919" y="131756"/>
                  <a:pt x="10567" y="135650"/>
                </a:cubicBezTo>
                <a:cubicBezTo>
                  <a:pt x="2525" y="141438"/>
                  <a:pt x="-1270" y="150305"/>
                  <a:pt x="379" y="158785"/>
                </a:cubicBezTo>
                <a:cubicBezTo>
                  <a:pt x="1214" y="162606"/>
                  <a:pt x="2217" y="165839"/>
                  <a:pt x="2415" y="165894"/>
                </a:cubicBezTo>
                <a:cubicBezTo>
                  <a:pt x="2612" y="165949"/>
                  <a:pt x="5356" y="167555"/>
                  <a:pt x="8638" y="169522"/>
                </a:cubicBezTo>
                <a:cubicBezTo>
                  <a:pt x="11384" y="171185"/>
                  <a:pt x="14696" y="171983"/>
                  <a:pt x="18247" y="171983"/>
                </a:cubicBezTo>
                <a:cubicBezTo>
                  <a:pt x="25526" y="171983"/>
                  <a:pt x="33811" y="168627"/>
                  <a:pt x="40287" y="162481"/>
                </a:cubicBezTo>
                <a:cubicBezTo>
                  <a:pt x="49358" y="153812"/>
                  <a:pt x="51277" y="147801"/>
                  <a:pt x="51567" y="125718"/>
                </a:cubicBezTo>
                <a:cubicBezTo>
                  <a:pt x="51792" y="95593"/>
                  <a:pt x="51972" y="85934"/>
                  <a:pt x="52190" y="78396"/>
                </a:cubicBezTo>
                <a:cubicBezTo>
                  <a:pt x="52256" y="74403"/>
                  <a:pt x="52561" y="67311"/>
                  <a:pt x="52596" y="62677"/>
                </a:cubicBezTo>
                <a:cubicBezTo>
                  <a:pt x="52732" y="50666"/>
                  <a:pt x="53907" y="46450"/>
                  <a:pt x="57798" y="46450"/>
                </a:cubicBezTo>
                <a:cubicBezTo>
                  <a:pt x="58474" y="46450"/>
                  <a:pt x="59233" y="46577"/>
                  <a:pt x="60082" y="46813"/>
                </a:cubicBezTo>
                <a:cubicBezTo>
                  <a:pt x="68189" y="49064"/>
                  <a:pt x="76491" y="56647"/>
                  <a:pt x="82750" y="67673"/>
                </a:cubicBezTo>
                <a:cubicBezTo>
                  <a:pt x="90857" y="81958"/>
                  <a:pt x="92252" y="90578"/>
                  <a:pt x="88999" y="106562"/>
                </a:cubicBezTo>
                <a:lnTo>
                  <a:pt x="86300" y="120589"/>
                </a:lnTo>
                <a:lnTo>
                  <a:pt x="91368" y="112497"/>
                </a:lnTo>
                <a:cubicBezTo>
                  <a:pt x="98202" y="101941"/>
                  <a:pt x="100453" y="82723"/>
                  <a:pt x="96577" y="68559"/>
                </a:cubicBezTo>
                <a:cubicBezTo>
                  <a:pt x="93792" y="58075"/>
                  <a:pt x="80862" y="38230"/>
                  <a:pt x="71089" y="29816"/>
                </a:cubicBezTo>
                <a:cubicBezTo>
                  <a:pt x="68172" y="27317"/>
                  <a:pt x="62860" y="19721"/>
                  <a:pt x="59273" y="12814"/>
                </a:cubicBezTo>
                <a:cubicBezTo>
                  <a:pt x="55631" y="6103"/>
                  <a:pt x="52161" y="284"/>
                  <a:pt x="51172" y="10"/>
                </a:cubicBezTo>
                <a:cubicBezTo>
                  <a:pt x="51152" y="4"/>
                  <a:pt x="51133" y="2"/>
                  <a:pt x="51113" y="2"/>
                </a:cubicBezTo>
                <a:close/>
              </a:path>
            </a:pathLst>
          </a:custGeom>
          <a:solidFill>
            <a:srgbClr val="000000"/>
          </a:solidFill>
          <a:ln w="7382" cap="flat">
            <a:noFill/>
            <a:prstDash val="solid"/>
            <a:miter/>
          </a:ln>
        </p:spPr>
        <p:txBody>
          <a:bodyPr/>
          <a:lstStyle/>
          <a:p>
            <a:endParaRPr lang="en-AU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DCEADD14-3634-93B2-C41C-56F2FC318DFD}"/>
              </a:ext>
            </a:extLst>
          </p:cNvPr>
          <p:cNvSpPr/>
          <p:nvPr/>
        </p:nvSpPr>
        <p:spPr>
          <a:xfrm flipH="1">
            <a:off x="4170937" y="1535550"/>
            <a:ext cx="146283" cy="82641"/>
          </a:xfrm>
          <a:custGeom>
            <a:avLst/>
            <a:gdLst>
              <a:gd name="csX0" fmla="*/ 130181 w 146283"/>
              <a:gd name="csY0" fmla="*/ 1 h 82641"/>
              <a:gd name="csX1" fmla="*/ 105802 w 146283"/>
              <a:gd name="csY1" fmla="*/ 6682 h 82641"/>
              <a:gd name="csX2" fmla="*/ 49488 w 146283"/>
              <a:gd name="csY2" fmla="*/ 23969 h 82641"/>
              <a:gd name="csX3" fmla="*/ 7291 w 146283"/>
              <a:gd name="csY3" fmla="*/ 37370 h 82641"/>
              <a:gd name="csX4" fmla="*/ 568 w 146283"/>
              <a:gd name="csY4" fmla="*/ 47534 h 82641"/>
              <a:gd name="csX5" fmla="*/ 10917 w 146283"/>
              <a:gd name="csY5" fmla="*/ 82495 h 82641"/>
              <a:gd name="csX6" fmla="*/ 11402 w 146283"/>
              <a:gd name="csY6" fmla="*/ 82642 h 82641"/>
              <a:gd name="csX7" fmla="*/ 17935 w 146283"/>
              <a:gd name="csY7" fmla="*/ 81066 h 82641"/>
              <a:gd name="csX8" fmla="*/ 75367 w 146283"/>
              <a:gd name="csY8" fmla="*/ 65047 h 82641"/>
              <a:gd name="csX9" fmla="*/ 76003 w 146283"/>
              <a:gd name="csY9" fmla="*/ 65109 h 82641"/>
              <a:gd name="csX10" fmla="*/ 77358 w 146283"/>
              <a:gd name="csY10" fmla="*/ 65289 h 82641"/>
              <a:gd name="csX11" fmla="*/ 81748 w 146283"/>
              <a:gd name="csY11" fmla="*/ 62905 h 82641"/>
              <a:gd name="csX12" fmla="*/ 107173 w 146283"/>
              <a:gd name="csY12" fmla="*/ 52235 h 82641"/>
              <a:gd name="csX13" fmla="*/ 141873 w 146283"/>
              <a:gd name="csY13" fmla="*/ 42987 h 82641"/>
              <a:gd name="csX14" fmla="*/ 144716 w 146283"/>
              <a:gd name="csY14" fmla="*/ 44719 h 82641"/>
              <a:gd name="csX15" fmla="*/ 145812 w 146283"/>
              <a:gd name="csY15" fmla="*/ 46700 h 82641"/>
              <a:gd name="csX16" fmla="*/ 146107 w 146283"/>
              <a:gd name="csY16" fmla="*/ 46583 h 82641"/>
              <a:gd name="csX17" fmla="*/ 142044 w 146283"/>
              <a:gd name="csY17" fmla="*/ 28568 h 82641"/>
              <a:gd name="csX18" fmla="*/ 130512 w 146283"/>
              <a:gd name="csY18" fmla="*/ 33 h 82641"/>
              <a:gd name="csX19" fmla="*/ 130180 w 146283"/>
              <a:gd name="csY19" fmla="*/ 0 h 8264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</a:cxnLst>
            <a:rect l="l" t="t" r="r" b="b"/>
            <a:pathLst>
              <a:path w="146283" h="82641">
                <a:moveTo>
                  <a:pt x="130181" y="1"/>
                </a:moveTo>
                <a:cubicBezTo>
                  <a:pt x="127852" y="1"/>
                  <a:pt x="117328" y="2917"/>
                  <a:pt x="105802" y="6682"/>
                </a:cubicBezTo>
                <a:cubicBezTo>
                  <a:pt x="93578" y="10675"/>
                  <a:pt x="68140" y="18385"/>
                  <a:pt x="49488" y="23969"/>
                </a:cubicBezTo>
                <a:cubicBezTo>
                  <a:pt x="30696" y="29305"/>
                  <a:pt x="11683" y="35423"/>
                  <a:pt x="7291" y="37370"/>
                </a:cubicBezTo>
                <a:cubicBezTo>
                  <a:pt x="-535" y="40895"/>
                  <a:pt x="-646" y="41288"/>
                  <a:pt x="568" y="47534"/>
                </a:cubicBezTo>
                <a:cubicBezTo>
                  <a:pt x="1665" y="52694"/>
                  <a:pt x="9322" y="79096"/>
                  <a:pt x="10917" y="82495"/>
                </a:cubicBezTo>
                <a:cubicBezTo>
                  <a:pt x="10937" y="82594"/>
                  <a:pt x="11107" y="82642"/>
                  <a:pt x="11402" y="82642"/>
                </a:cubicBezTo>
                <a:cubicBezTo>
                  <a:pt x="12436" y="82642"/>
                  <a:pt x="14999" y="82058"/>
                  <a:pt x="17935" y="81066"/>
                </a:cubicBezTo>
                <a:cubicBezTo>
                  <a:pt x="39859" y="73278"/>
                  <a:pt x="69848" y="65047"/>
                  <a:pt x="75367" y="65047"/>
                </a:cubicBezTo>
                <a:cubicBezTo>
                  <a:pt x="75641" y="65047"/>
                  <a:pt x="75854" y="65067"/>
                  <a:pt x="76003" y="65109"/>
                </a:cubicBezTo>
                <a:cubicBezTo>
                  <a:pt x="76442" y="65231"/>
                  <a:pt x="76900" y="65289"/>
                  <a:pt x="77358" y="65289"/>
                </a:cubicBezTo>
                <a:cubicBezTo>
                  <a:pt x="79168" y="65289"/>
                  <a:pt x="80989" y="64379"/>
                  <a:pt x="81748" y="62905"/>
                </a:cubicBezTo>
                <a:cubicBezTo>
                  <a:pt x="82897" y="61113"/>
                  <a:pt x="94299" y="56258"/>
                  <a:pt x="107173" y="52235"/>
                </a:cubicBezTo>
                <a:cubicBezTo>
                  <a:pt x="127957" y="45708"/>
                  <a:pt x="137674" y="42987"/>
                  <a:pt x="141873" y="42987"/>
                </a:cubicBezTo>
                <a:cubicBezTo>
                  <a:pt x="143871" y="42987"/>
                  <a:pt x="144619" y="43604"/>
                  <a:pt x="144716" y="44719"/>
                </a:cubicBezTo>
                <a:cubicBezTo>
                  <a:pt x="144768" y="45788"/>
                  <a:pt x="145308" y="46700"/>
                  <a:pt x="145812" y="46700"/>
                </a:cubicBezTo>
                <a:cubicBezTo>
                  <a:pt x="145913" y="46700"/>
                  <a:pt x="146013" y="46663"/>
                  <a:pt x="146107" y="46583"/>
                </a:cubicBezTo>
                <a:cubicBezTo>
                  <a:pt x="146867" y="46160"/>
                  <a:pt x="145108" y="38073"/>
                  <a:pt x="142044" y="28568"/>
                </a:cubicBezTo>
                <a:cubicBezTo>
                  <a:pt x="134339" y="3841"/>
                  <a:pt x="133281" y="803"/>
                  <a:pt x="130512" y="33"/>
                </a:cubicBezTo>
                <a:cubicBezTo>
                  <a:pt x="130433" y="11"/>
                  <a:pt x="130321" y="0"/>
                  <a:pt x="130180" y="0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 w="7382" cap="flat">
            <a:noFill/>
            <a:prstDash val="solid"/>
            <a:miter/>
          </a:ln>
        </p:spPr>
        <p:txBody>
          <a:bodyPr/>
          <a:lstStyle/>
          <a:p>
            <a:endParaRPr lang="en-AU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EEB3F659-DB4D-2429-1426-67DD1F928513}"/>
              </a:ext>
            </a:extLst>
          </p:cNvPr>
          <p:cNvSpPr/>
          <p:nvPr/>
        </p:nvSpPr>
        <p:spPr>
          <a:xfrm flipH="1">
            <a:off x="5635495" y="1699976"/>
            <a:ext cx="176098" cy="169347"/>
          </a:xfrm>
          <a:custGeom>
            <a:avLst/>
            <a:gdLst>
              <a:gd name="csX0" fmla="*/ 164393 w 176098"/>
              <a:gd name="csY0" fmla="*/ 0 h 169347"/>
              <a:gd name="csX1" fmla="*/ 130124 w 176098"/>
              <a:gd name="csY1" fmla="*/ 24420 h 169347"/>
              <a:gd name="csX2" fmla="*/ 104957 w 176098"/>
              <a:gd name="csY2" fmla="*/ 41706 h 169347"/>
              <a:gd name="csX3" fmla="*/ 40527 w 176098"/>
              <a:gd name="csY3" fmla="*/ 72572 h 169347"/>
              <a:gd name="csX4" fmla="*/ 35632 w 176098"/>
              <a:gd name="csY4" fmla="*/ 93589 h 169347"/>
              <a:gd name="csX5" fmla="*/ 51234 w 176098"/>
              <a:gd name="csY5" fmla="*/ 129586 h 169347"/>
              <a:gd name="csX6" fmla="*/ 47394 w 176098"/>
              <a:gd name="csY6" fmla="*/ 146883 h 169347"/>
              <a:gd name="csX7" fmla="*/ 24969 w 176098"/>
              <a:gd name="csY7" fmla="*/ 165775 h 169347"/>
              <a:gd name="csX8" fmla="*/ 22107 w 176098"/>
              <a:gd name="csY8" fmla="*/ 165942 h 169347"/>
              <a:gd name="csX9" fmla="*/ 17969 w 176098"/>
              <a:gd name="csY9" fmla="*/ 152854 h 169347"/>
              <a:gd name="csX10" fmla="*/ 17438 w 176098"/>
              <a:gd name="csY10" fmla="*/ 129909 h 169347"/>
              <a:gd name="csX11" fmla="*/ 14204 w 176098"/>
              <a:gd name="csY11" fmla="*/ 129480 h 169347"/>
              <a:gd name="csX12" fmla="*/ 581 w 176098"/>
              <a:gd name="csY12" fmla="*/ 138948 h 169347"/>
              <a:gd name="csX13" fmla="*/ 4609 w 176098"/>
              <a:gd name="csY13" fmla="*/ 161598 h 169347"/>
              <a:gd name="csX14" fmla="*/ 17137 w 176098"/>
              <a:gd name="csY14" fmla="*/ 167822 h 169347"/>
              <a:gd name="csX15" fmla="*/ 25647 w 176098"/>
              <a:gd name="csY15" fmla="*/ 169348 h 169347"/>
              <a:gd name="csX16" fmla="*/ 32453 w 176098"/>
              <a:gd name="csY16" fmla="*/ 167221 h 169347"/>
              <a:gd name="csX17" fmla="*/ 54959 w 176098"/>
              <a:gd name="csY17" fmla="*/ 142019 h 169347"/>
              <a:gd name="csX18" fmla="*/ 63768 w 176098"/>
              <a:gd name="csY18" fmla="*/ 136181 h 169347"/>
              <a:gd name="csX19" fmla="*/ 67431 w 176098"/>
              <a:gd name="csY19" fmla="*/ 136406 h 169347"/>
              <a:gd name="csX20" fmla="*/ 70960 w 176098"/>
              <a:gd name="csY20" fmla="*/ 136592 h 169347"/>
              <a:gd name="csX21" fmla="*/ 106970 w 176098"/>
              <a:gd name="csY21" fmla="*/ 109814 h 169347"/>
              <a:gd name="csX22" fmla="*/ 102846 w 176098"/>
              <a:gd name="csY22" fmla="*/ 90514 h 169347"/>
              <a:gd name="csX23" fmla="*/ 102424 w 176098"/>
              <a:gd name="csY23" fmla="*/ 67178 h 169347"/>
              <a:gd name="csX24" fmla="*/ 120182 w 176098"/>
              <a:gd name="csY24" fmla="*/ 57966 h 169347"/>
              <a:gd name="csX25" fmla="*/ 163628 w 176098"/>
              <a:gd name="csY25" fmla="*/ 34148 h 169347"/>
              <a:gd name="csX26" fmla="*/ 164567 w 176098"/>
              <a:gd name="csY26" fmla="*/ 1 h 169347"/>
              <a:gd name="csX27" fmla="*/ 164393 w 176098"/>
              <a:gd name="csY27" fmla="*/ 1 h 16934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</a:cxnLst>
            <a:rect l="l" t="t" r="r" b="b"/>
            <a:pathLst>
              <a:path w="176098" h="169347">
                <a:moveTo>
                  <a:pt x="164393" y="0"/>
                </a:moveTo>
                <a:cubicBezTo>
                  <a:pt x="155105" y="0"/>
                  <a:pt x="147361" y="5501"/>
                  <a:pt x="130124" y="24420"/>
                </a:cubicBezTo>
                <a:cubicBezTo>
                  <a:pt x="115193" y="40960"/>
                  <a:pt x="114378" y="41578"/>
                  <a:pt x="104957" y="41706"/>
                </a:cubicBezTo>
                <a:cubicBezTo>
                  <a:pt x="70543" y="42702"/>
                  <a:pt x="52050" y="51498"/>
                  <a:pt x="40527" y="72572"/>
                </a:cubicBezTo>
                <a:cubicBezTo>
                  <a:pt x="36384" y="79654"/>
                  <a:pt x="35472" y="83623"/>
                  <a:pt x="35632" y="93589"/>
                </a:cubicBezTo>
                <a:cubicBezTo>
                  <a:pt x="35837" y="107155"/>
                  <a:pt x="43682" y="125377"/>
                  <a:pt x="51234" y="129586"/>
                </a:cubicBezTo>
                <a:cubicBezTo>
                  <a:pt x="56722" y="132799"/>
                  <a:pt x="56556" y="133386"/>
                  <a:pt x="47394" y="146883"/>
                </a:cubicBezTo>
                <a:cubicBezTo>
                  <a:pt x="37726" y="160663"/>
                  <a:pt x="32922" y="164817"/>
                  <a:pt x="24969" y="165775"/>
                </a:cubicBezTo>
                <a:cubicBezTo>
                  <a:pt x="23974" y="165889"/>
                  <a:pt x="23019" y="165942"/>
                  <a:pt x="22107" y="165942"/>
                </a:cubicBezTo>
                <a:cubicBezTo>
                  <a:pt x="9691" y="165942"/>
                  <a:pt x="5343" y="156034"/>
                  <a:pt x="17969" y="152854"/>
                </a:cubicBezTo>
                <a:cubicBezTo>
                  <a:pt x="30367" y="149754"/>
                  <a:pt x="30092" y="133424"/>
                  <a:pt x="17438" y="129909"/>
                </a:cubicBezTo>
                <a:cubicBezTo>
                  <a:pt x="16388" y="129618"/>
                  <a:pt x="15300" y="129480"/>
                  <a:pt x="14204" y="129480"/>
                </a:cubicBezTo>
                <a:cubicBezTo>
                  <a:pt x="8280" y="129480"/>
                  <a:pt x="2126" y="133499"/>
                  <a:pt x="581" y="138948"/>
                </a:cubicBezTo>
                <a:cubicBezTo>
                  <a:pt x="-1084" y="144818"/>
                  <a:pt x="1005" y="157008"/>
                  <a:pt x="4609" y="161598"/>
                </a:cubicBezTo>
                <a:cubicBezTo>
                  <a:pt x="6000" y="163462"/>
                  <a:pt x="11600" y="166284"/>
                  <a:pt x="17137" y="167822"/>
                </a:cubicBezTo>
                <a:cubicBezTo>
                  <a:pt x="20783" y="168835"/>
                  <a:pt x="23437" y="169348"/>
                  <a:pt x="25647" y="169348"/>
                </a:cubicBezTo>
                <a:cubicBezTo>
                  <a:pt x="28232" y="169348"/>
                  <a:pt x="30209" y="168646"/>
                  <a:pt x="32453" y="167221"/>
                </a:cubicBezTo>
                <a:cubicBezTo>
                  <a:pt x="38080" y="163928"/>
                  <a:pt x="47508" y="153249"/>
                  <a:pt x="54959" y="142019"/>
                </a:cubicBezTo>
                <a:cubicBezTo>
                  <a:pt x="58112" y="137506"/>
                  <a:pt x="59681" y="136181"/>
                  <a:pt x="63768" y="136181"/>
                </a:cubicBezTo>
                <a:cubicBezTo>
                  <a:pt x="64805" y="136181"/>
                  <a:pt x="66004" y="136266"/>
                  <a:pt x="67431" y="136406"/>
                </a:cubicBezTo>
                <a:cubicBezTo>
                  <a:pt x="68607" y="136531"/>
                  <a:pt x="69785" y="136592"/>
                  <a:pt x="70960" y="136592"/>
                </a:cubicBezTo>
                <a:cubicBezTo>
                  <a:pt x="86971" y="136592"/>
                  <a:pt x="102575" y="125309"/>
                  <a:pt x="106970" y="109814"/>
                </a:cubicBezTo>
                <a:cubicBezTo>
                  <a:pt x="108691" y="103748"/>
                  <a:pt x="107942" y="100373"/>
                  <a:pt x="102846" y="90514"/>
                </a:cubicBezTo>
                <a:cubicBezTo>
                  <a:pt x="95900" y="77398"/>
                  <a:pt x="96011" y="77006"/>
                  <a:pt x="102424" y="67178"/>
                </a:cubicBezTo>
                <a:cubicBezTo>
                  <a:pt x="106234" y="61270"/>
                  <a:pt x="108766" y="59863"/>
                  <a:pt x="120182" y="57966"/>
                </a:cubicBezTo>
                <a:cubicBezTo>
                  <a:pt x="137406" y="55151"/>
                  <a:pt x="153107" y="46425"/>
                  <a:pt x="163628" y="34148"/>
                </a:cubicBezTo>
                <a:cubicBezTo>
                  <a:pt x="179873" y="15229"/>
                  <a:pt x="180310" y="152"/>
                  <a:pt x="164567" y="1"/>
                </a:cubicBezTo>
                <a:cubicBezTo>
                  <a:pt x="164509" y="1"/>
                  <a:pt x="164452" y="1"/>
                  <a:pt x="164393" y="1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 w="7382" cap="flat">
            <a:noFill/>
            <a:prstDash val="solid"/>
            <a:miter/>
          </a:ln>
        </p:spPr>
        <p:txBody>
          <a:bodyPr/>
          <a:lstStyle/>
          <a:p>
            <a:endParaRPr lang="en-AU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57936A49-B3A3-5AA8-5267-46290E698C8E}"/>
              </a:ext>
            </a:extLst>
          </p:cNvPr>
          <p:cNvSpPr/>
          <p:nvPr/>
        </p:nvSpPr>
        <p:spPr>
          <a:xfrm flipH="1">
            <a:off x="2221264" y="2173996"/>
            <a:ext cx="145694" cy="162816"/>
          </a:xfrm>
          <a:custGeom>
            <a:avLst/>
            <a:gdLst>
              <a:gd name="csX0" fmla="*/ 28484 w 145694"/>
              <a:gd name="csY0" fmla="*/ 3 h 162816"/>
              <a:gd name="csX1" fmla="*/ 7 w 145694"/>
              <a:gd name="csY1" fmla="*/ 18452 h 162816"/>
              <a:gd name="csX2" fmla="*/ 15403 w 145694"/>
              <a:gd name="csY2" fmla="*/ 40883 h 162816"/>
              <a:gd name="csX3" fmla="*/ 33049 w 145694"/>
              <a:gd name="csY3" fmla="*/ 44294 h 162816"/>
              <a:gd name="csX4" fmla="*/ 50293 w 145694"/>
              <a:gd name="csY4" fmla="*/ 38962 h 162816"/>
              <a:gd name="csX5" fmla="*/ 58685 w 145694"/>
              <a:gd name="csY5" fmla="*/ 35722 h 162816"/>
              <a:gd name="csX6" fmla="*/ 84943 w 145694"/>
              <a:gd name="csY6" fmla="*/ 76239 h 162816"/>
              <a:gd name="csX7" fmla="*/ 107571 w 145694"/>
              <a:gd name="csY7" fmla="*/ 124318 h 162816"/>
              <a:gd name="csX8" fmla="*/ 119785 w 145694"/>
              <a:gd name="csY8" fmla="*/ 148186 h 162816"/>
              <a:gd name="csX9" fmla="*/ 129456 w 145694"/>
              <a:gd name="csY9" fmla="*/ 162816 h 162816"/>
              <a:gd name="csX10" fmla="*/ 130300 w 145694"/>
              <a:gd name="csY10" fmla="*/ 158495 h 162816"/>
              <a:gd name="csX11" fmla="*/ 138542 w 145694"/>
              <a:gd name="csY11" fmla="*/ 123421 h 162816"/>
              <a:gd name="csX12" fmla="*/ 137583 w 145694"/>
              <a:gd name="csY12" fmla="*/ 63626 h 162816"/>
              <a:gd name="csX13" fmla="*/ 132583 w 145694"/>
              <a:gd name="csY13" fmla="*/ 50416 h 162816"/>
              <a:gd name="csX14" fmla="*/ 117509 w 145694"/>
              <a:gd name="csY14" fmla="*/ 18577 h 162816"/>
              <a:gd name="csX15" fmla="*/ 109817 w 145694"/>
              <a:gd name="csY15" fmla="*/ 12193 h 162816"/>
              <a:gd name="csX16" fmla="*/ 109784 w 145694"/>
              <a:gd name="csY16" fmla="*/ 12193 h 162816"/>
              <a:gd name="csX17" fmla="*/ 113045 w 145694"/>
              <a:gd name="csY17" fmla="*/ 23036 h 162816"/>
              <a:gd name="csX18" fmla="*/ 107336 w 145694"/>
              <a:gd name="csY18" fmla="*/ 80767 h 162816"/>
              <a:gd name="csX19" fmla="*/ 99256 w 145694"/>
              <a:gd name="csY19" fmla="*/ 86064 h 162816"/>
              <a:gd name="csX20" fmla="*/ 84721 w 145694"/>
              <a:gd name="csY20" fmla="*/ 64987 h 162816"/>
              <a:gd name="csX21" fmla="*/ 50448 w 145694"/>
              <a:gd name="csY21" fmla="*/ 6073 h 162816"/>
              <a:gd name="csX22" fmla="*/ 28485 w 145694"/>
              <a:gd name="csY22" fmla="*/ 0 h 1628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</a:cxnLst>
            <a:rect l="l" t="t" r="r" b="b"/>
            <a:pathLst>
              <a:path w="145694" h="162816">
                <a:moveTo>
                  <a:pt x="28484" y="3"/>
                </a:moveTo>
                <a:cubicBezTo>
                  <a:pt x="13808" y="3"/>
                  <a:pt x="271" y="7109"/>
                  <a:pt x="7" y="18452"/>
                </a:cubicBezTo>
                <a:cubicBezTo>
                  <a:pt x="-298" y="25545"/>
                  <a:pt x="8934" y="38875"/>
                  <a:pt x="15403" y="40883"/>
                </a:cubicBezTo>
                <a:cubicBezTo>
                  <a:pt x="22510" y="43140"/>
                  <a:pt x="28086" y="44294"/>
                  <a:pt x="33049" y="44294"/>
                </a:cubicBezTo>
                <a:cubicBezTo>
                  <a:pt x="39155" y="44294"/>
                  <a:pt x="44334" y="42548"/>
                  <a:pt x="50293" y="38962"/>
                </a:cubicBezTo>
                <a:cubicBezTo>
                  <a:pt x="53623" y="36980"/>
                  <a:pt x="56255" y="35722"/>
                  <a:pt x="58685" y="35722"/>
                </a:cubicBezTo>
                <a:cubicBezTo>
                  <a:pt x="65432" y="35722"/>
                  <a:pt x="70632" y="45417"/>
                  <a:pt x="84943" y="76239"/>
                </a:cubicBezTo>
                <a:cubicBezTo>
                  <a:pt x="94549" y="97272"/>
                  <a:pt x="104837" y="118915"/>
                  <a:pt x="107571" y="124318"/>
                </a:cubicBezTo>
                <a:cubicBezTo>
                  <a:pt x="110305" y="129721"/>
                  <a:pt x="115772" y="140528"/>
                  <a:pt x="119785" y="148186"/>
                </a:cubicBezTo>
                <a:cubicBezTo>
                  <a:pt x="124771" y="157922"/>
                  <a:pt x="127989" y="162816"/>
                  <a:pt x="129456" y="162816"/>
                </a:cubicBezTo>
                <a:cubicBezTo>
                  <a:pt x="130251" y="162816"/>
                  <a:pt x="130532" y="161379"/>
                  <a:pt x="130300" y="158495"/>
                </a:cubicBezTo>
                <a:cubicBezTo>
                  <a:pt x="130175" y="155927"/>
                  <a:pt x="133825" y="140054"/>
                  <a:pt x="138542" y="123421"/>
                </a:cubicBezTo>
                <a:cubicBezTo>
                  <a:pt x="148255" y="89178"/>
                  <a:pt x="148209" y="85576"/>
                  <a:pt x="137583" y="63626"/>
                </a:cubicBezTo>
                <a:cubicBezTo>
                  <a:pt x="134422" y="57472"/>
                  <a:pt x="132306" y="51396"/>
                  <a:pt x="132583" y="50416"/>
                </a:cubicBezTo>
                <a:cubicBezTo>
                  <a:pt x="133638" y="46699"/>
                  <a:pt x="123210" y="24804"/>
                  <a:pt x="117509" y="18577"/>
                </a:cubicBezTo>
                <a:cubicBezTo>
                  <a:pt x="113591" y="14319"/>
                  <a:pt x="110987" y="12213"/>
                  <a:pt x="109817" y="12193"/>
                </a:cubicBezTo>
                <a:lnTo>
                  <a:pt x="109784" y="12193"/>
                </a:lnTo>
                <a:cubicBezTo>
                  <a:pt x="108274" y="12219"/>
                  <a:pt x="109269" y="15885"/>
                  <a:pt x="113045" y="23036"/>
                </a:cubicBezTo>
                <a:cubicBezTo>
                  <a:pt x="124146" y="44062"/>
                  <a:pt x="121989" y="65205"/>
                  <a:pt x="107336" y="80767"/>
                </a:cubicBezTo>
                <a:cubicBezTo>
                  <a:pt x="104092" y="84158"/>
                  <a:pt x="101594" y="86064"/>
                  <a:pt x="99256" y="86064"/>
                </a:cubicBezTo>
                <a:cubicBezTo>
                  <a:pt x="95040" y="86064"/>
                  <a:pt x="91343" y="79863"/>
                  <a:pt x="84721" y="64987"/>
                </a:cubicBezTo>
                <a:cubicBezTo>
                  <a:pt x="69095" y="29829"/>
                  <a:pt x="58230" y="10978"/>
                  <a:pt x="50448" y="6073"/>
                </a:cubicBezTo>
                <a:cubicBezTo>
                  <a:pt x="43936" y="1893"/>
                  <a:pt x="36059" y="0"/>
                  <a:pt x="28485" y="0"/>
                </a:cubicBezTo>
                <a:close/>
              </a:path>
            </a:pathLst>
          </a:custGeom>
          <a:solidFill>
            <a:srgbClr val="000000"/>
          </a:solidFill>
          <a:ln w="7382" cap="flat">
            <a:noFill/>
            <a:prstDash val="solid"/>
            <a:miter/>
          </a:ln>
        </p:spPr>
        <p:txBody>
          <a:bodyPr/>
          <a:lstStyle/>
          <a:p>
            <a:endParaRPr lang="en-AU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1316631C-5A90-8BA9-6436-17736A79F2A5}"/>
              </a:ext>
            </a:extLst>
          </p:cNvPr>
          <p:cNvSpPr/>
          <p:nvPr/>
        </p:nvSpPr>
        <p:spPr>
          <a:xfrm flipH="1">
            <a:off x="2898707" y="2200623"/>
            <a:ext cx="190488" cy="193945"/>
          </a:xfrm>
          <a:custGeom>
            <a:avLst/>
            <a:gdLst>
              <a:gd name="csX0" fmla="*/ 157589 w 190488"/>
              <a:gd name="csY0" fmla="*/ 1 h 193945"/>
              <a:gd name="csX1" fmla="*/ 152832 w 190488"/>
              <a:gd name="csY1" fmla="*/ 447 h 193945"/>
              <a:gd name="csX2" fmla="*/ 131797 w 190488"/>
              <a:gd name="csY2" fmla="*/ 26479 h 193945"/>
              <a:gd name="csX3" fmla="*/ 147193 w 190488"/>
              <a:gd name="csY3" fmla="*/ 72974 h 193945"/>
              <a:gd name="csX4" fmla="*/ 151793 w 190488"/>
              <a:gd name="csY4" fmla="*/ 79318 h 193945"/>
              <a:gd name="csX5" fmla="*/ 135402 w 190488"/>
              <a:gd name="csY5" fmla="*/ 91230 h 193945"/>
              <a:gd name="csX6" fmla="*/ 103682 w 190488"/>
              <a:gd name="csY6" fmla="*/ 112816 h 193945"/>
              <a:gd name="csX7" fmla="*/ 62765 w 190488"/>
              <a:gd name="csY7" fmla="*/ 140504 h 193945"/>
              <a:gd name="csX8" fmla="*/ 122 w 190488"/>
              <a:gd name="csY8" fmla="*/ 185376 h 193945"/>
              <a:gd name="csX9" fmla="*/ 5707 w 190488"/>
              <a:gd name="csY9" fmla="*/ 186960 h 193945"/>
              <a:gd name="csX10" fmla="*/ 10002 w 190488"/>
              <a:gd name="csY10" fmla="*/ 186643 h 193945"/>
              <a:gd name="csX11" fmla="*/ 13097 w 190488"/>
              <a:gd name="csY11" fmla="*/ 186476 h 193945"/>
              <a:gd name="csX12" fmla="*/ 50504 w 190488"/>
              <a:gd name="csY12" fmla="*/ 190504 h 193945"/>
              <a:gd name="csX13" fmla="*/ 83353 w 190488"/>
              <a:gd name="csY13" fmla="*/ 193945 h 193945"/>
              <a:gd name="csX14" fmla="*/ 127675 w 190488"/>
              <a:gd name="csY14" fmla="*/ 175631 h 193945"/>
              <a:gd name="csX15" fmla="*/ 142932 w 190488"/>
              <a:gd name="csY15" fmla="*/ 168469 h 193945"/>
              <a:gd name="csX16" fmla="*/ 188657 w 190488"/>
              <a:gd name="csY16" fmla="*/ 131352 h 193945"/>
              <a:gd name="csX17" fmla="*/ 190489 w 190488"/>
              <a:gd name="csY17" fmla="*/ 124895 h 193945"/>
              <a:gd name="csX18" fmla="*/ 183498 w 190488"/>
              <a:gd name="csY18" fmla="*/ 132241 h 193945"/>
              <a:gd name="csX19" fmla="*/ 144104 w 190488"/>
              <a:gd name="csY19" fmla="*/ 153807 h 193945"/>
              <a:gd name="csX20" fmla="*/ 137708 w 190488"/>
              <a:gd name="csY20" fmla="*/ 154244 h 193945"/>
              <a:gd name="csX21" fmla="*/ 95176 w 190488"/>
              <a:gd name="csY21" fmla="*/ 139795 h 193945"/>
              <a:gd name="csX22" fmla="*/ 101863 w 190488"/>
              <a:gd name="csY22" fmla="*/ 122233 h 193945"/>
              <a:gd name="csX23" fmla="*/ 125512 w 190488"/>
              <a:gd name="csY23" fmla="*/ 105792 h 193945"/>
              <a:gd name="csX24" fmla="*/ 157826 w 190488"/>
              <a:gd name="csY24" fmla="*/ 84370 h 193945"/>
              <a:gd name="csX25" fmla="*/ 180541 w 190488"/>
              <a:gd name="csY25" fmla="*/ 67458 h 193945"/>
              <a:gd name="csX26" fmla="*/ 175793 w 190488"/>
              <a:gd name="csY26" fmla="*/ 5979 h 193945"/>
              <a:gd name="csX27" fmla="*/ 157588 w 190488"/>
              <a:gd name="csY27" fmla="*/ 0 h 19394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</a:cxnLst>
            <a:rect l="l" t="t" r="r" b="b"/>
            <a:pathLst>
              <a:path w="190488" h="193945">
                <a:moveTo>
                  <a:pt x="157589" y="1"/>
                </a:moveTo>
                <a:cubicBezTo>
                  <a:pt x="155930" y="1"/>
                  <a:pt x="154322" y="145"/>
                  <a:pt x="152832" y="447"/>
                </a:cubicBezTo>
                <a:cubicBezTo>
                  <a:pt x="143702" y="2555"/>
                  <a:pt x="133267" y="15278"/>
                  <a:pt x="131797" y="26479"/>
                </a:cubicBezTo>
                <a:cubicBezTo>
                  <a:pt x="129255" y="43715"/>
                  <a:pt x="136037" y="64176"/>
                  <a:pt x="147193" y="72974"/>
                </a:cubicBezTo>
                <a:cubicBezTo>
                  <a:pt x="150562" y="75387"/>
                  <a:pt x="152522" y="78254"/>
                  <a:pt x="151793" y="79318"/>
                </a:cubicBezTo>
                <a:cubicBezTo>
                  <a:pt x="151065" y="80381"/>
                  <a:pt x="143839" y="85552"/>
                  <a:pt x="135402" y="91230"/>
                </a:cubicBezTo>
                <a:cubicBezTo>
                  <a:pt x="127219" y="96768"/>
                  <a:pt x="112934" y="106520"/>
                  <a:pt x="103682" y="112816"/>
                </a:cubicBezTo>
                <a:cubicBezTo>
                  <a:pt x="94627" y="119167"/>
                  <a:pt x="76179" y="131565"/>
                  <a:pt x="62765" y="140504"/>
                </a:cubicBezTo>
                <a:cubicBezTo>
                  <a:pt x="6883" y="177333"/>
                  <a:pt x="-1159" y="183121"/>
                  <a:pt x="122" y="185376"/>
                </a:cubicBezTo>
                <a:cubicBezTo>
                  <a:pt x="714" y="186420"/>
                  <a:pt x="2787" y="186960"/>
                  <a:pt x="5707" y="186960"/>
                </a:cubicBezTo>
                <a:cubicBezTo>
                  <a:pt x="6993" y="186960"/>
                  <a:pt x="8442" y="186855"/>
                  <a:pt x="10002" y="186643"/>
                </a:cubicBezTo>
                <a:cubicBezTo>
                  <a:pt x="10747" y="186529"/>
                  <a:pt x="11794" y="186476"/>
                  <a:pt x="13097" y="186476"/>
                </a:cubicBezTo>
                <a:cubicBezTo>
                  <a:pt x="20373" y="186476"/>
                  <a:pt x="35610" y="188158"/>
                  <a:pt x="50504" y="190504"/>
                </a:cubicBezTo>
                <a:cubicBezTo>
                  <a:pt x="64387" y="192688"/>
                  <a:pt x="74768" y="193945"/>
                  <a:pt x="83353" y="193945"/>
                </a:cubicBezTo>
                <a:cubicBezTo>
                  <a:pt x="100781" y="193945"/>
                  <a:pt x="110802" y="188763"/>
                  <a:pt x="127675" y="175631"/>
                </a:cubicBezTo>
                <a:cubicBezTo>
                  <a:pt x="131807" y="172345"/>
                  <a:pt x="138676" y="169186"/>
                  <a:pt x="142932" y="168469"/>
                </a:cubicBezTo>
                <a:cubicBezTo>
                  <a:pt x="159705" y="165739"/>
                  <a:pt x="184717" y="145244"/>
                  <a:pt x="188657" y="131352"/>
                </a:cubicBezTo>
                <a:lnTo>
                  <a:pt x="190489" y="124895"/>
                </a:lnTo>
                <a:lnTo>
                  <a:pt x="183498" y="132241"/>
                </a:lnTo>
                <a:cubicBezTo>
                  <a:pt x="173588" y="142364"/>
                  <a:pt x="156170" y="151881"/>
                  <a:pt x="144104" y="153807"/>
                </a:cubicBezTo>
                <a:cubicBezTo>
                  <a:pt x="142103" y="154103"/>
                  <a:pt x="139953" y="154244"/>
                  <a:pt x="137708" y="154244"/>
                </a:cubicBezTo>
                <a:cubicBezTo>
                  <a:pt x="122716" y="154244"/>
                  <a:pt x="103434" y="147963"/>
                  <a:pt x="95176" y="139795"/>
                </a:cubicBezTo>
                <a:cubicBezTo>
                  <a:pt x="87578" y="131986"/>
                  <a:pt x="87325" y="132127"/>
                  <a:pt x="101863" y="122233"/>
                </a:cubicBezTo>
                <a:cubicBezTo>
                  <a:pt x="107348" y="118690"/>
                  <a:pt x="117779" y="111243"/>
                  <a:pt x="125512" y="105792"/>
                </a:cubicBezTo>
                <a:cubicBezTo>
                  <a:pt x="133047" y="100285"/>
                  <a:pt x="147475" y="90782"/>
                  <a:pt x="157826" y="84370"/>
                </a:cubicBezTo>
                <a:cubicBezTo>
                  <a:pt x="168122" y="78153"/>
                  <a:pt x="178159" y="70597"/>
                  <a:pt x="180541" y="67458"/>
                </a:cubicBezTo>
                <a:cubicBezTo>
                  <a:pt x="193352" y="50119"/>
                  <a:pt x="191037" y="19923"/>
                  <a:pt x="175793" y="5979"/>
                </a:cubicBezTo>
                <a:cubicBezTo>
                  <a:pt x="171711" y="2311"/>
                  <a:pt x="164238" y="0"/>
                  <a:pt x="157588" y="0"/>
                </a:cubicBezTo>
                <a:close/>
              </a:path>
            </a:pathLst>
          </a:custGeom>
          <a:solidFill>
            <a:srgbClr val="000000"/>
          </a:solidFill>
          <a:ln w="7382" cap="flat">
            <a:noFill/>
            <a:prstDash val="solid"/>
            <a:miter/>
          </a:ln>
        </p:spPr>
        <p:txBody>
          <a:bodyPr/>
          <a:lstStyle/>
          <a:p>
            <a:endParaRPr lang="en-AU"/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D9B16D01-1B9A-2FE2-920B-C89D04D44274}"/>
              </a:ext>
            </a:extLst>
          </p:cNvPr>
          <p:cNvSpPr/>
          <p:nvPr/>
        </p:nvSpPr>
        <p:spPr>
          <a:xfrm flipH="1">
            <a:off x="2419833" y="2253045"/>
            <a:ext cx="148681" cy="142039"/>
          </a:xfrm>
          <a:custGeom>
            <a:avLst/>
            <a:gdLst>
              <a:gd name="csX0" fmla="*/ 144777 w 148681"/>
              <a:gd name="csY0" fmla="*/ 2 h 142039"/>
              <a:gd name="csX1" fmla="*/ 142401 w 148681"/>
              <a:gd name="csY1" fmla="*/ 2185 h 142039"/>
              <a:gd name="csX2" fmla="*/ 129812 w 148681"/>
              <a:gd name="csY2" fmla="*/ 18741 h 142039"/>
              <a:gd name="csX3" fmla="*/ 116155 w 148681"/>
              <a:gd name="csY3" fmla="*/ 36057 h 142039"/>
              <a:gd name="csX4" fmla="*/ 94066 w 148681"/>
              <a:gd name="csY4" fmla="*/ 65806 h 142039"/>
              <a:gd name="csX5" fmla="*/ 71610 w 148681"/>
              <a:gd name="csY5" fmla="*/ 96088 h 142039"/>
              <a:gd name="csX6" fmla="*/ 66092 w 148681"/>
              <a:gd name="csY6" fmla="*/ 104266 h 142039"/>
              <a:gd name="csX7" fmla="*/ 61121 w 148681"/>
              <a:gd name="csY7" fmla="*/ 108740 h 142039"/>
              <a:gd name="csX8" fmla="*/ 52943 w 148681"/>
              <a:gd name="csY8" fmla="*/ 103991 h 142039"/>
              <a:gd name="csX9" fmla="*/ 24542 w 148681"/>
              <a:gd name="csY9" fmla="*/ 93378 h 142039"/>
              <a:gd name="csX10" fmla="*/ 20001 w 148681"/>
              <a:gd name="csY10" fmla="*/ 93787 h 142039"/>
              <a:gd name="csX11" fmla="*/ 2681 w 148681"/>
              <a:gd name="csY11" fmla="*/ 124016 h 142039"/>
              <a:gd name="csX12" fmla="*/ 18077 w 148681"/>
              <a:gd name="csY12" fmla="*/ 134414 h 142039"/>
              <a:gd name="csX13" fmla="*/ 32332 w 148681"/>
              <a:gd name="csY13" fmla="*/ 136664 h 142039"/>
              <a:gd name="csX14" fmla="*/ 62397 w 148681"/>
              <a:gd name="csY14" fmla="*/ 116538 h 142039"/>
              <a:gd name="csX15" fmla="*/ 83894 w 148681"/>
              <a:gd name="csY15" fmla="*/ 86623 h 142039"/>
              <a:gd name="csX16" fmla="*/ 101078 w 148681"/>
              <a:gd name="csY16" fmla="*/ 69070 h 142039"/>
              <a:gd name="csX17" fmla="*/ 103475 w 148681"/>
              <a:gd name="csY17" fmla="*/ 69475 h 142039"/>
              <a:gd name="csX18" fmla="*/ 117519 w 148681"/>
              <a:gd name="csY18" fmla="*/ 92162 h 142039"/>
              <a:gd name="csX19" fmla="*/ 102763 w 148681"/>
              <a:gd name="csY19" fmla="*/ 133660 h 142039"/>
              <a:gd name="csX20" fmla="*/ 95693 w 148681"/>
              <a:gd name="csY20" fmla="*/ 142039 h 142039"/>
              <a:gd name="csX21" fmla="*/ 101098 w 148681"/>
              <a:gd name="csY21" fmla="*/ 139530 h 142039"/>
              <a:gd name="csX22" fmla="*/ 126907 w 148681"/>
              <a:gd name="csY22" fmla="*/ 108702 h 142039"/>
              <a:gd name="csX23" fmla="*/ 139777 w 148681"/>
              <a:gd name="csY23" fmla="*/ 85890 h 142039"/>
              <a:gd name="csX24" fmla="*/ 148556 w 148681"/>
              <a:gd name="csY24" fmla="*/ 63209 h 142039"/>
              <a:gd name="csX25" fmla="*/ 146714 w 148681"/>
              <a:gd name="csY25" fmla="*/ 37365 h 142039"/>
              <a:gd name="csX26" fmla="*/ 145007 w 148681"/>
              <a:gd name="csY26" fmla="*/ 10294 h 142039"/>
              <a:gd name="csX27" fmla="*/ 144776 w 148681"/>
              <a:gd name="csY27" fmla="*/ 0 h 14203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</a:cxnLst>
            <a:rect l="l" t="t" r="r" b="b"/>
            <a:pathLst>
              <a:path w="148681" h="142039">
                <a:moveTo>
                  <a:pt x="144777" y="2"/>
                </a:moveTo>
                <a:cubicBezTo>
                  <a:pt x="144296" y="2"/>
                  <a:pt x="143531" y="813"/>
                  <a:pt x="142401" y="2185"/>
                </a:cubicBezTo>
                <a:cubicBezTo>
                  <a:pt x="140636" y="4649"/>
                  <a:pt x="134943" y="11934"/>
                  <a:pt x="129812" y="18741"/>
                </a:cubicBezTo>
                <a:cubicBezTo>
                  <a:pt x="124540" y="25298"/>
                  <a:pt x="118483" y="33114"/>
                  <a:pt x="116155" y="36057"/>
                </a:cubicBezTo>
                <a:cubicBezTo>
                  <a:pt x="113883" y="38803"/>
                  <a:pt x="104074" y="52332"/>
                  <a:pt x="94066" y="65806"/>
                </a:cubicBezTo>
                <a:cubicBezTo>
                  <a:pt x="84255" y="79336"/>
                  <a:pt x="73994" y="92951"/>
                  <a:pt x="71610" y="96088"/>
                </a:cubicBezTo>
                <a:cubicBezTo>
                  <a:pt x="69029" y="99171"/>
                  <a:pt x="66480" y="102896"/>
                  <a:pt x="66092" y="104266"/>
                </a:cubicBezTo>
                <a:cubicBezTo>
                  <a:pt x="65245" y="107251"/>
                  <a:pt x="63428" y="108740"/>
                  <a:pt x="61121" y="108740"/>
                </a:cubicBezTo>
                <a:cubicBezTo>
                  <a:pt x="58740" y="108740"/>
                  <a:pt x="55838" y="107154"/>
                  <a:pt x="52943" y="103991"/>
                </a:cubicBezTo>
                <a:cubicBezTo>
                  <a:pt x="47305" y="98084"/>
                  <a:pt x="34273" y="93378"/>
                  <a:pt x="24542" y="93378"/>
                </a:cubicBezTo>
                <a:cubicBezTo>
                  <a:pt x="22920" y="93378"/>
                  <a:pt x="21390" y="93509"/>
                  <a:pt x="20001" y="93787"/>
                </a:cubicBezTo>
                <a:cubicBezTo>
                  <a:pt x="3457" y="97213"/>
                  <a:pt x="-4573" y="111236"/>
                  <a:pt x="2681" y="124016"/>
                </a:cubicBezTo>
                <a:cubicBezTo>
                  <a:pt x="6434" y="130337"/>
                  <a:pt x="8387" y="131723"/>
                  <a:pt x="18077" y="134414"/>
                </a:cubicBezTo>
                <a:cubicBezTo>
                  <a:pt x="23379" y="135887"/>
                  <a:pt x="28067" y="136664"/>
                  <a:pt x="32332" y="136664"/>
                </a:cubicBezTo>
                <a:cubicBezTo>
                  <a:pt x="44291" y="136664"/>
                  <a:pt x="52919" y="130555"/>
                  <a:pt x="62397" y="116538"/>
                </a:cubicBezTo>
                <a:cubicBezTo>
                  <a:pt x="66459" y="110488"/>
                  <a:pt x="76016" y="97100"/>
                  <a:pt x="83894" y="86623"/>
                </a:cubicBezTo>
                <a:cubicBezTo>
                  <a:pt x="94744" y="72466"/>
                  <a:pt x="97647" y="69070"/>
                  <a:pt x="101078" y="69070"/>
                </a:cubicBezTo>
                <a:cubicBezTo>
                  <a:pt x="101823" y="69070"/>
                  <a:pt x="102593" y="69230"/>
                  <a:pt x="103475" y="69475"/>
                </a:cubicBezTo>
                <a:cubicBezTo>
                  <a:pt x="109606" y="71178"/>
                  <a:pt x="115122" y="80309"/>
                  <a:pt x="117519" y="92162"/>
                </a:cubicBezTo>
                <a:cubicBezTo>
                  <a:pt x="119570" y="102231"/>
                  <a:pt x="112580" y="121610"/>
                  <a:pt x="102763" y="133660"/>
                </a:cubicBezTo>
                <a:lnTo>
                  <a:pt x="95693" y="142039"/>
                </a:lnTo>
                <a:lnTo>
                  <a:pt x="101098" y="139530"/>
                </a:lnTo>
                <a:cubicBezTo>
                  <a:pt x="109597" y="135136"/>
                  <a:pt x="121520" y="120928"/>
                  <a:pt x="126907" y="108702"/>
                </a:cubicBezTo>
                <a:cubicBezTo>
                  <a:pt x="129530" y="102464"/>
                  <a:pt x="135208" y="92221"/>
                  <a:pt x="139777" y="85890"/>
                </a:cubicBezTo>
                <a:cubicBezTo>
                  <a:pt x="146895" y="75835"/>
                  <a:pt x="147815" y="73345"/>
                  <a:pt x="148556" y="63209"/>
                </a:cubicBezTo>
                <a:cubicBezTo>
                  <a:pt x="149035" y="57009"/>
                  <a:pt x="148077" y="45344"/>
                  <a:pt x="146714" y="37365"/>
                </a:cubicBezTo>
                <a:cubicBezTo>
                  <a:pt x="145350" y="29388"/>
                  <a:pt x="144560" y="17136"/>
                  <a:pt x="145007" y="10294"/>
                </a:cubicBezTo>
                <a:cubicBezTo>
                  <a:pt x="145580" y="2873"/>
                  <a:pt x="145681" y="0"/>
                  <a:pt x="144776" y="0"/>
                </a:cubicBezTo>
                <a:close/>
              </a:path>
            </a:pathLst>
          </a:custGeom>
          <a:solidFill>
            <a:srgbClr val="000000"/>
          </a:solidFill>
          <a:ln w="7382" cap="flat">
            <a:noFill/>
            <a:prstDash val="solid"/>
            <a:miter/>
          </a:ln>
        </p:spPr>
        <p:txBody>
          <a:bodyPr/>
          <a:lstStyle/>
          <a:p>
            <a:endParaRPr lang="en-AU"/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DF87017D-FCF0-9B6D-FDAC-561898F054B0}"/>
              </a:ext>
            </a:extLst>
          </p:cNvPr>
          <p:cNvSpPr/>
          <p:nvPr/>
        </p:nvSpPr>
        <p:spPr>
          <a:xfrm flipH="1">
            <a:off x="2092345" y="2267839"/>
            <a:ext cx="106448" cy="152708"/>
          </a:xfrm>
          <a:custGeom>
            <a:avLst/>
            <a:gdLst>
              <a:gd name="csX0" fmla="*/ 67795 w 106448"/>
              <a:gd name="csY0" fmla="*/ 0 h 152708"/>
              <a:gd name="csX1" fmla="*/ 59528 w 106448"/>
              <a:gd name="csY1" fmla="*/ 1804 h 152708"/>
              <a:gd name="csX2" fmla="*/ 50502 w 106448"/>
              <a:gd name="csY2" fmla="*/ 14074 h 152708"/>
              <a:gd name="csX3" fmla="*/ 52309 w 106448"/>
              <a:gd name="csY3" fmla="*/ 32518 h 152708"/>
              <a:gd name="csX4" fmla="*/ 63883 w 106448"/>
              <a:gd name="csY4" fmla="*/ 45865 h 152708"/>
              <a:gd name="csX5" fmla="*/ 61066 w 106448"/>
              <a:gd name="csY5" fmla="*/ 70836 h 152708"/>
              <a:gd name="csX6" fmla="*/ 49959 w 106448"/>
              <a:gd name="csY6" fmla="*/ 84428 h 152708"/>
              <a:gd name="csX7" fmla="*/ 43505 w 106448"/>
              <a:gd name="csY7" fmla="*/ 92135 h 152708"/>
              <a:gd name="csX8" fmla="*/ 5 w 106448"/>
              <a:gd name="csY8" fmla="*/ 152245 h 152708"/>
              <a:gd name="csX9" fmla="*/ 1079 w 106448"/>
              <a:gd name="csY9" fmla="*/ 152709 h 152708"/>
              <a:gd name="csX10" fmla="*/ 9278 w 106448"/>
              <a:gd name="csY10" fmla="*/ 150388 h 152708"/>
              <a:gd name="csX11" fmla="*/ 34952 w 106448"/>
              <a:gd name="csY11" fmla="*/ 144853 h 152708"/>
              <a:gd name="csX12" fmla="*/ 58199 w 106448"/>
              <a:gd name="csY12" fmla="*/ 138856 h 152708"/>
              <a:gd name="csX13" fmla="*/ 77972 w 106448"/>
              <a:gd name="csY13" fmla="*/ 120282 h 152708"/>
              <a:gd name="csX14" fmla="*/ 85018 w 106448"/>
              <a:gd name="csY14" fmla="*/ 112740 h 152708"/>
              <a:gd name="csX15" fmla="*/ 104694 w 106448"/>
              <a:gd name="csY15" fmla="*/ 85486 h 152708"/>
              <a:gd name="csX16" fmla="*/ 106361 w 106448"/>
              <a:gd name="csY16" fmla="*/ 77549 h 152708"/>
              <a:gd name="csX17" fmla="*/ 106327 w 106448"/>
              <a:gd name="csY17" fmla="*/ 77549 h 152708"/>
              <a:gd name="csX18" fmla="*/ 103914 w 106448"/>
              <a:gd name="csY18" fmla="*/ 81470 h 152708"/>
              <a:gd name="csX19" fmla="*/ 66067 w 106448"/>
              <a:gd name="csY19" fmla="*/ 106531 h 152708"/>
              <a:gd name="csX20" fmla="*/ 58156 w 106448"/>
              <a:gd name="csY20" fmla="*/ 105914 h 152708"/>
              <a:gd name="csX21" fmla="*/ 78623 w 106448"/>
              <a:gd name="csY21" fmla="*/ 54815 h 152708"/>
              <a:gd name="csX22" fmla="*/ 89862 w 106448"/>
              <a:gd name="csY22" fmla="*/ 33239 h 152708"/>
              <a:gd name="csX23" fmla="*/ 69789 w 106448"/>
              <a:gd name="csY23" fmla="*/ 223 h 152708"/>
              <a:gd name="csX24" fmla="*/ 67794 w 106448"/>
              <a:gd name="csY24" fmla="*/ 1 h 15270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</a:cxnLst>
            <a:rect l="l" t="t" r="r" b="b"/>
            <a:pathLst>
              <a:path w="106448" h="152708">
                <a:moveTo>
                  <a:pt x="67795" y="0"/>
                </a:moveTo>
                <a:cubicBezTo>
                  <a:pt x="65452" y="0"/>
                  <a:pt x="62258" y="659"/>
                  <a:pt x="59528" y="1804"/>
                </a:cubicBezTo>
                <a:cubicBezTo>
                  <a:pt x="54234" y="3923"/>
                  <a:pt x="52832" y="5856"/>
                  <a:pt x="50502" y="14074"/>
                </a:cubicBezTo>
                <a:cubicBezTo>
                  <a:pt x="48170" y="22292"/>
                  <a:pt x="48437" y="25111"/>
                  <a:pt x="52309" y="32518"/>
                </a:cubicBezTo>
                <a:cubicBezTo>
                  <a:pt x="54616" y="37170"/>
                  <a:pt x="59921" y="43287"/>
                  <a:pt x="63883" y="45865"/>
                </a:cubicBezTo>
                <a:cubicBezTo>
                  <a:pt x="72968" y="52189"/>
                  <a:pt x="72372" y="57300"/>
                  <a:pt x="61066" y="70836"/>
                </a:cubicBezTo>
                <a:cubicBezTo>
                  <a:pt x="56522" y="76328"/>
                  <a:pt x="51359" y="82495"/>
                  <a:pt x="49959" y="84428"/>
                </a:cubicBezTo>
                <a:cubicBezTo>
                  <a:pt x="48359" y="86305"/>
                  <a:pt x="45667" y="89780"/>
                  <a:pt x="43505" y="92135"/>
                </a:cubicBezTo>
                <a:cubicBezTo>
                  <a:pt x="33237" y="104270"/>
                  <a:pt x="-453" y="150851"/>
                  <a:pt x="5" y="152245"/>
                </a:cubicBezTo>
                <a:cubicBezTo>
                  <a:pt x="39" y="152562"/>
                  <a:pt x="427" y="152709"/>
                  <a:pt x="1079" y="152709"/>
                </a:cubicBezTo>
                <a:cubicBezTo>
                  <a:pt x="2672" y="152709"/>
                  <a:pt x="5841" y="151830"/>
                  <a:pt x="9278" y="150388"/>
                </a:cubicBezTo>
                <a:cubicBezTo>
                  <a:pt x="14120" y="148356"/>
                  <a:pt x="25704" y="145873"/>
                  <a:pt x="34952" y="144853"/>
                </a:cubicBezTo>
                <a:cubicBezTo>
                  <a:pt x="44201" y="143833"/>
                  <a:pt x="54597" y="141022"/>
                  <a:pt x="58199" y="138856"/>
                </a:cubicBezTo>
                <a:cubicBezTo>
                  <a:pt x="66920" y="133679"/>
                  <a:pt x="76806" y="124392"/>
                  <a:pt x="77972" y="120282"/>
                </a:cubicBezTo>
                <a:cubicBezTo>
                  <a:pt x="78472" y="118521"/>
                  <a:pt x="81559" y="115158"/>
                  <a:pt x="85018" y="112740"/>
                </a:cubicBezTo>
                <a:cubicBezTo>
                  <a:pt x="95339" y="105686"/>
                  <a:pt x="101672" y="96890"/>
                  <a:pt x="104694" y="85486"/>
                </a:cubicBezTo>
                <a:cubicBezTo>
                  <a:pt x="106108" y="80081"/>
                  <a:pt x="106684" y="77627"/>
                  <a:pt x="106361" y="77549"/>
                </a:cubicBezTo>
                <a:lnTo>
                  <a:pt x="106327" y="77549"/>
                </a:lnTo>
                <a:cubicBezTo>
                  <a:pt x="106039" y="77608"/>
                  <a:pt x="105244" y="78996"/>
                  <a:pt x="103914" y="81470"/>
                </a:cubicBezTo>
                <a:cubicBezTo>
                  <a:pt x="95116" y="98183"/>
                  <a:pt x="82319" y="106531"/>
                  <a:pt x="66067" y="106531"/>
                </a:cubicBezTo>
                <a:cubicBezTo>
                  <a:pt x="63515" y="106531"/>
                  <a:pt x="60877" y="106325"/>
                  <a:pt x="58156" y="105914"/>
                </a:cubicBezTo>
                <a:cubicBezTo>
                  <a:pt x="38761" y="102848"/>
                  <a:pt x="38982" y="102065"/>
                  <a:pt x="78623" y="54815"/>
                </a:cubicBezTo>
                <a:cubicBezTo>
                  <a:pt x="88638" y="42820"/>
                  <a:pt x="89841" y="40833"/>
                  <a:pt x="89862" y="33239"/>
                </a:cubicBezTo>
                <a:cubicBezTo>
                  <a:pt x="89965" y="19336"/>
                  <a:pt x="80071" y="3078"/>
                  <a:pt x="69789" y="223"/>
                </a:cubicBezTo>
                <a:cubicBezTo>
                  <a:pt x="69248" y="73"/>
                  <a:pt x="68568" y="1"/>
                  <a:pt x="67794" y="1"/>
                </a:cubicBezTo>
                <a:close/>
              </a:path>
            </a:pathLst>
          </a:custGeom>
          <a:solidFill>
            <a:srgbClr val="000000"/>
          </a:solidFill>
          <a:ln w="7382" cap="flat">
            <a:noFill/>
            <a:prstDash val="solid"/>
            <a:miter/>
          </a:ln>
        </p:spPr>
        <p:txBody>
          <a:bodyPr/>
          <a:lstStyle/>
          <a:p>
            <a:endParaRPr lang="en-AU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85CEB775-7CA4-E139-B0C7-D63F02F212E5}"/>
              </a:ext>
            </a:extLst>
          </p:cNvPr>
          <p:cNvSpPr/>
          <p:nvPr/>
        </p:nvSpPr>
        <p:spPr>
          <a:xfrm flipH="1">
            <a:off x="4729931" y="1870666"/>
            <a:ext cx="224131" cy="222055"/>
          </a:xfrm>
          <a:custGeom>
            <a:avLst/>
            <a:gdLst>
              <a:gd name="csX0" fmla="*/ 219870 w 224131"/>
              <a:gd name="csY0" fmla="*/ 1 h 222055"/>
              <a:gd name="csX1" fmla="*/ 218264 w 224131"/>
              <a:gd name="csY1" fmla="*/ 814 h 222055"/>
              <a:gd name="csX2" fmla="*/ 178244 w 224131"/>
              <a:gd name="csY2" fmla="*/ 57670 h 222055"/>
              <a:gd name="csX3" fmla="*/ 156589 w 224131"/>
              <a:gd name="csY3" fmla="*/ 89652 h 222055"/>
              <a:gd name="csX4" fmla="*/ 135525 w 224131"/>
              <a:gd name="csY4" fmla="*/ 121797 h 222055"/>
              <a:gd name="csX5" fmla="*/ 120678 w 224131"/>
              <a:gd name="csY5" fmla="*/ 144061 h 222055"/>
              <a:gd name="csX6" fmla="*/ 107621 w 224131"/>
              <a:gd name="csY6" fmla="*/ 163020 h 222055"/>
              <a:gd name="csX7" fmla="*/ 94758 w 224131"/>
              <a:gd name="csY7" fmla="*/ 177977 h 222055"/>
              <a:gd name="csX8" fmla="*/ 94431 w 224131"/>
              <a:gd name="csY8" fmla="*/ 177934 h 222055"/>
              <a:gd name="csX9" fmla="*/ 79858 w 224131"/>
              <a:gd name="csY9" fmla="*/ 168397 h 222055"/>
              <a:gd name="csX10" fmla="*/ 41098 w 224131"/>
              <a:gd name="csY10" fmla="*/ 154744 h 222055"/>
              <a:gd name="csX11" fmla="*/ 13336 w 224131"/>
              <a:gd name="csY11" fmla="*/ 163008 h 222055"/>
              <a:gd name="csX12" fmla="*/ 1791 w 224131"/>
              <a:gd name="csY12" fmla="*/ 179644 h 222055"/>
              <a:gd name="csX13" fmla="*/ 2617 w 224131"/>
              <a:gd name="csY13" fmla="*/ 199293 h 222055"/>
              <a:gd name="csX14" fmla="*/ 43905 w 224131"/>
              <a:gd name="csY14" fmla="*/ 222055 h 222055"/>
              <a:gd name="csX15" fmla="*/ 76964 w 224131"/>
              <a:gd name="csY15" fmla="*/ 213188 h 222055"/>
              <a:gd name="csX16" fmla="*/ 103033 w 224131"/>
              <a:gd name="csY16" fmla="*/ 183699 h 222055"/>
              <a:gd name="csX17" fmla="*/ 181184 w 224131"/>
              <a:gd name="csY17" fmla="*/ 71188 h 222055"/>
              <a:gd name="csX18" fmla="*/ 181439 w 224131"/>
              <a:gd name="csY18" fmla="*/ 71223 h 222055"/>
              <a:gd name="csX19" fmla="*/ 199043 w 224131"/>
              <a:gd name="csY19" fmla="*/ 94898 h 222055"/>
              <a:gd name="csX20" fmla="*/ 198919 w 224131"/>
              <a:gd name="csY20" fmla="*/ 140459 h 222055"/>
              <a:gd name="csX21" fmla="*/ 158228 w 224131"/>
              <a:gd name="csY21" fmla="*/ 198184 h 222055"/>
              <a:gd name="csX22" fmla="*/ 150505 w 224131"/>
              <a:gd name="csY22" fmla="*/ 205720 h 222055"/>
              <a:gd name="csX23" fmla="*/ 156594 w 224131"/>
              <a:gd name="csY23" fmla="*/ 204697 h 222055"/>
              <a:gd name="csX24" fmla="*/ 211637 w 224131"/>
              <a:gd name="csY24" fmla="*/ 157291 h 222055"/>
              <a:gd name="csX25" fmla="*/ 221348 w 224131"/>
              <a:gd name="csY25" fmla="*/ 74919 h 222055"/>
              <a:gd name="csX26" fmla="*/ 221125 w 224131"/>
              <a:gd name="csY26" fmla="*/ 15540 h 222055"/>
              <a:gd name="csX27" fmla="*/ 219869 w 224131"/>
              <a:gd name="csY27" fmla="*/ 0 h 22205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</a:cxnLst>
            <a:rect l="l" t="t" r="r" b="b"/>
            <a:pathLst>
              <a:path w="224131" h="222055">
                <a:moveTo>
                  <a:pt x="219870" y="1"/>
                </a:moveTo>
                <a:cubicBezTo>
                  <a:pt x="219390" y="1"/>
                  <a:pt x="218851" y="257"/>
                  <a:pt x="218264" y="814"/>
                </a:cubicBezTo>
                <a:cubicBezTo>
                  <a:pt x="216269" y="2582"/>
                  <a:pt x="193876" y="34148"/>
                  <a:pt x="178244" y="57670"/>
                </a:cubicBezTo>
                <a:cubicBezTo>
                  <a:pt x="171269" y="67976"/>
                  <a:pt x="161434" y="82343"/>
                  <a:pt x="156589" y="89652"/>
                </a:cubicBezTo>
                <a:cubicBezTo>
                  <a:pt x="151545" y="96906"/>
                  <a:pt x="142106" y="111383"/>
                  <a:pt x="135525" y="121797"/>
                </a:cubicBezTo>
                <a:cubicBezTo>
                  <a:pt x="128945" y="132213"/>
                  <a:pt x="122278" y="142183"/>
                  <a:pt x="120678" y="144061"/>
                </a:cubicBezTo>
                <a:cubicBezTo>
                  <a:pt x="119079" y="145938"/>
                  <a:pt x="113252" y="154452"/>
                  <a:pt x="107621" y="163020"/>
                </a:cubicBezTo>
                <a:cubicBezTo>
                  <a:pt x="101089" y="173213"/>
                  <a:pt x="96865" y="177977"/>
                  <a:pt x="94758" y="177977"/>
                </a:cubicBezTo>
                <a:cubicBezTo>
                  <a:pt x="94643" y="177977"/>
                  <a:pt x="94534" y="177962"/>
                  <a:pt x="94431" y="177934"/>
                </a:cubicBezTo>
                <a:cubicBezTo>
                  <a:pt x="92651" y="177439"/>
                  <a:pt x="86199" y="173114"/>
                  <a:pt x="79858" y="168397"/>
                </a:cubicBezTo>
                <a:cubicBezTo>
                  <a:pt x="68041" y="159378"/>
                  <a:pt x="54229" y="154744"/>
                  <a:pt x="41098" y="154744"/>
                </a:cubicBezTo>
                <a:cubicBezTo>
                  <a:pt x="31042" y="154744"/>
                  <a:pt x="21386" y="157462"/>
                  <a:pt x="13336" y="163008"/>
                </a:cubicBezTo>
                <a:cubicBezTo>
                  <a:pt x="6166" y="167983"/>
                  <a:pt x="4455" y="170252"/>
                  <a:pt x="1791" y="179644"/>
                </a:cubicBezTo>
                <a:cubicBezTo>
                  <a:pt x="-818" y="188840"/>
                  <a:pt x="-605" y="191854"/>
                  <a:pt x="2617" y="199293"/>
                </a:cubicBezTo>
                <a:cubicBezTo>
                  <a:pt x="9167" y="213962"/>
                  <a:pt x="25563" y="222055"/>
                  <a:pt x="43905" y="222055"/>
                </a:cubicBezTo>
                <a:cubicBezTo>
                  <a:pt x="54789" y="222055"/>
                  <a:pt x="66360" y="219205"/>
                  <a:pt x="76964" y="213188"/>
                </a:cubicBezTo>
                <a:cubicBezTo>
                  <a:pt x="86390" y="207784"/>
                  <a:pt x="89588" y="204029"/>
                  <a:pt x="103033" y="183699"/>
                </a:cubicBezTo>
                <a:cubicBezTo>
                  <a:pt x="167329" y="86540"/>
                  <a:pt x="177926" y="71188"/>
                  <a:pt x="181184" y="71188"/>
                </a:cubicBezTo>
                <a:cubicBezTo>
                  <a:pt x="181274" y="71188"/>
                  <a:pt x="181358" y="71200"/>
                  <a:pt x="181439" y="71223"/>
                </a:cubicBezTo>
                <a:cubicBezTo>
                  <a:pt x="185789" y="72431"/>
                  <a:pt x="195671" y="85729"/>
                  <a:pt x="199043" y="94898"/>
                </a:cubicBezTo>
                <a:cubicBezTo>
                  <a:pt x="203844" y="108053"/>
                  <a:pt x="203859" y="123044"/>
                  <a:pt x="198919" y="140459"/>
                </a:cubicBezTo>
                <a:cubicBezTo>
                  <a:pt x="192123" y="165170"/>
                  <a:pt x="178560" y="184411"/>
                  <a:pt x="158228" y="198184"/>
                </a:cubicBezTo>
                <a:cubicBezTo>
                  <a:pt x="150409" y="203682"/>
                  <a:pt x="147945" y="205720"/>
                  <a:pt x="150505" y="205720"/>
                </a:cubicBezTo>
                <a:cubicBezTo>
                  <a:pt x="151609" y="205720"/>
                  <a:pt x="153648" y="205341"/>
                  <a:pt x="156594" y="204697"/>
                </a:cubicBezTo>
                <a:cubicBezTo>
                  <a:pt x="171730" y="201723"/>
                  <a:pt x="198311" y="178708"/>
                  <a:pt x="211637" y="157291"/>
                </a:cubicBezTo>
                <a:cubicBezTo>
                  <a:pt x="224545" y="136601"/>
                  <a:pt x="226821" y="116546"/>
                  <a:pt x="221348" y="74919"/>
                </a:cubicBezTo>
                <a:cubicBezTo>
                  <a:pt x="217576" y="46851"/>
                  <a:pt x="217573" y="28063"/>
                  <a:pt x="221125" y="15540"/>
                </a:cubicBezTo>
                <a:cubicBezTo>
                  <a:pt x="223376" y="7604"/>
                  <a:pt x="222486" y="0"/>
                  <a:pt x="219869" y="0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 w="7382" cap="flat">
            <a:noFill/>
            <a:prstDash val="solid"/>
            <a:miter/>
          </a:ln>
        </p:spPr>
        <p:txBody>
          <a:bodyPr/>
          <a:lstStyle/>
          <a:p>
            <a:endParaRPr lang="en-AU"/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2744F970-8CB4-A57A-828D-28C8D024E4AD}"/>
              </a:ext>
            </a:extLst>
          </p:cNvPr>
          <p:cNvSpPr/>
          <p:nvPr/>
        </p:nvSpPr>
        <p:spPr>
          <a:xfrm flipH="1">
            <a:off x="4235827" y="1872923"/>
            <a:ext cx="139717" cy="68368"/>
          </a:xfrm>
          <a:custGeom>
            <a:avLst/>
            <a:gdLst>
              <a:gd name="csX0" fmla="*/ 133137 w 139717"/>
              <a:gd name="csY0" fmla="*/ 0 h 68368"/>
              <a:gd name="csX1" fmla="*/ 126616 w 139717"/>
              <a:gd name="csY1" fmla="*/ 863 h 68368"/>
              <a:gd name="csX2" fmla="*/ 86306 w 139717"/>
              <a:gd name="csY2" fmla="*/ 7609 h 68368"/>
              <a:gd name="csX3" fmla="*/ 3 w 139717"/>
              <a:gd name="csY3" fmla="*/ 24591 h 68368"/>
              <a:gd name="csX4" fmla="*/ 1583 w 139717"/>
              <a:gd name="csY4" fmla="*/ 66404 h 68368"/>
              <a:gd name="csX5" fmla="*/ 2745 w 139717"/>
              <a:gd name="csY5" fmla="*/ 68369 h 68368"/>
              <a:gd name="csX6" fmla="*/ 6042 w 139717"/>
              <a:gd name="csY6" fmla="*/ 67220 h 68368"/>
              <a:gd name="csX7" fmla="*/ 37129 w 139717"/>
              <a:gd name="csY7" fmla="*/ 60656 h 68368"/>
              <a:gd name="csX8" fmla="*/ 60828 w 139717"/>
              <a:gd name="csY8" fmla="*/ 57559 h 68368"/>
              <a:gd name="csX9" fmla="*/ 66915 w 139717"/>
              <a:gd name="csY9" fmla="*/ 59430 h 68368"/>
              <a:gd name="csX10" fmla="*/ 70185 w 139717"/>
              <a:gd name="csY10" fmla="*/ 62034 h 68368"/>
              <a:gd name="csX11" fmla="*/ 74977 w 139717"/>
              <a:gd name="csY11" fmla="*/ 58080 h 68368"/>
              <a:gd name="csX12" fmla="*/ 105630 w 139717"/>
              <a:gd name="csY12" fmla="*/ 49284 h 68368"/>
              <a:gd name="csX13" fmla="*/ 133655 w 139717"/>
              <a:gd name="csY13" fmla="*/ 45001 h 68368"/>
              <a:gd name="csX14" fmla="*/ 137813 w 139717"/>
              <a:gd name="csY14" fmla="*/ 47879 h 68368"/>
              <a:gd name="csX15" fmla="*/ 138196 w 139717"/>
              <a:gd name="csY15" fmla="*/ 49409 h 68368"/>
              <a:gd name="csX16" fmla="*/ 138723 w 139717"/>
              <a:gd name="csY16" fmla="*/ 49187 h 68368"/>
              <a:gd name="csX17" fmla="*/ 137256 w 139717"/>
              <a:gd name="csY17" fmla="*/ 1708 h 68368"/>
              <a:gd name="csX18" fmla="*/ 133138 w 139717"/>
              <a:gd name="csY18" fmla="*/ 1 h 6836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139717" h="68368">
                <a:moveTo>
                  <a:pt x="133137" y="0"/>
                </a:moveTo>
                <a:cubicBezTo>
                  <a:pt x="131520" y="0"/>
                  <a:pt x="129393" y="295"/>
                  <a:pt x="126616" y="863"/>
                </a:cubicBezTo>
                <a:cubicBezTo>
                  <a:pt x="121599" y="2003"/>
                  <a:pt x="103474" y="4990"/>
                  <a:pt x="86306" y="7609"/>
                </a:cubicBezTo>
                <a:cubicBezTo>
                  <a:pt x="28148" y="16365"/>
                  <a:pt x="-320" y="21968"/>
                  <a:pt x="3" y="24591"/>
                </a:cubicBezTo>
                <a:cubicBezTo>
                  <a:pt x="41" y="26713"/>
                  <a:pt x="946" y="45330"/>
                  <a:pt x="1583" y="66404"/>
                </a:cubicBezTo>
                <a:cubicBezTo>
                  <a:pt x="1683" y="67733"/>
                  <a:pt x="1914" y="68369"/>
                  <a:pt x="2745" y="68369"/>
                </a:cubicBezTo>
                <a:cubicBezTo>
                  <a:pt x="3398" y="68369"/>
                  <a:pt x="4421" y="67977"/>
                  <a:pt x="6042" y="67220"/>
                </a:cubicBezTo>
                <a:cubicBezTo>
                  <a:pt x="8267" y="66149"/>
                  <a:pt x="22358" y="63097"/>
                  <a:pt x="37129" y="60656"/>
                </a:cubicBezTo>
                <a:cubicBezTo>
                  <a:pt x="49476" y="58564"/>
                  <a:pt x="56559" y="57559"/>
                  <a:pt x="60828" y="57559"/>
                </a:cubicBezTo>
                <a:cubicBezTo>
                  <a:pt x="64230" y="57559"/>
                  <a:pt x="65845" y="58197"/>
                  <a:pt x="66915" y="59430"/>
                </a:cubicBezTo>
                <a:cubicBezTo>
                  <a:pt x="68491" y="61128"/>
                  <a:pt x="69301" y="62034"/>
                  <a:pt x="70185" y="62034"/>
                </a:cubicBezTo>
                <a:cubicBezTo>
                  <a:pt x="71225" y="62034"/>
                  <a:pt x="72366" y="60779"/>
                  <a:pt x="74977" y="58080"/>
                </a:cubicBezTo>
                <a:cubicBezTo>
                  <a:pt x="76884" y="55866"/>
                  <a:pt x="89197" y="52319"/>
                  <a:pt x="105630" y="49284"/>
                </a:cubicBezTo>
                <a:cubicBezTo>
                  <a:pt x="120646" y="46377"/>
                  <a:pt x="129173" y="45001"/>
                  <a:pt x="133655" y="45001"/>
                </a:cubicBezTo>
                <a:cubicBezTo>
                  <a:pt x="137460" y="45001"/>
                  <a:pt x="138348" y="45993"/>
                  <a:pt x="137813" y="47879"/>
                </a:cubicBezTo>
                <a:cubicBezTo>
                  <a:pt x="137562" y="48764"/>
                  <a:pt x="137743" y="49409"/>
                  <a:pt x="138196" y="49409"/>
                </a:cubicBezTo>
                <a:cubicBezTo>
                  <a:pt x="138344" y="49409"/>
                  <a:pt x="138522" y="49340"/>
                  <a:pt x="138723" y="49187"/>
                </a:cubicBezTo>
                <a:cubicBezTo>
                  <a:pt x="140748" y="48062"/>
                  <a:pt x="139390" y="5466"/>
                  <a:pt x="137256" y="1708"/>
                </a:cubicBezTo>
                <a:cubicBezTo>
                  <a:pt x="136600" y="551"/>
                  <a:pt x="135345" y="1"/>
                  <a:pt x="133138" y="1"/>
                </a:cubicBezTo>
                <a:close/>
              </a:path>
            </a:pathLst>
          </a:custGeom>
          <a:solidFill>
            <a:schemeClr val="accent6">
              <a:lumMod val="75000"/>
            </a:schemeClr>
          </a:solidFill>
          <a:ln w="7382" cap="flat">
            <a:noFill/>
            <a:prstDash val="solid"/>
            <a:miter/>
          </a:ln>
        </p:spPr>
        <p:txBody>
          <a:bodyPr/>
          <a:lstStyle/>
          <a:p>
            <a:endParaRPr lang="en-AU"/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F85D3F04-8AEA-3792-6CD7-B33FE9F99733}"/>
              </a:ext>
            </a:extLst>
          </p:cNvPr>
          <p:cNvSpPr/>
          <p:nvPr/>
        </p:nvSpPr>
        <p:spPr>
          <a:xfrm flipH="1">
            <a:off x="3078667" y="2406054"/>
            <a:ext cx="123433" cy="195262"/>
          </a:xfrm>
          <a:custGeom>
            <a:avLst/>
            <a:gdLst>
              <a:gd name="csX0" fmla="*/ 84063 w 123433"/>
              <a:gd name="csY0" fmla="*/ 0 h 195262"/>
              <a:gd name="csX1" fmla="*/ 80889 w 123433"/>
              <a:gd name="csY1" fmla="*/ 14950 h 195262"/>
              <a:gd name="csX2" fmla="*/ 62416 w 123433"/>
              <a:gd name="csY2" fmla="*/ 129719 h 195262"/>
              <a:gd name="csX3" fmla="*/ 58219 w 123433"/>
              <a:gd name="csY3" fmla="*/ 149029 h 195262"/>
              <a:gd name="csX4" fmla="*/ 54624 w 123433"/>
              <a:gd name="csY4" fmla="*/ 150377 h 195262"/>
              <a:gd name="csX5" fmla="*/ 45324 w 123433"/>
              <a:gd name="csY5" fmla="*/ 148614 h 195262"/>
              <a:gd name="csX6" fmla="*/ 32736 w 123433"/>
              <a:gd name="csY6" fmla="*/ 146850 h 195262"/>
              <a:gd name="csX7" fmla="*/ 244 w 123433"/>
              <a:gd name="csY7" fmla="*/ 178945 h 195262"/>
              <a:gd name="csX8" fmla="*/ 8653 w 123433"/>
              <a:gd name="csY8" fmla="*/ 191413 h 195262"/>
              <a:gd name="csX9" fmla="*/ 22420 w 123433"/>
              <a:gd name="csY9" fmla="*/ 195263 h 195262"/>
              <a:gd name="csX10" fmla="*/ 47167 w 123433"/>
              <a:gd name="csY10" fmla="*/ 186489 h 195262"/>
              <a:gd name="csX11" fmla="*/ 61817 w 123433"/>
              <a:gd name="csY11" fmla="*/ 164171 h 195262"/>
              <a:gd name="csX12" fmla="*/ 67724 w 123433"/>
              <a:gd name="csY12" fmla="*/ 130559 h 195262"/>
              <a:gd name="csX13" fmla="*/ 72767 w 123433"/>
              <a:gd name="csY13" fmla="*/ 99241 h 195262"/>
              <a:gd name="csX14" fmla="*/ 75782 w 123433"/>
              <a:gd name="csY14" fmla="*/ 86358 h 195262"/>
              <a:gd name="csX15" fmla="*/ 82869 w 123433"/>
              <a:gd name="csY15" fmla="*/ 87693 h 195262"/>
              <a:gd name="csX16" fmla="*/ 110144 w 123433"/>
              <a:gd name="csY16" fmla="*/ 116377 h 195262"/>
              <a:gd name="csX17" fmla="*/ 111362 w 123433"/>
              <a:gd name="csY17" fmla="*/ 141413 h 195262"/>
              <a:gd name="csX18" fmla="*/ 106256 w 123433"/>
              <a:gd name="csY18" fmla="*/ 159416 h 195262"/>
              <a:gd name="csX19" fmla="*/ 104632 w 123433"/>
              <a:gd name="csY19" fmla="*/ 162583 h 195262"/>
              <a:gd name="csX20" fmla="*/ 107956 w 123433"/>
              <a:gd name="csY20" fmla="*/ 160944 h 195262"/>
              <a:gd name="csX21" fmla="*/ 121574 w 123433"/>
              <a:gd name="csY21" fmla="*/ 117443 h 195262"/>
              <a:gd name="csX22" fmla="*/ 121862 w 123433"/>
              <a:gd name="csY22" fmla="*/ 100635 h 195262"/>
              <a:gd name="csX23" fmla="*/ 119318 w 123433"/>
              <a:gd name="csY23" fmla="*/ 57711 h 195262"/>
              <a:gd name="csX24" fmla="*/ 104452 w 123433"/>
              <a:gd name="csY24" fmla="*/ 34161 h 195262"/>
              <a:gd name="csX25" fmla="*/ 88653 w 123433"/>
              <a:gd name="csY25" fmla="*/ 10142 h 195262"/>
              <a:gd name="csX26" fmla="*/ 84063 w 123433"/>
              <a:gd name="csY26" fmla="*/ 1 h 19526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</a:cxnLst>
            <a:rect l="l" t="t" r="r" b="b"/>
            <a:pathLst>
              <a:path w="123433" h="195262">
                <a:moveTo>
                  <a:pt x="84063" y="0"/>
                </a:moveTo>
                <a:lnTo>
                  <a:pt x="80889" y="14950"/>
                </a:lnTo>
                <a:cubicBezTo>
                  <a:pt x="75835" y="38033"/>
                  <a:pt x="69013" y="80890"/>
                  <a:pt x="62416" y="129719"/>
                </a:cubicBezTo>
                <a:cubicBezTo>
                  <a:pt x="61303" y="138909"/>
                  <a:pt x="59257" y="147629"/>
                  <a:pt x="58219" y="149029"/>
                </a:cubicBezTo>
                <a:cubicBezTo>
                  <a:pt x="57566" y="149929"/>
                  <a:pt x="56440" y="150377"/>
                  <a:pt x="54624" y="150377"/>
                </a:cubicBezTo>
                <a:cubicBezTo>
                  <a:pt x="52541" y="150377"/>
                  <a:pt x="49550" y="149787"/>
                  <a:pt x="45324" y="148614"/>
                </a:cubicBezTo>
                <a:cubicBezTo>
                  <a:pt x="41004" y="147414"/>
                  <a:pt x="36772" y="146850"/>
                  <a:pt x="32736" y="146850"/>
                </a:cubicBezTo>
                <a:cubicBezTo>
                  <a:pt x="12947" y="146850"/>
                  <a:pt x="-2117" y="160404"/>
                  <a:pt x="244" y="178945"/>
                </a:cubicBezTo>
                <a:cubicBezTo>
                  <a:pt x="865" y="185028"/>
                  <a:pt x="2683" y="187643"/>
                  <a:pt x="8653" y="191413"/>
                </a:cubicBezTo>
                <a:cubicBezTo>
                  <a:pt x="12762" y="193982"/>
                  <a:pt x="17405" y="195263"/>
                  <a:pt x="22420" y="195263"/>
                </a:cubicBezTo>
                <a:cubicBezTo>
                  <a:pt x="30008" y="195263"/>
                  <a:pt x="38446" y="192329"/>
                  <a:pt x="47167" y="186489"/>
                </a:cubicBezTo>
                <a:cubicBezTo>
                  <a:pt x="57741" y="179293"/>
                  <a:pt x="57995" y="179153"/>
                  <a:pt x="61817" y="164171"/>
                </a:cubicBezTo>
                <a:cubicBezTo>
                  <a:pt x="63951" y="155898"/>
                  <a:pt x="66785" y="140643"/>
                  <a:pt x="67724" y="130559"/>
                </a:cubicBezTo>
                <a:cubicBezTo>
                  <a:pt x="68918" y="120336"/>
                  <a:pt x="71165" y="106396"/>
                  <a:pt x="72767" y="99241"/>
                </a:cubicBezTo>
                <a:lnTo>
                  <a:pt x="75782" y="86358"/>
                </a:lnTo>
                <a:lnTo>
                  <a:pt x="82869" y="87693"/>
                </a:lnTo>
                <a:cubicBezTo>
                  <a:pt x="93318" y="89962"/>
                  <a:pt x="105848" y="102942"/>
                  <a:pt x="110144" y="116377"/>
                </a:cubicBezTo>
                <a:cubicBezTo>
                  <a:pt x="113034" y="124990"/>
                  <a:pt x="113172" y="130517"/>
                  <a:pt x="111362" y="141413"/>
                </a:cubicBezTo>
                <a:cubicBezTo>
                  <a:pt x="110044" y="149070"/>
                  <a:pt x="107713" y="157288"/>
                  <a:pt x="106256" y="159416"/>
                </a:cubicBezTo>
                <a:cubicBezTo>
                  <a:pt x="104793" y="161617"/>
                  <a:pt x="104152" y="162583"/>
                  <a:pt x="104632" y="162583"/>
                </a:cubicBezTo>
                <a:cubicBezTo>
                  <a:pt x="105008" y="162583"/>
                  <a:pt x="106068" y="161994"/>
                  <a:pt x="107956" y="160944"/>
                </a:cubicBezTo>
                <a:cubicBezTo>
                  <a:pt x="115498" y="156917"/>
                  <a:pt x="123194" y="132036"/>
                  <a:pt x="121574" y="117443"/>
                </a:cubicBezTo>
                <a:cubicBezTo>
                  <a:pt x="120811" y="111109"/>
                  <a:pt x="121029" y="103571"/>
                  <a:pt x="121862" y="100635"/>
                </a:cubicBezTo>
                <a:cubicBezTo>
                  <a:pt x="124803" y="90264"/>
                  <a:pt x="123425" y="67295"/>
                  <a:pt x="119318" y="57711"/>
                </a:cubicBezTo>
                <a:cubicBezTo>
                  <a:pt x="117177" y="52472"/>
                  <a:pt x="110413" y="41726"/>
                  <a:pt x="104452" y="34161"/>
                </a:cubicBezTo>
                <a:cubicBezTo>
                  <a:pt x="98492" y="26595"/>
                  <a:pt x="91332" y="15740"/>
                  <a:pt x="88653" y="10142"/>
                </a:cubicBezTo>
                <a:lnTo>
                  <a:pt x="84063" y="1"/>
                </a:lnTo>
                <a:close/>
              </a:path>
            </a:pathLst>
          </a:custGeom>
          <a:solidFill>
            <a:srgbClr val="000000"/>
          </a:solidFill>
          <a:ln w="7382" cap="flat">
            <a:noFill/>
            <a:prstDash val="solid"/>
            <a:miter/>
          </a:ln>
        </p:spPr>
        <p:txBody>
          <a:bodyPr/>
          <a:lstStyle/>
          <a:p>
            <a:endParaRPr lang="en-AU"/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10F2A096-B7B0-D717-700D-CF4A267805C6}"/>
              </a:ext>
            </a:extLst>
          </p:cNvPr>
          <p:cNvSpPr/>
          <p:nvPr/>
        </p:nvSpPr>
        <p:spPr>
          <a:xfrm flipH="1">
            <a:off x="3430878" y="2283220"/>
            <a:ext cx="182809" cy="320627"/>
          </a:xfrm>
          <a:custGeom>
            <a:avLst/>
            <a:gdLst>
              <a:gd name="csX0" fmla="*/ 94688 w 182809"/>
              <a:gd name="csY0" fmla="*/ 2 h 320627"/>
              <a:gd name="csX1" fmla="*/ 92048 w 182809"/>
              <a:gd name="csY1" fmla="*/ 1224 h 320627"/>
              <a:gd name="csX2" fmla="*/ 90453 w 182809"/>
              <a:gd name="csY2" fmla="*/ 9858 h 320627"/>
              <a:gd name="csX3" fmla="*/ 89587 w 182809"/>
              <a:gd name="csY3" fmla="*/ 77588 h 320627"/>
              <a:gd name="csX4" fmla="*/ 88987 w 182809"/>
              <a:gd name="csY4" fmla="*/ 189510 h 320627"/>
              <a:gd name="csX5" fmla="*/ 88589 w 182809"/>
              <a:gd name="csY5" fmla="*/ 242806 h 320627"/>
              <a:gd name="csX6" fmla="*/ 86293 w 182809"/>
              <a:gd name="csY6" fmla="*/ 243622 h 320627"/>
              <a:gd name="csX7" fmla="*/ 76708 w 182809"/>
              <a:gd name="csY7" fmla="*/ 241827 h 320627"/>
              <a:gd name="csX8" fmla="*/ 59245 w 182809"/>
              <a:gd name="csY8" fmla="*/ 239202 h 320627"/>
              <a:gd name="csX9" fmla="*/ 28328 w 182809"/>
              <a:gd name="csY9" fmla="*/ 248443 h 320627"/>
              <a:gd name="csX10" fmla="*/ 1197 w 182809"/>
              <a:gd name="csY10" fmla="*/ 280171 h 320627"/>
              <a:gd name="csX11" fmla="*/ 26606 w 182809"/>
              <a:gd name="csY11" fmla="*/ 319947 h 320627"/>
              <a:gd name="csX12" fmla="*/ 34940 w 182809"/>
              <a:gd name="csY12" fmla="*/ 320628 h 320627"/>
              <a:gd name="csX13" fmla="*/ 82226 w 182809"/>
              <a:gd name="csY13" fmla="*/ 299086 h 320627"/>
              <a:gd name="csX14" fmla="*/ 97672 w 182809"/>
              <a:gd name="csY14" fmla="*/ 242372 h 320627"/>
              <a:gd name="csX15" fmla="*/ 97745 w 182809"/>
              <a:gd name="csY15" fmla="*/ 126292 h 320627"/>
              <a:gd name="csX16" fmla="*/ 100703 w 182809"/>
              <a:gd name="csY16" fmla="*/ 89540 h 320627"/>
              <a:gd name="csX17" fmla="*/ 102277 w 182809"/>
              <a:gd name="csY17" fmla="*/ 89330 h 320627"/>
              <a:gd name="csX18" fmla="*/ 135676 w 182809"/>
              <a:gd name="csY18" fmla="*/ 105375 h 320627"/>
              <a:gd name="csX19" fmla="*/ 165634 w 182809"/>
              <a:gd name="csY19" fmla="*/ 170478 h 320627"/>
              <a:gd name="csX20" fmla="*/ 160071 w 182809"/>
              <a:gd name="csY20" fmla="*/ 211151 h 320627"/>
              <a:gd name="csX21" fmla="*/ 152856 w 182809"/>
              <a:gd name="csY21" fmla="*/ 236589 h 320627"/>
              <a:gd name="csX22" fmla="*/ 159308 w 182809"/>
              <a:gd name="csY22" fmla="*/ 228882 h 320627"/>
              <a:gd name="csX23" fmla="*/ 181830 w 182809"/>
              <a:gd name="csY23" fmla="*/ 141202 h 320627"/>
              <a:gd name="csX24" fmla="*/ 146905 w 182809"/>
              <a:gd name="csY24" fmla="*/ 75563 h 320627"/>
              <a:gd name="csX25" fmla="*/ 126857 w 182809"/>
              <a:gd name="csY25" fmla="*/ 53741 h 320627"/>
              <a:gd name="csX26" fmla="*/ 102398 w 182809"/>
              <a:gd name="csY26" fmla="*/ 12118 h 320627"/>
              <a:gd name="csX27" fmla="*/ 94690 w 182809"/>
              <a:gd name="csY27" fmla="*/ 0 h 32062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</a:cxnLst>
            <a:rect l="l" t="t" r="r" b="b"/>
            <a:pathLst>
              <a:path w="182809" h="320627">
                <a:moveTo>
                  <a:pt x="94688" y="2"/>
                </a:moveTo>
                <a:cubicBezTo>
                  <a:pt x="93825" y="2"/>
                  <a:pt x="92946" y="409"/>
                  <a:pt x="92048" y="1224"/>
                </a:cubicBezTo>
                <a:cubicBezTo>
                  <a:pt x="90925" y="2179"/>
                  <a:pt x="90265" y="6006"/>
                  <a:pt x="90453" y="9858"/>
                </a:cubicBezTo>
                <a:cubicBezTo>
                  <a:pt x="90695" y="13514"/>
                  <a:pt x="90360" y="44028"/>
                  <a:pt x="89587" y="77588"/>
                </a:cubicBezTo>
                <a:cubicBezTo>
                  <a:pt x="89068" y="111007"/>
                  <a:pt x="88799" y="161594"/>
                  <a:pt x="88987" y="189510"/>
                </a:cubicBezTo>
                <a:cubicBezTo>
                  <a:pt x="89120" y="217622"/>
                  <a:pt x="88978" y="241436"/>
                  <a:pt x="88589" y="242806"/>
                </a:cubicBezTo>
                <a:cubicBezTo>
                  <a:pt x="88434" y="243353"/>
                  <a:pt x="87642" y="243622"/>
                  <a:pt x="86293" y="243622"/>
                </a:cubicBezTo>
                <a:cubicBezTo>
                  <a:pt x="84266" y="243622"/>
                  <a:pt x="80982" y="243014"/>
                  <a:pt x="76708" y="241827"/>
                </a:cubicBezTo>
                <a:cubicBezTo>
                  <a:pt x="70474" y="240096"/>
                  <a:pt x="64778" y="239202"/>
                  <a:pt x="59245" y="239202"/>
                </a:cubicBezTo>
                <a:cubicBezTo>
                  <a:pt x="49159" y="239202"/>
                  <a:pt x="39612" y="242172"/>
                  <a:pt x="28328" y="248443"/>
                </a:cubicBezTo>
                <a:cubicBezTo>
                  <a:pt x="11868" y="257593"/>
                  <a:pt x="5471" y="265104"/>
                  <a:pt x="1197" y="280171"/>
                </a:cubicBezTo>
                <a:cubicBezTo>
                  <a:pt x="-3790" y="299261"/>
                  <a:pt x="7211" y="316882"/>
                  <a:pt x="26606" y="319947"/>
                </a:cubicBezTo>
                <a:cubicBezTo>
                  <a:pt x="29340" y="320405"/>
                  <a:pt x="32127" y="320628"/>
                  <a:pt x="34940" y="320628"/>
                </a:cubicBezTo>
                <a:cubicBezTo>
                  <a:pt x="51823" y="320628"/>
                  <a:pt x="69618" y="312594"/>
                  <a:pt x="82226" y="299086"/>
                </a:cubicBezTo>
                <a:cubicBezTo>
                  <a:pt x="94266" y="285965"/>
                  <a:pt x="97541" y="274420"/>
                  <a:pt x="97672" y="242372"/>
                </a:cubicBezTo>
                <a:cubicBezTo>
                  <a:pt x="98032" y="198988"/>
                  <a:pt x="98104" y="148345"/>
                  <a:pt x="97745" y="126292"/>
                </a:cubicBezTo>
                <a:cubicBezTo>
                  <a:pt x="97283" y="94078"/>
                  <a:pt x="97379" y="90728"/>
                  <a:pt x="100703" y="89540"/>
                </a:cubicBezTo>
                <a:cubicBezTo>
                  <a:pt x="101130" y="89398"/>
                  <a:pt x="101659" y="89330"/>
                  <a:pt x="102277" y="89330"/>
                </a:cubicBezTo>
                <a:cubicBezTo>
                  <a:pt x="109171" y="89330"/>
                  <a:pt x="127069" y="97754"/>
                  <a:pt x="135676" y="105375"/>
                </a:cubicBezTo>
                <a:cubicBezTo>
                  <a:pt x="152248" y="119898"/>
                  <a:pt x="162510" y="142380"/>
                  <a:pt x="165634" y="170478"/>
                </a:cubicBezTo>
                <a:cubicBezTo>
                  <a:pt x="167168" y="184625"/>
                  <a:pt x="166929" y="187726"/>
                  <a:pt x="160071" y="211151"/>
                </a:cubicBezTo>
                <a:lnTo>
                  <a:pt x="152856" y="236589"/>
                </a:lnTo>
                <a:lnTo>
                  <a:pt x="159308" y="228882"/>
                </a:lnTo>
                <a:cubicBezTo>
                  <a:pt x="175522" y="209321"/>
                  <a:pt x="186188" y="167954"/>
                  <a:pt x="181830" y="141202"/>
                </a:cubicBezTo>
                <a:cubicBezTo>
                  <a:pt x="178811" y="123265"/>
                  <a:pt x="162502" y="92771"/>
                  <a:pt x="146905" y="75563"/>
                </a:cubicBezTo>
                <a:cubicBezTo>
                  <a:pt x="140383" y="68474"/>
                  <a:pt x="131450" y="58605"/>
                  <a:pt x="126857" y="53741"/>
                </a:cubicBezTo>
                <a:cubicBezTo>
                  <a:pt x="115599" y="41537"/>
                  <a:pt x="106101" y="25389"/>
                  <a:pt x="102398" y="12118"/>
                </a:cubicBezTo>
                <a:cubicBezTo>
                  <a:pt x="99981" y="4068"/>
                  <a:pt x="97420" y="0"/>
                  <a:pt x="94690" y="0"/>
                </a:cubicBezTo>
                <a:close/>
              </a:path>
            </a:pathLst>
          </a:custGeom>
          <a:solidFill>
            <a:schemeClr val="accent5">
              <a:lumMod val="50000"/>
            </a:schemeClr>
          </a:solidFill>
          <a:ln w="7382" cap="flat">
            <a:noFill/>
            <a:prstDash val="solid"/>
            <a:miter/>
          </a:ln>
        </p:spPr>
        <p:txBody>
          <a:bodyPr/>
          <a:lstStyle/>
          <a:p>
            <a:endParaRPr lang="en-AU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1375E0CF-D744-9EAE-B748-AE2044CF82A9}"/>
              </a:ext>
            </a:extLst>
          </p:cNvPr>
          <p:cNvSpPr/>
          <p:nvPr/>
        </p:nvSpPr>
        <p:spPr>
          <a:xfrm flipH="1">
            <a:off x="3669074" y="2419070"/>
            <a:ext cx="138170" cy="193375"/>
          </a:xfrm>
          <a:custGeom>
            <a:avLst/>
            <a:gdLst>
              <a:gd name="csX0" fmla="*/ 84596 w 138170"/>
              <a:gd name="csY0" fmla="*/ 1 h 193375"/>
              <a:gd name="csX1" fmla="*/ 76774 w 138170"/>
              <a:gd name="csY1" fmla="*/ 1530 h 193375"/>
              <a:gd name="csX2" fmla="*/ 65785 w 138170"/>
              <a:gd name="csY2" fmla="*/ 40274 h 193375"/>
              <a:gd name="csX3" fmla="*/ 86705 w 138170"/>
              <a:gd name="csY3" fmla="*/ 61282 h 193375"/>
              <a:gd name="csX4" fmla="*/ 93046 w 138170"/>
              <a:gd name="csY4" fmla="*/ 65998 h 193375"/>
              <a:gd name="csX5" fmla="*/ 55152 w 138170"/>
              <a:gd name="csY5" fmla="*/ 118377 h 193375"/>
              <a:gd name="csX6" fmla="*/ 283 w 138170"/>
              <a:gd name="csY6" fmla="*/ 190740 h 193375"/>
              <a:gd name="csX7" fmla="*/ 1138 w 138170"/>
              <a:gd name="csY7" fmla="*/ 193376 h 193375"/>
              <a:gd name="csX8" fmla="*/ 10718 w 138170"/>
              <a:gd name="csY8" fmla="*/ 190050 h 193375"/>
              <a:gd name="csX9" fmla="*/ 40705 w 138170"/>
              <a:gd name="csY9" fmla="*/ 183603 h 193375"/>
              <a:gd name="csX10" fmla="*/ 69314 w 138170"/>
              <a:gd name="csY10" fmla="*/ 178249 h 193375"/>
              <a:gd name="csX11" fmla="*/ 98085 w 138170"/>
              <a:gd name="csY11" fmla="*/ 153521 h 193375"/>
              <a:gd name="csX12" fmla="*/ 112856 w 138170"/>
              <a:gd name="csY12" fmla="*/ 139048 h 193375"/>
              <a:gd name="csX13" fmla="*/ 137219 w 138170"/>
              <a:gd name="csY13" fmla="*/ 106553 h 193375"/>
              <a:gd name="csX14" fmla="*/ 137072 w 138170"/>
              <a:gd name="csY14" fmla="*/ 98764 h 193375"/>
              <a:gd name="csX15" fmla="*/ 132609 w 138170"/>
              <a:gd name="csY15" fmla="*/ 104005 h 193375"/>
              <a:gd name="csX16" fmla="*/ 83454 w 138170"/>
              <a:gd name="csY16" fmla="*/ 134572 h 193375"/>
              <a:gd name="csX17" fmla="*/ 70878 w 138170"/>
              <a:gd name="csY17" fmla="*/ 132877 h 193375"/>
              <a:gd name="csX18" fmla="*/ 68740 w 138170"/>
              <a:gd name="csY18" fmla="*/ 110331 h 193375"/>
              <a:gd name="csX19" fmla="*/ 80631 w 138170"/>
              <a:gd name="csY19" fmla="*/ 95480 h 193375"/>
              <a:gd name="csX20" fmla="*/ 95745 w 138170"/>
              <a:gd name="csY20" fmla="*/ 76036 h 193375"/>
              <a:gd name="csX21" fmla="*/ 113818 w 138170"/>
              <a:gd name="csY21" fmla="*/ 31871 h 193375"/>
              <a:gd name="csX22" fmla="*/ 84596 w 138170"/>
              <a:gd name="csY22" fmla="*/ 0 h 19337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</a:cxnLst>
            <a:rect l="l" t="t" r="r" b="b"/>
            <a:pathLst>
              <a:path w="138170" h="193375">
                <a:moveTo>
                  <a:pt x="84596" y="1"/>
                </a:moveTo>
                <a:cubicBezTo>
                  <a:pt x="81993" y="1"/>
                  <a:pt x="79364" y="493"/>
                  <a:pt x="76774" y="1530"/>
                </a:cubicBezTo>
                <a:cubicBezTo>
                  <a:pt x="63259" y="7064"/>
                  <a:pt x="58875" y="22522"/>
                  <a:pt x="65785" y="40274"/>
                </a:cubicBezTo>
                <a:cubicBezTo>
                  <a:pt x="69126" y="48800"/>
                  <a:pt x="79585" y="59304"/>
                  <a:pt x="86705" y="61282"/>
                </a:cubicBezTo>
                <a:cubicBezTo>
                  <a:pt x="89474" y="62051"/>
                  <a:pt x="92304" y="64103"/>
                  <a:pt x="93046" y="65998"/>
                </a:cubicBezTo>
                <a:cubicBezTo>
                  <a:pt x="94927" y="69898"/>
                  <a:pt x="86209" y="81831"/>
                  <a:pt x="55152" y="118377"/>
                </a:cubicBezTo>
                <a:cubicBezTo>
                  <a:pt x="43648" y="131858"/>
                  <a:pt x="1005" y="188197"/>
                  <a:pt x="283" y="190740"/>
                </a:cubicBezTo>
                <a:cubicBezTo>
                  <a:pt x="-214" y="192494"/>
                  <a:pt x="-132" y="193376"/>
                  <a:pt x="1138" y="193376"/>
                </a:cubicBezTo>
                <a:cubicBezTo>
                  <a:pt x="2560" y="193376"/>
                  <a:pt x="5469" y="192271"/>
                  <a:pt x="10718" y="190050"/>
                </a:cubicBezTo>
                <a:cubicBezTo>
                  <a:pt x="15759" y="188072"/>
                  <a:pt x="29201" y="185052"/>
                  <a:pt x="40705" y="183603"/>
                </a:cubicBezTo>
                <a:cubicBezTo>
                  <a:pt x="52208" y="182154"/>
                  <a:pt x="65033" y="179805"/>
                  <a:pt x="69314" y="178249"/>
                </a:cubicBezTo>
                <a:cubicBezTo>
                  <a:pt x="78468" y="175304"/>
                  <a:pt x="92011" y="163657"/>
                  <a:pt x="98085" y="153521"/>
                </a:cubicBezTo>
                <a:cubicBezTo>
                  <a:pt x="100493" y="149547"/>
                  <a:pt x="107007" y="143124"/>
                  <a:pt x="112856" y="139048"/>
                </a:cubicBezTo>
                <a:cubicBezTo>
                  <a:pt x="124411" y="130647"/>
                  <a:pt x="134055" y="117706"/>
                  <a:pt x="137219" y="106553"/>
                </a:cubicBezTo>
                <a:cubicBezTo>
                  <a:pt x="138651" y="101504"/>
                  <a:pt x="138354" y="98764"/>
                  <a:pt x="137072" y="98764"/>
                </a:cubicBezTo>
                <a:cubicBezTo>
                  <a:pt x="136069" y="98764"/>
                  <a:pt x="134462" y="100442"/>
                  <a:pt x="132609" y="104005"/>
                </a:cubicBezTo>
                <a:cubicBezTo>
                  <a:pt x="122520" y="122886"/>
                  <a:pt x="102949" y="134572"/>
                  <a:pt x="83454" y="134572"/>
                </a:cubicBezTo>
                <a:cubicBezTo>
                  <a:pt x="79226" y="134572"/>
                  <a:pt x="75001" y="134023"/>
                  <a:pt x="70878" y="132877"/>
                </a:cubicBezTo>
                <a:cubicBezTo>
                  <a:pt x="55454" y="128594"/>
                  <a:pt x="55384" y="125830"/>
                  <a:pt x="68740" y="110331"/>
                </a:cubicBezTo>
                <a:cubicBezTo>
                  <a:pt x="75025" y="103210"/>
                  <a:pt x="80354" y="96457"/>
                  <a:pt x="80631" y="95480"/>
                </a:cubicBezTo>
                <a:cubicBezTo>
                  <a:pt x="81131" y="93718"/>
                  <a:pt x="82730" y="91841"/>
                  <a:pt x="95745" y="76036"/>
                </a:cubicBezTo>
                <a:cubicBezTo>
                  <a:pt x="112126" y="55888"/>
                  <a:pt x="116144" y="46238"/>
                  <a:pt x="113818" y="31871"/>
                </a:cubicBezTo>
                <a:cubicBezTo>
                  <a:pt x="110613" y="12961"/>
                  <a:pt x="97951" y="0"/>
                  <a:pt x="84596" y="0"/>
                </a:cubicBezTo>
                <a:close/>
              </a:path>
            </a:pathLst>
          </a:custGeom>
          <a:solidFill>
            <a:srgbClr val="000000"/>
          </a:solidFill>
          <a:ln w="7382" cap="flat">
            <a:noFill/>
            <a:prstDash val="solid"/>
            <a:miter/>
          </a:ln>
        </p:spPr>
        <p:txBody>
          <a:bodyPr/>
          <a:lstStyle/>
          <a:p>
            <a:endParaRPr lang="en-AU"/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C176ECC2-F538-CB4D-891F-3C2B6F2CC6A8}"/>
              </a:ext>
            </a:extLst>
          </p:cNvPr>
          <p:cNvSpPr/>
          <p:nvPr/>
        </p:nvSpPr>
        <p:spPr>
          <a:xfrm flipH="1">
            <a:off x="2902118" y="2522140"/>
            <a:ext cx="140886" cy="121341"/>
          </a:xfrm>
          <a:custGeom>
            <a:avLst/>
            <a:gdLst>
              <a:gd name="csX0" fmla="*/ 73848 w 140886"/>
              <a:gd name="csY0" fmla="*/ 0 h 121341"/>
              <a:gd name="csX1" fmla="*/ 66676 w 140886"/>
              <a:gd name="csY1" fmla="*/ 4059 h 121341"/>
              <a:gd name="csX2" fmla="*/ 54552 w 140886"/>
              <a:gd name="csY2" fmla="*/ 47555 h 121341"/>
              <a:gd name="csX3" fmla="*/ 38131 w 140886"/>
              <a:gd name="csY3" fmla="*/ 87613 h 121341"/>
              <a:gd name="csX4" fmla="*/ 30107 w 140886"/>
              <a:gd name="csY4" fmla="*/ 86360 h 121341"/>
              <a:gd name="csX5" fmla="*/ 23164 w 140886"/>
              <a:gd name="csY5" fmla="*/ 85698 h 121341"/>
              <a:gd name="csX6" fmla="*/ 575 w 140886"/>
              <a:gd name="csY6" fmla="*/ 99478 h 121341"/>
              <a:gd name="csX7" fmla="*/ 17356 w 140886"/>
              <a:gd name="csY7" fmla="*/ 116411 h 121341"/>
              <a:gd name="csX8" fmla="*/ 37316 w 140886"/>
              <a:gd name="csY8" fmla="*/ 107572 h 121341"/>
              <a:gd name="csX9" fmla="*/ 49501 w 140886"/>
              <a:gd name="csY9" fmla="*/ 77393 h 121341"/>
              <a:gd name="csX10" fmla="*/ 58576 w 140886"/>
              <a:gd name="csY10" fmla="*/ 51416 h 121341"/>
              <a:gd name="csX11" fmla="*/ 66258 w 140886"/>
              <a:gd name="csY11" fmla="*/ 50787 h 121341"/>
              <a:gd name="csX12" fmla="*/ 88115 w 140886"/>
              <a:gd name="csY12" fmla="*/ 51809 h 121341"/>
              <a:gd name="csX13" fmla="*/ 117353 w 140886"/>
              <a:gd name="csY13" fmla="*/ 54020 h 121341"/>
              <a:gd name="csX14" fmla="*/ 122162 w 140886"/>
              <a:gd name="csY14" fmla="*/ 56622 h 121341"/>
              <a:gd name="csX15" fmla="*/ 119862 w 140886"/>
              <a:gd name="csY15" fmla="*/ 77514 h 121341"/>
              <a:gd name="csX16" fmla="*/ 114645 w 140886"/>
              <a:gd name="csY16" fmla="*/ 95908 h 121341"/>
              <a:gd name="csX17" fmla="*/ 106340 w 140886"/>
              <a:gd name="csY17" fmla="*/ 93601 h 121341"/>
              <a:gd name="csX18" fmla="*/ 95491 w 140886"/>
              <a:gd name="csY18" fmla="*/ 92153 h 121341"/>
              <a:gd name="csX19" fmla="*/ 72983 w 140886"/>
              <a:gd name="csY19" fmla="*/ 114945 h 121341"/>
              <a:gd name="csX20" fmla="*/ 85169 w 140886"/>
              <a:gd name="csY20" fmla="*/ 120862 h 121341"/>
              <a:gd name="csX21" fmla="*/ 90498 w 140886"/>
              <a:gd name="csY21" fmla="*/ 121341 h 121341"/>
              <a:gd name="csX22" fmla="*/ 109755 w 140886"/>
              <a:gd name="csY22" fmla="*/ 111647 h 121341"/>
              <a:gd name="csX23" fmla="*/ 126932 w 140886"/>
              <a:gd name="csY23" fmla="*/ 57102 h 121341"/>
              <a:gd name="csX24" fmla="*/ 140887 w 140886"/>
              <a:gd name="csY24" fmla="*/ 7150 h 121341"/>
              <a:gd name="csX25" fmla="*/ 136054 w 140886"/>
              <a:gd name="csY25" fmla="*/ 5385 h 121341"/>
              <a:gd name="csX26" fmla="*/ 107094 w 140886"/>
              <a:gd name="csY26" fmla="*/ 2196 h 121341"/>
              <a:gd name="csX27" fmla="*/ 76108 w 140886"/>
              <a:gd name="csY27" fmla="*/ 134 h 121341"/>
              <a:gd name="csX28" fmla="*/ 73848 w 140886"/>
              <a:gd name="csY28" fmla="*/ 0 h 12134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</a:cxnLst>
            <a:rect l="l" t="t" r="r" b="b"/>
            <a:pathLst>
              <a:path w="140886" h="121341">
                <a:moveTo>
                  <a:pt x="73848" y="0"/>
                </a:moveTo>
                <a:cubicBezTo>
                  <a:pt x="70352" y="0"/>
                  <a:pt x="68382" y="1184"/>
                  <a:pt x="66676" y="4059"/>
                </a:cubicBezTo>
                <a:cubicBezTo>
                  <a:pt x="65306" y="6634"/>
                  <a:pt x="59756" y="26202"/>
                  <a:pt x="54552" y="47555"/>
                </a:cubicBezTo>
                <a:cubicBezTo>
                  <a:pt x="46226" y="80963"/>
                  <a:pt x="44983" y="87613"/>
                  <a:pt x="38131" y="87613"/>
                </a:cubicBezTo>
                <a:cubicBezTo>
                  <a:pt x="36076" y="87613"/>
                  <a:pt x="33515" y="87014"/>
                  <a:pt x="30107" y="86360"/>
                </a:cubicBezTo>
                <a:cubicBezTo>
                  <a:pt x="27733" y="85913"/>
                  <a:pt x="25406" y="85698"/>
                  <a:pt x="23164" y="85698"/>
                </a:cubicBezTo>
                <a:cubicBezTo>
                  <a:pt x="12023" y="85698"/>
                  <a:pt x="2978" y="91007"/>
                  <a:pt x="575" y="99478"/>
                </a:cubicBezTo>
                <a:cubicBezTo>
                  <a:pt x="-2412" y="110009"/>
                  <a:pt x="6694" y="116411"/>
                  <a:pt x="17356" y="116411"/>
                </a:cubicBezTo>
                <a:cubicBezTo>
                  <a:pt x="24325" y="116411"/>
                  <a:pt x="31960" y="113677"/>
                  <a:pt x="37316" y="107572"/>
                </a:cubicBezTo>
                <a:cubicBezTo>
                  <a:pt x="41385" y="103002"/>
                  <a:pt x="44229" y="95982"/>
                  <a:pt x="49501" y="77393"/>
                </a:cubicBezTo>
                <a:cubicBezTo>
                  <a:pt x="53220" y="64282"/>
                  <a:pt x="57396" y="52566"/>
                  <a:pt x="58576" y="51416"/>
                </a:cubicBezTo>
                <a:cubicBezTo>
                  <a:pt x="59070" y="50996"/>
                  <a:pt x="61932" y="50787"/>
                  <a:pt x="66258" y="50787"/>
                </a:cubicBezTo>
                <a:cubicBezTo>
                  <a:pt x="71782" y="50787"/>
                  <a:pt x="79695" y="51129"/>
                  <a:pt x="88115" y="51809"/>
                </a:cubicBezTo>
                <a:cubicBezTo>
                  <a:pt x="103327" y="53079"/>
                  <a:pt x="116507" y="53996"/>
                  <a:pt x="117353" y="54020"/>
                </a:cubicBezTo>
                <a:cubicBezTo>
                  <a:pt x="118342" y="54294"/>
                  <a:pt x="120406" y="55290"/>
                  <a:pt x="122162" y="56622"/>
                </a:cubicBezTo>
                <a:cubicBezTo>
                  <a:pt x="124542" y="58760"/>
                  <a:pt x="124303" y="61860"/>
                  <a:pt x="119862" y="77514"/>
                </a:cubicBezTo>
                <a:lnTo>
                  <a:pt x="114645" y="95908"/>
                </a:lnTo>
                <a:lnTo>
                  <a:pt x="106340" y="93601"/>
                </a:lnTo>
                <a:cubicBezTo>
                  <a:pt x="102633" y="92607"/>
                  <a:pt x="98972" y="92153"/>
                  <a:pt x="95491" y="92153"/>
                </a:cubicBezTo>
                <a:cubicBezTo>
                  <a:pt x="78308" y="92153"/>
                  <a:pt x="65491" y="103209"/>
                  <a:pt x="72983" y="114945"/>
                </a:cubicBezTo>
                <a:cubicBezTo>
                  <a:pt x="75227" y="118311"/>
                  <a:pt x="78027" y="119723"/>
                  <a:pt x="85169" y="120862"/>
                </a:cubicBezTo>
                <a:cubicBezTo>
                  <a:pt x="86995" y="121183"/>
                  <a:pt x="88775" y="121341"/>
                  <a:pt x="90498" y="121341"/>
                </a:cubicBezTo>
                <a:cubicBezTo>
                  <a:pt x="98549" y="121341"/>
                  <a:pt x="105346" y="117900"/>
                  <a:pt x="109755" y="111647"/>
                </a:cubicBezTo>
                <a:cubicBezTo>
                  <a:pt x="111576" y="108987"/>
                  <a:pt x="119360" y="84552"/>
                  <a:pt x="126932" y="57102"/>
                </a:cubicBezTo>
                <a:lnTo>
                  <a:pt x="140887" y="7150"/>
                </a:lnTo>
                <a:lnTo>
                  <a:pt x="136054" y="5385"/>
                </a:lnTo>
                <a:cubicBezTo>
                  <a:pt x="133341" y="4421"/>
                  <a:pt x="120329" y="2917"/>
                  <a:pt x="107094" y="2196"/>
                </a:cubicBezTo>
                <a:cubicBezTo>
                  <a:pt x="93915" y="1281"/>
                  <a:pt x="79889" y="340"/>
                  <a:pt x="76108" y="134"/>
                </a:cubicBezTo>
                <a:cubicBezTo>
                  <a:pt x="75289" y="46"/>
                  <a:pt x="74539" y="0"/>
                  <a:pt x="73848" y="0"/>
                </a:cubicBezTo>
                <a:close/>
              </a:path>
            </a:pathLst>
          </a:custGeom>
          <a:solidFill>
            <a:srgbClr val="000000"/>
          </a:solidFill>
          <a:ln w="7382" cap="flat">
            <a:noFill/>
            <a:prstDash val="solid"/>
            <a:miter/>
          </a:ln>
        </p:spPr>
        <p:txBody>
          <a:bodyPr/>
          <a:lstStyle/>
          <a:p>
            <a:endParaRPr lang="en-AU"/>
          </a:p>
        </p:txBody>
      </p: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51777E31-B745-43BE-D6B3-6F809109385F}"/>
              </a:ext>
            </a:extLst>
          </p:cNvPr>
          <p:cNvSpPr/>
          <p:nvPr/>
        </p:nvSpPr>
        <p:spPr>
          <a:xfrm flipH="1">
            <a:off x="2440666" y="2470783"/>
            <a:ext cx="242814" cy="177246"/>
          </a:xfrm>
          <a:custGeom>
            <a:avLst/>
            <a:gdLst>
              <a:gd name="csX0" fmla="*/ 226139 w 242814"/>
              <a:gd name="csY0" fmla="*/ 0 h 177246"/>
              <a:gd name="csX1" fmla="*/ 210658 w 242814"/>
              <a:gd name="csY1" fmla="*/ 501 h 177246"/>
              <a:gd name="csX2" fmla="*/ 167503 w 242814"/>
              <a:gd name="csY2" fmla="*/ 2235 h 177246"/>
              <a:gd name="csX3" fmla="*/ 73464 w 242814"/>
              <a:gd name="csY3" fmla="*/ 5881 h 177246"/>
              <a:gd name="csX4" fmla="*/ 49313 w 242814"/>
              <a:gd name="csY4" fmla="*/ 6915 h 177246"/>
              <a:gd name="csX5" fmla="*/ 47175 w 242814"/>
              <a:gd name="csY5" fmla="*/ 6812 h 177246"/>
              <a:gd name="csX6" fmla="*/ 46019 w 242814"/>
              <a:gd name="csY6" fmla="*/ 6632 h 177246"/>
              <a:gd name="csX7" fmla="*/ 42888 w 242814"/>
              <a:gd name="csY7" fmla="*/ 42984 h 177246"/>
              <a:gd name="csX8" fmla="*/ 45284 w 242814"/>
              <a:gd name="csY8" fmla="*/ 132308 h 177246"/>
              <a:gd name="csX9" fmla="*/ 39099 w 242814"/>
              <a:gd name="csY9" fmla="*/ 134545 h 177246"/>
              <a:gd name="csX10" fmla="*/ 38891 w 242814"/>
              <a:gd name="csY10" fmla="*/ 134543 h 177246"/>
              <a:gd name="csX11" fmla="*/ 36176 w 242814"/>
              <a:gd name="csY11" fmla="*/ 134462 h 177246"/>
              <a:gd name="csX12" fmla="*/ 6194 w 242814"/>
              <a:gd name="csY12" fmla="*/ 146782 h 177246"/>
              <a:gd name="csX13" fmla="*/ 377 w 242814"/>
              <a:gd name="csY13" fmla="*/ 163531 h 177246"/>
              <a:gd name="csX14" fmla="*/ 18469 w 242814"/>
              <a:gd name="csY14" fmla="*/ 177211 h 177246"/>
              <a:gd name="csX15" fmla="*/ 19561 w 242814"/>
              <a:gd name="csY15" fmla="*/ 177247 h 177246"/>
              <a:gd name="csX16" fmla="*/ 45953 w 242814"/>
              <a:gd name="csY16" fmla="*/ 160782 h 177246"/>
              <a:gd name="csX17" fmla="*/ 48119 w 242814"/>
              <a:gd name="csY17" fmla="*/ 87713 h 177246"/>
              <a:gd name="csX18" fmla="*/ 48793 w 242814"/>
              <a:gd name="csY18" fmla="*/ 74811 h 177246"/>
              <a:gd name="csX19" fmla="*/ 86136 w 242814"/>
              <a:gd name="csY19" fmla="*/ 67241 h 177246"/>
              <a:gd name="csX20" fmla="*/ 120209 w 242814"/>
              <a:gd name="csY20" fmla="*/ 65939 h 177246"/>
              <a:gd name="csX21" fmla="*/ 134674 w 242814"/>
              <a:gd name="csY21" fmla="*/ 65364 h 177246"/>
              <a:gd name="csX22" fmla="*/ 136766 w 242814"/>
              <a:gd name="csY22" fmla="*/ 65472 h 177246"/>
              <a:gd name="csX23" fmla="*/ 140549 w 242814"/>
              <a:gd name="csY23" fmla="*/ 89742 h 177246"/>
              <a:gd name="csX24" fmla="*/ 141329 w 242814"/>
              <a:gd name="csY24" fmla="*/ 105791 h 177246"/>
              <a:gd name="csX25" fmla="*/ 140230 w 242814"/>
              <a:gd name="csY25" fmla="*/ 129973 h 177246"/>
              <a:gd name="csX26" fmla="*/ 129542 w 242814"/>
              <a:gd name="csY26" fmla="*/ 130804 h 177246"/>
              <a:gd name="csX27" fmla="*/ 129403 w 242814"/>
              <a:gd name="csY27" fmla="*/ 130804 h 177246"/>
              <a:gd name="csX28" fmla="*/ 96797 w 242814"/>
              <a:gd name="csY28" fmla="*/ 156750 h 177246"/>
              <a:gd name="csX29" fmla="*/ 115353 w 242814"/>
              <a:gd name="csY29" fmla="*/ 174493 h 177246"/>
              <a:gd name="csX30" fmla="*/ 135943 w 242814"/>
              <a:gd name="csY30" fmla="*/ 166144 h 177246"/>
              <a:gd name="csX31" fmla="*/ 147196 w 242814"/>
              <a:gd name="csY31" fmla="*/ 135496 h 177246"/>
              <a:gd name="csX32" fmla="*/ 144284 w 242814"/>
              <a:gd name="csY32" fmla="*/ 86349 h 177246"/>
              <a:gd name="csX33" fmla="*/ 144950 w 242814"/>
              <a:gd name="csY33" fmla="*/ 71969 h 177246"/>
              <a:gd name="csX34" fmla="*/ 159248 w 242814"/>
              <a:gd name="csY34" fmla="*/ 65175 h 177246"/>
              <a:gd name="csX35" fmla="*/ 199104 w 242814"/>
              <a:gd name="csY35" fmla="*/ 63790 h 177246"/>
              <a:gd name="csX36" fmla="*/ 224599 w 242814"/>
              <a:gd name="csY36" fmla="*/ 63206 h 177246"/>
              <a:gd name="csX37" fmla="*/ 237556 w 242814"/>
              <a:gd name="csY37" fmla="*/ 69615 h 177246"/>
              <a:gd name="csX38" fmla="*/ 238289 w 242814"/>
              <a:gd name="csY38" fmla="*/ 87339 h 177246"/>
              <a:gd name="csX39" fmla="*/ 239236 w 242814"/>
              <a:gd name="csY39" fmla="*/ 102800 h 177246"/>
              <a:gd name="csX40" fmla="*/ 238460 w 242814"/>
              <a:gd name="csY40" fmla="*/ 117573 h 177246"/>
              <a:gd name="csX41" fmla="*/ 236649 w 242814"/>
              <a:gd name="csY41" fmla="*/ 128469 h 177246"/>
              <a:gd name="csX42" fmla="*/ 229339 w 242814"/>
              <a:gd name="csY42" fmla="*/ 127917 h 177246"/>
              <a:gd name="csX43" fmla="*/ 226810 w 242814"/>
              <a:gd name="csY43" fmla="*/ 127810 h 177246"/>
              <a:gd name="csX44" fmla="*/ 192522 w 242814"/>
              <a:gd name="csY44" fmla="*/ 151676 h 177246"/>
              <a:gd name="csX45" fmla="*/ 205920 w 242814"/>
              <a:gd name="csY45" fmla="*/ 169118 h 177246"/>
              <a:gd name="csX46" fmla="*/ 211918 w 242814"/>
              <a:gd name="csY46" fmla="*/ 169910 h 177246"/>
              <a:gd name="csX47" fmla="*/ 241201 w 242814"/>
              <a:gd name="csY47" fmla="*/ 148521 h 177246"/>
              <a:gd name="csX48" fmla="*/ 241809 w 242814"/>
              <a:gd name="csY48" fmla="*/ 86207 h 177246"/>
              <a:gd name="csX49" fmla="*/ 241000 w 242814"/>
              <a:gd name="csY49" fmla="*/ 52207 h 177246"/>
              <a:gd name="csX50" fmla="*/ 234126 w 242814"/>
              <a:gd name="csY50" fmla="*/ 480 h 177246"/>
              <a:gd name="csX51" fmla="*/ 226135 w 242814"/>
              <a:gd name="csY51" fmla="*/ 5 h 17724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</a:cxnLst>
            <a:rect l="l" t="t" r="r" b="b"/>
            <a:pathLst>
              <a:path w="242814" h="177246">
                <a:moveTo>
                  <a:pt x="226139" y="0"/>
                </a:moveTo>
                <a:cubicBezTo>
                  <a:pt x="221860" y="0"/>
                  <a:pt x="216337" y="165"/>
                  <a:pt x="210658" y="501"/>
                </a:cubicBezTo>
                <a:cubicBezTo>
                  <a:pt x="199376" y="1167"/>
                  <a:pt x="179971" y="1898"/>
                  <a:pt x="167503" y="2235"/>
                </a:cubicBezTo>
                <a:cubicBezTo>
                  <a:pt x="123922" y="3218"/>
                  <a:pt x="97436" y="4094"/>
                  <a:pt x="73464" y="5881"/>
                </a:cubicBezTo>
                <a:cubicBezTo>
                  <a:pt x="63066" y="6477"/>
                  <a:pt x="53506" y="6915"/>
                  <a:pt x="49313" y="6915"/>
                </a:cubicBezTo>
                <a:cubicBezTo>
                  <a:pt x="48172" y="6915"/>
                  <a:pt x="47429" y="6882"/>
                  <a:pt x="47175" y="6812"/>
                </a:cubicBezTo>
                <a:cubicBezTo>
                  <a:pt x="46759" y="6696"/>
                  <a:pt x="46374" y="6632"/>
                  <a:pt x="46019" y="6632"/>
                </a:cubicBezTo>
                <a:cubicBezTo>
                  <a:pt x="42328" y="6632"/>
                  <a:pt x="41874" y="13624"/>
                  <a:pt x="42888" y="42984"/>
                </a:cubicBezTo>
                <a:cubicBezTo>
                  <a:pt x="45644" y="112988"/>
                  <a:pt x="45950" y="129961"/>
                  <a:pt x="45284" y="132308"/>
                </a:cubicBezTo>
                <a:cubicBezTo>
                  <a:pt x="44904" y="133648"/>
                  <a:pt x="42200" y="134545"/>
                  <a:pt x="39099" y="134545"/>
                </a:cubicBezTo>
                <a:cubicBezTo>
                  <a:pt x="39030" y="134545"/>
                  <a:pt x="38960" y="134544"/>
                  <a:pt x="38891" y="134543"/>
                </a:cubicBezTo>
                <a:cubicBezTo>
                  <a:pt x="37982" y="134489"/>
                  <a:pt x="37077" y="134462"/>
                  <a:pt x="36176" y="134462"/>
                </a:cubicBezTo>
                <a:cubicBezTo>
                  <a:pt x="24600" y="134462"/>
                  <a:pt x="13775" y="138900"/>
                  <a:pt x="6194" y="146782"/>
                </a:cubicBezTo>
                <a:cubicBezTo>
                  <a:pt x="328" y="153174"/>
                  <a:pt x="-702" y="156054"/>
                  <a:pt x="377" y="163531"/>
                </a:cubicBezTo>
                <a:cubicBezTo>
                  <a:pt x="1567" y="170616"/>
                  <a:pt x="8929" y="176249"/>
                  <a:pt x="18469" y="177211"/>
                </a:cubicBezTo>
                <a:cubicBezTo>
                  <a:pt x="18828" y="177235"/>
                  <a:pt x="19193" y="177247"/>
                  <a:pt x="19561" y="177247"/>
                </a:cubicBezTo>
                <a:cubicBezTo>
                  <a:pt x="28422" y="177247"/>
                  <a:pt x="39742" y="170404"/>
                  <a:pt x="45953" y="160782"/>
                </a:cubicBezTo>
                <a:cubicBezTo>
                  <a:pt x="50546" y="153614"/>
                  <a:pt x="50678" y="145627"/>
                  <a:pt x="48119" y="87713"/>
                </a:cubicBezTo>
                <a:cubicBezTo>
                  <a:pt x="47815" y="82773"/>
                  <a:pt x="48182" y="76965"/>
                  <a:pt x="48793" y="74811"/>
                </a:cubicBezTo>
                <a:cubicBezTo>
                  <a:pt x="50180" y="69919"/>
                  <a:pt x="60552" y="67945"/>
                  <a:pt x="86136" y="67241"/>
                </a:cubicBezTo>
                <a:cubicBezTo>
                  <a:pt x="96856" y="67051"/>
                  <a:pt x="112172" y="66451"/>
                  <a:pt x="120209" y="65939"/>
                </a:cubicBezTo>
                <a:cubicBezTo>
                  <a:pt x="126213" y="65606"/>
                  <a:pt x="131738" y="65364"/>
                  <a:pt x="134674" y="65364"/>
                </a:cubicBezTo>
                <a:cubicBezTo>
                  <a:pt x="135765" y="65364"/>
                  <a:pt x="136499" y="65397"/>
                  <a:pt x="136766" y="65472"/>
                </a:cubicBezTo>
                <a:cubicBezTo>
                  <a:pt x="139139" y="66130"/>
                  <a:pt x="140943" y="77819"/>
                  <a:pt x="140549" y="89742"/>
                </a:cubicBezTo>
                <a:cubicBezTo>
                  <a:pt x="140545" y="95018"/>
                  <a:pt x="140889" y="102080"/>
                  <a:pt x="141329" y="105791"/>
                </a:cubicBezTo>
                <a:cubicBezTo>
                  <a:pt x="142929" y="115945"/>
                  <a:pt x="142201" y="129041"/>
                  <a:pt x="140230" y="129973"/>
                </a:cubicBezTo>
                <a:cubicBezTo>
                  <a:pt x="139274" y="130340"/>
                  <a:pt x="134479" y="130697"/>
                  <a:pt x="129542" y="130804"/>
                </a:cubicBezTo>
                <a:cubicBezTo>
                  <a:pt x="129496" y="130804"/>
                  <a:pt x="129449" y="130804"/>
                  <a:pt x="129403" y="130804"/>
                </a:cubicBezTo>
                <a:cubicBezTo>
                  <a:pt x="111782" y="130804"/>
                  <a:pt x="98274" y="141791"/>
                  <a:pt x="96797" y="156750"/>
                </a:cubicBezTo>
                <a:cubicBezTo>
                  <a:pt x="95832" y="167973"/>
                  <a:pt x="104661" y="174493"/>
                  <a:pt x="115353" y="174493"/>
                </a:cubicBezTo>
                <a:cubicBezTo>
                  <a:pt x="122142" y="174493"/>
                  <a:pt x="129682" y="171865"/>
                  <a:pt x="135943" y="166144"/>
                </a:cubicBezTo>
                <a:cubicBezTo>
                  <a:pt x="145156" y="157726"/>
                  <a:pt x="147717" y="150205"/>
                  <a:pt x="147196" y="135496"/>
                </a:cubicBezTo>
                <a:cubicBezTo>
                  <a:pt x="146387" y="113529"/>
                  <a:pt x="145141" y="94608"/>
                  <a:pt x="144284" y="86349"/>
                </a:cubicBezTo>
                <a:cubicBezTo>
                  <a:pt x="143812" y="81996"/>
                  <a:pt x="144149" y="75545"/>
                  <a:pt x="144950" y="71969"/>
                </a:cubicBezTo>
                <a:cubicBezTo>
                  <a:pt x="146275" y="65792"/>
                  <a:pt x="146781" y="65511"/>
                  <a:pt x="159248" y="65175"/>
                </a:cubicBezTo>
                <a:cubicBezTo>
                  <a:pt x="166385" y="64834"/>
                  <a:pt x="184240" y="64305"/>
                  <a:pt x="199104" y="63790"/>
                </a:cubicBezTo>
                <a:cubicBezTo>
                  <a:pt x="210892" y="63459"/>
                  <a:pt x="219002" y="63206"/>
                  <a:pt x="224599" y="63206"/>
                </a:cubicBezTo>
                <a:cubicBezTo>
                  <a:pt x="237688" y="63206"/>
                  <a:pt x="237038" y="64591"/>
                  <a:pt x="237556" y="69615"/>
                </a:cubicBezTo>
                <a:cubicBezTo>
                  <a:pt x="237910" y="72879"/>
                  <a:pt x="238174" y="80973"/>
                  <a:pt x="238289" y="87339"/>
                </a:cubicBezTo>
                <a:cubicBezTo>
                  <a:pt x="238404" y="93704"/>
                  <a:pt x="238747" y="100765"/>
                  <a:pt x="239236" y="102800"/>
                </a:cubicBezTo>
                <a:cubicBezTo>
                  <a:pt x="239868" y="105087"/>
                  <a:pt x="239476" y="111733"/>
                  <a:pt x="238460" y="117573"/>
                </a:cubicBezTo>
                <a:lnTo>
                  <a:pt x="236649" y="128469"/>
                </a:lnTo>
                <a:lnTo>
                  <a:pt x="229339" y="127917"/>
                </a:lnTo>
                <a:cubicBezTo>
                  <a:pt x="228505" y="127845"/>
                  <a:pt x="227661" y="127810"/>
                  <a:pt x="226810" y="127810"/>
                </a:cubicBezTo>
                <a:cubicBezTo>
                  <a:pt x="210902" y="127810"/>
                  <a:pt x="192815" y="139935"/>
                  <a:pt x="192522" y="151676"/>
                </a:cubicBezTo>
                <a:cubicBezTo>
                  <a:pt x="192218" y="158769"/>
                  <a:pt x="198802" y="167141"/>
                  <a:pt x="205920" y="169118"/>
                </a:cubicBezTo>
                <a:cubicBezTo>
                  <a:pt x="207856" y="169656"/>
                  <a:pt x="209872" y="169910"/>
                  <a:pt x="211918" y="169910"/>
                </a:cubicBezTo>
                <a:cubicBezTo>
                  <a:pt x="224295" y="169910"/>
                  <a:pt x="237772" y="160611"/>
                  <a:pt x="241201" y="148521"/>
                </a:cubicBezTo>
                <a:cubicBezTo>
                  <a:pt x="243143" y="141672"/>
                  <a:pt x="243316" y="118501"/>
                  <a:pt x="241809" y="86207"/>
                </a:cubicBezTo>
                <a:cubicBezTo>
                  <a:pt x="241497" y="79788"/>
                  <a:pt x="241143" y="64491"/>
                  <a:pt x="241000" y="52207"/>
                </a:cubicBezTo>
                <a:cubicBezTo>
                  <a:pt x="240208" y="15891"/>
                  <a:pt x="238366" y="2080"/>
                  <a:pt x="234126" y="480"/>
                </a:cubicBezTo>
                <a:cubicBezTo>
                  <a:pt x="233368" y="165"/>
                  <a:pt x="230357" y="5"/>
                  <a:pt x="226135" y="5"/>
                </a:cubicBezTo>
                <a:close/>
              </a:path>
            </a:pathLst>
          </a:custGeom>
          <a:solidFill>
            <a:srgbClr val="000000"/>
          </a:solidFill>
          <a:ln w="7382" cap="flat">
            <a:noFill/>
            <a:prstDash val="solid"/>
            <a:miter/>
          </a:ln>
        </p:spPr>
        <p:txBody>
          <a:bodyPr/>
          <a:lstStyle/>
          <a:p>
            <a:endParaRPr lang="en-AU"/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59FF2EDE-57F9-08A2-737E-20665727D3C6}"/>
              </a:ext>
            </a:extLst>
          </p:cNvPr>
          <p:cNvSpPr/>
          <p:nvPr/>
        </p:nvSpPr>
        <p:spPr>
          <a:xfrm flipH="1">
            <a:off x="1886582" y="2191270"/>
            <a:ext cx="296820" cy="457503"/>
          </a:xfrm>
          <a:custGeom>
            <a:avLst/>
            <a:gdLst>
              <a:gd name="csX0" fmla="*/ 202241 w 296820"/>
              <a:gd name="csY0" fmla="*/ 6 h 457503"/>
              <a:gd name="csX1" fmla="*/ 197855 w 296820"/>
              <a:gd name="csY1" fmla="*/ 1540 h 457503"/>
              <a:gd name="csX2" fmla="*/ 195691 w 296820"/>
              <a:gd name="csY2" fmla="*/ 9171 h 457503"/>
              <a:gd name="csX3" fmla="*/ 176773 w 296820"/>
              <a:gd name="csY3" fmla="*/ 125505 h 457503"/>
              <a:gd name="csX4" fmla="*/ 171372 w 296820"/>
              <a:gd name="csY4" fmla="*/ 158835 h 457503"/>
              <a:gd name="csX5" fmla="*/ 166367 w 296820"/>
              <a:gd name="csY5" fmla="*/ 192274 h 457503"/>
              <a:gd name="csX6" fmla="*/ 152823 w 296820"/>
              <a:gd name="csY6" fmla="*/ 281392 h 457503"/>
              <a:gd name="csX7" fmla="*/ 141873 w 296820"/>
              <a:gd name="csY7" fmla="*/ 346322 h 457503"/>
              <a:gd name="csX8" fmla="*/ 139819 w 296820"/>
              <a:gd name="csY8" fmla="*/ 353562 h 457503"/>
              <a:gd name="csX9" fmla="*/ 120576 w 296820"/>
              <a:gd name="csY9" fmla="*/ 346951 h 457503"/>
              <a:gd name="csX10" fmla="*/ 88225 w 296820"/>
              <a:gd name="csY10" fmla="*/ 340223 h 457503"/>
              <a:gd name="csX11" fmla="*/ 66136 w 296820"/>
              <a:gd name="csY11" fmla="*/ 342597 h 457503"/>
              <a:gd name="csX12" fmla="*/ 6185 w 296820"/>
              <a:gd name="csY12" fmla="*/ 432123 h 457503"/>
              <a:gd name="csX13" fmla="*/ 55143 w 296820"/>
              <a:gd name="csY13" fmla="*/ 457503 h 457503"/>
              <a:gd name="csX14" fmla="*/ 74174 w 296820"/>
              <a:gd name="csY14" fmla="*/ 455649 h 457503"/>
              <a:gd name="csX15" fmla="*/ 130424 w 296820"/>
              <a:gd name="csY15" fmla="*/ 425044 h 457503"/>
              <a:gd name="csX16" fmla="*/ 147216 w 296820"/>
              <a:gd name="csY16" fmla="*/ 390656 h 457503"/>
              <a:gd name="csX17" fmla="*/ 169526 w 296820"/>
              <a:gd name="csY17" fmla="*/ 263861 h 457503"/>
              <a:gd name="csX18" fmla="*/ 175919 w 296820"/>
              <a:gd name="csY18" fmla="*/ 225530 h 457503"/>
              <a:gd name="csX19" fmla="*/ 179390 w 296820"/>
              <a:gd name="csY19" fmla="*/ 202008 h 457503"/>
              <a:gd name="csX20" fmla="*/ 184328 w 296820"/>
              <a:gd name="csY20" fmla="*/ 198684 h 457503"/>
              <a:gd name="csX21" fmla="*/ 195157 w 296820"/>
              <a:gd name="csY21" fmla="*/ 201321 h 457503"/>
              <a:gd name="csX22" fmla="*/ 257665 w 296820"/>
              <a:gd name="csY22" fmla="*/ 259211 h 457503"/>
              <a:gd name="csX23" fmla="*/ 251729 w 296820"/>
              <a:gd name="csY23" fmla="*/ 376407 h 457503"/>
              <a:gd name="csX24" fmla="*/ 245978 w 296820"/>
              <a:gd name="csY24" fmla="*/ 389163 h 457503"/>
              <a:gd name="csX25" fmla="*/ 246077 w 296820"/>
              <a:gd name="csY25" fmla="*/ 389218 h 457503"/>
              <a:gd name="csX26" fmla="*/ 254446 w 296820"/>
              <a:gd name="csY26" fmla="*/ 384126 h 457503"/>
              <a:gd name="csX27" fmla="*/ 289712 w 296820"/>
              <a:gd name="csY27" fmla="*/ 259034 h 457503"/>
              <a:gd name="csX28" fmla="*/ 291737 w 296820"/>
              <a:gd name="csY28" fmla="*/ 221812 h 457503"/>
              <a:gd name="csX29" fmla="*/ 289650 w 296820"/>
              <a:gd name="csY29" fmla="*/ 144184 h 457503"/>
              <a:gd name="csX30" fmla="*/ 250183 w 296820"/>
              <a:gd name="csY30" fmla="*/ 78762 h 457503"/>
              <a:gd name="csX31" fmla="*/ 212231 w 296820"/>
              <a:gd name="csY31" fmla="*/ 11015 h 457503"/>
              <a:gd name="csX32" fmla="*/ 205213 w 296820"/>
              <a:gd name="csY32" fmla="*/ 412 h 457503"/>
              <a:gd name="csX33" fmla="*/ 202241 w 296820"/>
              <a:gd name="csY33" fmla="*/ 0 h 4575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</a:cxnLst>
            <a:rect l="l" t="t" r="r" b="b"/>
            <a:pathLst>
              <a:path w="296820" h="457503">
                <a:moveTo>
                  <a:pt x="202241" y="6"/>
                </a:moveTo>
                <a:cubicBezTo>
                  <a:pt x="200243" y="6"/>
                  <a:pt x="198559" y="588"/>
                  <a:pt x="197855" y="1540"/>
                </a:cubicBezTo>
                <a:cubicBezTo>
                  <a:pt x="196619" y="2886"/>
                  <a:pt x="195818" y="6463"/>
                  <a:pt x="195691" y="9171"/>
                </a:cubicBezTo>
                <a:cubicBezTo>
                  <a:pt x="195599" y="14000"/>
                  <a:pt x="184084" y="84684"/>
                  <a:pt x="176773" y="125505"/>
                </a:cubicBezTo>
                <a:cubicBezTo>
                  <a:pt x="174875" y="135955"/>
                  <a:pt x="172548" y="150929"/>
                  <a:pt x="171372" y="158835"/>
                </a:cubicBezTo>
                <a:cubicBezTo>
                  <a:pt x="170450" y="166601"/>
                  <a:pt x="168067" y="181771"/>
                  <a:pt x="166367" y="192274"/>
                </a:cubicBezTo>
                <a:cubicBezTo>
                  <a:pt x="162610" y="215295"/>
                  <a:pt x="157002" y="252367"/>
                  <a:pt x="152823" y="281392"/>
                </a:cubicBezTo>
                <a:cubicBezTo>
                  <a:pt x="148515" y="313126"/>
                  <a:pt x="144204" y="338104"/>
                  <a:pt x="141873" y="346322"/>
                </a:cubicBezTo>
                <a:lnTo>
                  <a:pt x="139819" y="353562"/>
                </a:lnTo>
                <a:lnTo>
                  <a:pt x="120576" y="346951"/>
                </a:lnTo>
                <a:cubicBezTo>
                  <a:pt x="107117" y="342307"/>
                  <a:pt x="98304" y="340223"/>
                  <a:pt x="88225" y="340223"/>
                </a:cubicBezTo>
                <a:cubicBezTo>
                  <a:pt x="81862" y="340223"/>
                  <a:pt x="74995" y="341054"/>
                  <a:pt x="66136" y="342597"/>
                </a:cubicBezTo>
                <a:cubicBezTo>
                  <a:pt x="17652" y="351083"/>
                  <a:pt x="-14006" y="398019"/>
                  <a:pt x="6185" y="432123"/>
                </a:cubicBezTo>
                <a:cubicBezTo>
                  <a:pt x="15935" y="448835"/>
                  <a:pt x="32755" y="457503"/>
                  <a:pt x="55143" y="457503"/>
                </a:cubicBezTo>
                <a:cubicBezTo>
                  <a:pt x="61101" y="457503"/>
                  <a:pt x="67455" y="456890"/>
                  <a:pt x="74174" y="455649"/>
                </a:cubicBezTo>
                <a:cubicBezTo>
                  <a:pt x="93060" y="452240"/>
                  <a:pt x="117061" y="439064"/>
                  <a:pt x="130424" y="425044"/>
                </a:cubicBezTo>
                <a:cubicBezTo>
                  <a:pt x="140501" y="414333"/>
                  <a:pt x="140865" y="413800"/>
                  <a:pt x="147216" y="390656"/>
                </a:cubicBezTo>
                <a:cubicBezTo>
                  <a:pt x="152734" y="370446"/>
                  <a:pt x="157514" y="343066"/>
                  <a:pt x="169526" y="263861"/>
                </a:cubicBezTo>
                <a:cubicBezTo>
                  <a:pt x="170980" y="254976"/>
                  <a:pt x="173775" y="237599"/>
                  <a:pt x="175919" y="225530"/>
                </a:cubicBezTo>
                <a:cubicBezTo>
                  <a:pt x="178118" y="213263"/>
                  <a:pt x="179619" y="202704"/>
                  <a:pt x="179390" y="202008"/>
                </a:cubicBezTo>
                <a:cubicBezTo>
                  <a:pt x="178764" y="199810"/>
                  <a:pt x="180920" y="198684"/>
                  <a:pt x="184328" y="198684"/>
                </a:cubicBezTo>
                <a:cubicBezTo>
                  <a:pt x="187318" y="198684"/>
                  <a:pt x="191273" y="199551"/>
                  <a:pt x="195157" y="201321"/>
                </a:cubicBezTo>
                <a:cubicBezTo>
                  <a:pt x="221336" y="212813"/>
                  <a:pt x="247687" y="237230"/>
                  <a:pt x="257665" y="259211"/>
                </a:cubicBezTo>
                <a:cubicBezTo>
                  <a:pt x="272573" y="291637"/>
                  <a:pt x="269962" y="342208"/>
                  <a:pt x="251729" y="376407"/>
                </a:cubicBezTo>
                <a:cubicBezTo>
                  <a:pt x="248348" y="383066"/>
                  <a:pt x="245694" y="388661"/>
                  <a:pt x="245978" y="389163"/>
                </a:cubicBezTo>
                <a:cubicBezTo>
                  <a:pt x="245986" y="389200"/>
                  <a:pt x="246019" y="389218"/>
                  <a:pt x="246077" y="389218"/>
                </a:cubicBezTo>
                <a:cubicBezTo>
                  <a:pt x="246712" y="389218"/>
                  <a:pt x="250296" y="387037"/>
                  <a:pt x="254446" y="384126"/>
                </a:cubicBezTo>
                <a:cubicBezTo>
                  <a:pt x="282590" y="363868"/>
                  <a:pt x="300374" y="300414"/>
                  <a:pt x="289712" y="259034"/>
                </a:cubicBezTo>
                <a:cubicBezTo>
                  <a:pt x="286295" y="246263"/>
                  <a:pt x="286399" y="244393"/>
                  <a:pt x="291737" y="221812"/>
                </a:cubicBezTo>
                <a:cubicBezTo>
                  <a:pt x="299011" y="190902"/>
                  <a:pt x="298618" y="173484"/>
                  <a:pt x="289650" y="144184"/>
                </a:cubicBezTo>
                <a:cubicBezTo>
                  <a:pt x="284519" y="126927"/>
                  <a:pt x="278236" y="116739"/>
                  <a:pt x="250183" y="78762"/>
                </a:cubicBezTo>
                <a:cubicBezTo>
                  <a:pt x="227555" y="47991"/>
                  <a:pt x="214381" y="24489"/>
                  <a:pt x="212231" y="11015"/>
                </a:cubicBezTo>
                <a:cubicBezTo>
                  <a:pt x="210898" y="3679"/>
                  <a:pt x="209761" y="1675"/>
                  <a:pt x="205213" y="412"/>
                </a:cubicBezTo>
                <a:cubicBezTo>
                  <a:pt x="204198" y="130"/>
                  <a:pt x="203185" y="0"/>
                  <a:pt x="202241" y="0"/>
                </a:cubicBezTo>
                <a:close/>
              </a:path>
            </a:pathLst>
          </a:custGeom>
          <a:solidFill>
            <a:srgbClr val="000000"/>
          </a:solidFill>
          <a:ln w="7382" cap="flat">
            <a:noFill/>
            <a:prstDash val="solid"/>
            <a:miter/>
          </a:ln>
        </p:spPr>
        <p:txBody>
          <a:bodyPr/>
          <a:lstStyle/>
          <a:p>
            <a:endParaRPr lang="en-AU"/>
          </a:p>
        </p:txBody>
      </p:sp>
      <p:sp>
        <p:nvSpPr>
          <p:cNvPr id="38" name="Freeform: Shape 37">
            <a:extLst>
              <a:ext uri="{FF2B5EF4-FFF2-40B4-BE49-F238E27FC236}">
                <a16:creationId xmlns:a16="http://schemas.microsoft.com/office/drawing/2014/main" id="{9DCABA6E-9176-E776-7C4E-002EE50A5E3C}"/>
              </a:ext>
            </a:extLst>
          </p:cNvPr>
          <p:cNvSpPr/>
          <p:nvPr/>
        </p:nvSpPr>
        <p:spPr>
          <a:xfrm flipH="1">
            <a:off x="1573066" y="2492675"/>
            <a:ext cx="104992" cy="300274"/>
          </a:xfrm>
          <a:custGeom>
            <a:avLst/>
            <a:gdLst>
              <a:gd name="csX0" fmla="*/ 68561 w 104992"/>
              <a:gd name="csY0" fmla="*/ 0 h 300274"/>
              <a:gd name="csX1" fmla="*/ 63052 w 104992"/>
              <a:gd name="csY1" fmla="*/ 1824 h 300274"/>
              <a:gd name="csX2" fmla="*/ 48428 w 104992"/>
              <a:gd name="csY2" fmla="*/ 23305 h 300274"/>
              <a:gd name="csX3" fmla="*/ 44641 w 104992"/>
              <a:gd name="csY3" fmla="*/ 69747 h 300274"/>
              <a:gd name="csX4" fmla="*/ 45585 w 104992"/>
              <a:gd name="csY4" fmla="*/ 90486 h 300274"/>
              <a:gd name="csX5" fmla="*/ 38928 w 104992"/>
              <a:gd name="csY5" fmla="*/ 96659 h 300274"/>
              <a:gd name="csX6" fmla="*/ 2765 w 104992"/>
              <a:gd name="csY6" fmla="*/ 187304 h 300274"/>
              <a:gd name="csX7" fmla="*/ 57946 w 104992"/>
              <a:gd name="csY7" fmla="*/ 228894 h 300274"/>
              <a:gd name="csX8" fmla="*/ 60963 w 104992"/>
              <a:gd name="csY8" fmla="*/ 228800 h 300274"/>
              <a:gd name="csX9" fmla="*/ 63953 w 104992"/>
              <a:gd name="csY9" fmla="*/ 228709 h 300274"/>
              <a:gd name="csX10" fmla="*/ 71548 w 104992"/>
              <a:gd name="csY10" fmla="*/ 229840 h 300274"/>
              <a:gd name="csX11" fmla="*/ 75362 w 104992"/>
              <a:gd name="csY11" fmla="*/ 278816 h 300274"/>
              <a:gd name="csX12" fmla="*/ 63636 w 104992"/>
              <a:gd name="csY12" fmla="*/ 293080 h 300274"/>
              <a:gd name="csX13" fmla="*/ 51809 w 104992"/>
              <a:gd name="csY13" fmla="*/ 296464 h 300274"/>
              <a:gd name="csX14" fmla="*/ 48303 w 104992"/>
              <a:gd name="csY14" fmla="*/ 295999 h 300274"/>
              <a:gd name="csX15" fmla="*/ 48934 w 104992"/>
              <a:gd name="csY15" fmla="*/ 286253 h 300274"/>
              <a:gd name="csX16" fmla="*/ 54744 w 104992"/>
              <a:gd name="csY16" fmla="*/ 268024 h 300274"/>
              <a:gd name="csX17" fmla="*/ 40715 w 104992"/>
              <a:gd name="csY17" fmla="*/ 256482 h 300274"/>
              <a:gd name="csX18" fmla="*/ 28365 w 104992"/>
              <a:gd name="csY18" fmla="*/ 261753 h 300274"/>
              <a:gd name="csX19" fmla="*/ 25292 w 104992"/>
              <a:gd name="csY19" fmla="*/ 280109 h 300274"/>
              <a:gd name="csX20" fmla="*/ 46205 w 104992"/>
              <a:gd name="csY20" fmla="*/ 299638 h 300274"/>
              <a:gd name="csX21" fmla="*/ 51510 w 104992"/>
              <a:gd name="csY21" fmla="*/ 300274 h 300274"/>
              <a:gd name="csX22" fmla="*/ 74943 w 104992"/>
              <a:gd name="csY22" fmla="*/ 291576 h 300274"/>
              <a:gd name="csX23" fmla="*/ 79315 w 104992"/>
              <a:gd name="csY23" fmla="*/ 243817 h 300274"/>
              <a:gd name="csX24" fmla="*/ 77837 w 104992"/>
              <a:gd name="csY24" fmla="*/ 229475 h 300274"/>
              <a:gd name="csX25" fmla="*/ 88112 w 104992"/>
              <a:gd name="csY25" fmla="*/ 218819 h 300274"/>
              <a:gd name="csX26" fmla="*/ 98116 w 104992"/>
              <a:gd name="csY26" fmla="*/ 162493 h 300274"/>
              <a:gd name="csX27" fmla="*/ 70383 w 104992"/>
              <a:gd name="csY27" fmla="*/ 144447 h 300274"/>
              <a:gd name="csX28" fmla="*/ 58137 w 104992"/>
              <a:gd name="csY28" fmla="*/ 131968 h 300274"/>
              <a:gd name="csX29" fmla="*/ 63281 w 104992"/>
              <a:gd name="csY29" fmla="*/ 104055 h 300274"/>
              <a:gd name="csX30" fmla="*/ 87177 w 104992"/>
              <a:gd name="csY30" fmla="*/ 44622 h 300274"/>
              <a:gd name="csX31" fmla="*/ 68559 w 104992"/>
              <a:gd name="csY31" fmla="*/ 0 h 30027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</a:cxnLst>
            <a:rect l="l" t="t" r="r" b="b"/>
            <a:pathLst>
              <a:path w="104992" h="300274">
                <a:moveTo>
                  <a:pt x="68561" y="0"/>
                </a:moveTo>
                <a:cubicBezTo>
                  <a:pt x="66786" y="0"/>
                  <a:pt x="64941" y="594"/>
                  <a:pt x="63052" y="1824"/>
                </a:cubicBezTo>
                <a:cubicBezTo>
                  <a:pt x="55431" y="6885"/>
                  <a:pt x="51789" y="12206"/>
                  <a:pt x="48428" y="23305"/>
                </a:cubicBezTo>
                <a:cubicBezTo>
                  <a:pt x="44234" y="37338"/>
                  <a:pt x="43700" y="43734"/>
                  <a:pt x="44641" y="69747"/>
                </a:cubicBezTo>
                <a:lnTo>
                  <a:pt x="45585" y="90486"/>
                </a:lnTo>
                <a:lnTo>
                  <a:pt x="38928" y="96659"/>
                </a:lnTo>
                <a:cubicBezTo>
                  <a:pt x="6823" y="126370"/>
                  <a:pt x="-6196" y="159485"/>
                  <a:pt x="2765" y="187304"/>
                </a:cubicBezTo>
                <a:cubicBezTo>
                  <a:pt x="10673" y="211372"/>
                  <a:pt x="34183" y="228894"/>
                  <a:pt x="57946" y="228894"/>
                </a:cubicBezTo>
                <a:cubicBezTo>
                  <a:pt x="58951" y="228894"/>
                  <a:pt x="59957" y="228863"/>
                  <a:pt x="60963" y="228800"/>
                </a:cubicBezTo>
                <a:cubicBezTo>
                  <a:pt x="61980" y="228738"/>
                  <a:pt x="62987" y="228709"/>
                  <a:pt x="63953" y="228709"/>
                </a:cubicBezTo>
                <a:cubicBezTo>
                  <a:pt x="67734" y="228709"/>
                  <a:pt x="70892" y="229154"/>
                  <a:pt x="71548" y="229840"/>
                </a:cubicBezTo>
                <a:cubicBezTo>
                  <a:pt x="76141" y="234704"/>
                  <a:pt x="78660" y="266434"/>
                  <a:pt x="75362" y="278816"/>
                </a:cubicBezTo>
                <a:cubicBezTo>
                  <a:pt x="73117" y="287481"/>
                  <a:pt x="71883" y="288826"/>
                  <a:pt x="63636" y="293080"/>
                </a:cubicBezTo>
                <a:cubicBezTo>
                  <a:pt x="58946" y="295326"/>
                  <a:pt x="55140" y="296464"/>
                  <a:pt x="51809" y="296464"/>
                </a:cubicBezTo>
                <a:cubicBezTo>
                  <a:pt x="50583" y="296464"/>
                  <a:pt x="49421" y="296309"/>
                  <a:pt x="48303" y="295999"/>
                </a:cubicBezTo>
                <a:cubicBezTo>
                  <a:pt x="41382" y="294077"/>
                  <a:pt x="41455" y="291564"/>
                  <a:pt x="48934" y="286253"/>
                </a:cubicBezTo>
                <a:cubicBezTo>
                  <a:pt x="55654" y="281364"/>
                  <a:pt x="56986" y="276668"/>
                  <a:pt x="54744" y="268024"/>
                </a:cubicBezTo>
                <a:cubicBezTo>
                  <a:pt x="52722" y="260542"/>
                  <a:pt x="47055" y="256482"/>
                  <a:pt x="40715" y="256482"/>
                </a:cubicBezTo>
                <a:cubicBezTo>
                  <a:pt x="36612" y="256482"/>
                  <a:pt x="32228" y="258182"/>
                  <a:pt x="28365" y="261753"/>
                </a:cubicBezTo>
                <a:cubicBezTo>
                  <a:pt x="20584" y="268880"/>
                  <a:pt x="20307" y="269859"/>
                  <a:pt x="25292" y="280109"/>
                </a:cubicBezTo>
                <a:cubicBezTo>
                  <a:pt x="30705" y="291112"/>
                  <a:pt x="37108" y="297111"/>
                  <a:pt x="46205" y="299638"/>
                </a:cubicBezTo>
                <a:cubicBezTo>
                  <a:pt x="47769" y="300073"/>
                  <a:pt x="49575" y="300274"/>
                  <a:pt x="51510" y="300274"/>
                </a:cubicBezTo>
                <a:cubicBezTo>
                  <a:pt x="59845" y="300274"/>
                  <a:pt x="70592" y="296535"/>
                  <a:pt x="74943" y="291576"/>
                </a:cubicBezTo>
                <a:cubicBezTo>
                  <a:pt x="82265" y="283056"/>
                  <a:pt x="83850" y="266186"/>
                  <a:pt x="79315" y="243817"/>
                </a:cubicBezTo>
                <a:cubicBezTo>
                  <a:pt x="78101" y="237570"/>
                  <a:pt x="77392" y="231041"/>
                  <a:pt x="77837" y="229475"/>
                </a:cubicBezTo>
                <a:cubicBezTo>
                  <a:pt x="78280" y="227910"/>
                  <a:pt x="82857" y="223059"/>
                  <a:pt x="88112" y="218819"/>
                </a:cubicBezTo>
                <a:cubicBezTo>
                  <a:pt x="106096" y="203549"/>
                  <a:pt x="110169" y="181671"/>
                  <a:pt x="98116" y="162493"/>
                </a:cubicBezTo>
                <a:cubicBezTo>
                  <a:pt x="91066" y="151246"/>
                  <a:pt x="82946" y="146036"/>
                  <a:pt x="70383" y="144447"/>
                </a:cubicBezTo>
                <a:cubicBezTo>
                  <a:pt x="61293" y="143399"/>
                  <a:pt x="59934" y="142177"/>
                  <a:pt x="58137" y="131968"/>
                </a:cubicBezTo>
                <a:cubicBezTo>
                  <a:pt x="54983" y="115262"/>
                  <a:pt x="55284" y="113445"/>
                  <a:pt x="63281" y="104055"/>
                </a:cubicBezTo>
                <a:cubicBezTo>
                  <a:pt x="81996" y="82445"/>
                  <a:pt x="88493" y="66307"/>
                  <a:pt x="87177" y="44622"/>
                </a:cubicBezTo>
                <a:cubicBezTo>
                  <a:pt x="85621" y="17137"/>
                  <a:pt x="78097" y="0"/>
                  <a:pt x="68559" y="0"/>
                </a:cubicBezTo>
                <a:close/>
              </a:path>
            </a:pathLst>
          </a:custGeom>
          <a:solidFill>
            <a:srgbClr val="000000"/>
          </a:solidFill>
          <a:ln w="7382" cap="flat">
            <a:noFill/>
            <a:prstDash val="solid"/>
            <a:miter/>
          </a:ln>
        </p:spPr>
        <p:txBody>
          <a:bodyPr/>
          <a:lstStyle/>
          <a:p>
            <a:endParaRPr lang="en-AU"/>
          </a:p>
        </p:txBody>
      </p:sp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99CC1073-6C48-26E8-4890-B7F2F3099C87}"/>
              </a:ext>
            </a:extLst>
          </p:cNvPr>
          <p:cNvSpPr/>
          <p:nvPr/>
        </p:nvSpPr>
        <p:spPr>
          <a:xfrm flipH="1">
            <a:off x="1744272" y="2650296"/>
            <a:ext cx="282882" cy="201644"/>
          </a:xfrm>
          <a:custGeom>
            <a:avLst/>
            <a:gdLst>
              <a:gd name="csX0" fmla="*/ 134365 w 282882"/>
              <a:gd name="csY0" fmla="*/ 1 h 201644"/>
              <a:gd name="csX1" fmla="*/ 114730 w 282882"/>
              <a:gd name="csY1" fmla="*/ 17081 h 201644"/>
              <a:gd name="csX2" fmla="*/ 50545 w 282882"/>
              <a:gd name="csY2" fmla="*/ 80074 h 201644"/>
              <a:gd name="csX3" fmla="*/ 50367 w 282882"/>
              <a:gd name="csY3" fmla="*/ 80052 h 201644"/>
              <a:gd name="csX4" fmla="*/ 42579 w 282882"/>
              <a:gd name="csY4" fmla="*/ 73667 h 201644"/>
              <a:gd name="csX5" fmla="*/ 27276 w 282882"/>
              <a:gd name="csY5" fmla="*/ 65195 h 201644"/>
              <a:gd name="csX6" fmla="*/ 18038 w 282882"/>
              <a:gd name="csY6" fmla="*/ 63463 h 201644"/>
              <a:gd name="csX7" fmla="*/ 9254 w 282882"/>
              <a:gd name="csY7" fmla="*/ 66311 h 201644"/>
              <a:gd name="csX8" fmla="*/ 26807 w 282882"/>
              <a:gd name="csY8" fmla="*/ 99405 h 201644"/>
              <a:gd name="csX9" fmla="*/ 28679 w 282882"/>
              <a:gd name="csY9" fmla="*/ 99360 h 201644"/>
              <a:gd name="csX10" fmla="*/ 60345 w 282882"/>
              <a:gd name="csY10" fmla="*/ 77970 h 201644"/>
              <a:gd name="csX11" fmla="*/ 76771 w 282882"/>
              <a:gd name="csY11" fmla="*/ 61422 h 201644"/>
              <a:gd name="csX12" fmla="*/ 91963 w 282882"/>
              <a:gd name="csY12" fmla="*/ 46222 h 201644"/>
              <a:gd name="csX13" fmla="*/ 107991 w 282882"/>
              <a:gd name="csY13" fmla="*/ 29565 h 201644"/>
              <a:gd name="csX14" fmla="*/ 119611 w 282882"/>
              <a:gd name="csY14" fmla="*/ 20776 h 201644"/>
              <a:gd name="csX15" fmla="*/ 134058 w 282882"/>
              <a:gd name="csY15" fmla="*/ 29416 h 201644"/>
              <a:gd name="csX16" fmla="*/ 160610 w 282882"/>
              <a:gd name="csY16" fmla="*/ 48612 h 201644"/>
              <a:gd name="csX17" fmla="*/ 185044 w 282882"/>
              <a:gd name="csY17" fmla="*/ 67008 h 201644"/>
              <a:gd name="csX18" fmla="*/ 162687 w 282882"/>
              <a:gd name="csY18" fmla="*/ 93940 h 201644"/>
              <a:gd name="csX19" fmla="*/ 151492 w 282882"/>
              <a:gd name="csY19" fmla="*/ 107085 h 201644"/>
              <a:gd name="csX20" fmla="*/ 149165 w 282882"/>
              <a:gd name="csY20" fmla="*/ 110027 h 201644"/>
              <a:gd name="csX21" fmla="*/ 149138 w 282882"/>
              <a:gd name="csY21" fmla="*/ 110026 h 201644"/>
              <a:gd name="csX22" fmla="*/ 138209 w 282882"/>
              <a:gd name="csY22" fmla="*/ 120071 h 201644"/>
              <a:gd name="csX23" fmla="*/ 126859 w 282882"/>
              <a:gd name="csY23" fmla="*/ 130006 h 201644"/>
              <a:gd name="csX24" fmla="*/ 126669 w 282882"/>
              <a:gd name="csY24" fmla="*/ 130023 h 201644"/>
              <a:gd name="csX25" fmla="*/ 117860 w 282882"/>
              <a:gd name="csY25" fmla="*/ 124130 h 201644"/>
              <a:gd name="csX26" fmla="*/ 100976 w 282882"/>
              <a:gd name="csY26" fmla="*/ 115218 h 201644"/>
              <a:gd name="csX27" fmla="*/ 92154 w 282882"/>
              <a:gd name="csY27" fmla="*/ 113625 h 201644"/>
              <a:gd name="csX28" fmla="*/ 82701 w 282882"/>
              <a:gd name="csY28" fmla="*/ 116476 h 201644"/>
              <a:gd name="csX29" fmla="*/ 74063 w 282882"/>
              <a:gd name="csY29" fmla="*/ 127375 h 201644"/>
              <a:gd name="csX30" fmla="*/ 77481 w 282882"/>
              <a:gd name="csY30" fmla="*/ 140144 h 201644"/>
              <a:gd name="csX31" fmla="*/ 92838 w 282882"/>
              <a:gd name="csY31" fmla="*/ 148421 h 201644"/>
              <a:gd name="csX32" fmla="*/ 102161 w 282882"/>
              <a:gd name="csY32" fmla="*/ 149477 h 201644"/>
              <a:gd name="csX33" fmla="*/ 131690 w 282882"/>
              <a:gd name="csY33" fmla="*/ 131771 h 201644"/>
              <a:gd name="csX34" fmla="*/ 183037 w 282882"/>
              <a:gd name="csY34" fmla="*/ 77849 h 201644"/>
              <a:gd name="csX35" fmla="*/ 190983 w 282882"/>
              <a:gd name="csY35" fmla="*/ 72420 h 201644"/>
              <a:gd name="csX36" fmla="*/ 219935 w 282882"/>
              <a:gd name="csY36" fmla="*/ 89153 h 201644"/>
              <a:gd name="csX37" fmla="*/ 251376 w 282882"/>
              <a:gd name="csY37" fmla="*/ 109917 h 201644"/>
              <a:gd name="csX38" fmla="*/ 258460 w 282882"/>
              <a:gd name="csY38" fmla="*/ 116529 h 201644"/>
              <a:gd name="csX39" fmla="*/ 251220 w 282882"/>
              <a:gd name="csY39" fmla="*/ 130771 h 201644"/>
              <a:gd name="csX40" fmla="*/ 238412 w 282882"/>
              <a:gd name="csY40" fmla="*/ 142836 h 201644"/>
              <a:gd name="csX41" fmla="*/ 233861 w 282882"/>
              <a:gd name="csY41" fmla="*/ 146849 h 201644"/>
              <a:gd name="csX42" fmla="*/ 198675 w 282882"/>
              <a:gd name="csY42" fmla="*/ 181405 h 201644"/>
              <a:gd name="csX43" fmla="*/ 198495 w 282882"/>
              <a:gd name="csY43" fmla="*/ 181426 h 201644"/>
              <a:gd name="csX44" fmla="*/ 188712 w 282882"/>
              <a:gd name="csY44" fmla="*/ 174416 h 201644"/>
              <a:gd name="csX45" fmla="*/ 169395 w 282882"/>
              <a:gd name="csY45" fmla="*/ 164846 h 201644"/>
              <a:gd name="csX46" fmla="*/ 164012 w 282882"/>
              <a:gd name="csY46" fmla="*/ 165234 h 201644"/>
              <a:gd name="csX47" fmla="*/ 148325 w 282882"/>
              <a:gd name="csY47" fmla="*/ 188951 h 201644"/>
              <a:gd name="csX48" fmla="*/ 164371 w 282882"/>
              <a:gd name="csY48" fmla="*/ 199318 h 201644"/>
              <a:gd name="csX49" fmla="*/ 177244 w 282882"/>
              <a:gd name="csY49" fmla="*/ 201644 h 201644"/>
              <a:gd name="csX50" fmla="*/ 183673 w 282882"/>
              <a:gd name="csY50" fmla="*/ 200457 h 201644"/>
              <a:gd name="csX51" fmla="*/ 210585 w 282882"/>
              <a:gd name="csY51" fmla="*/ 176268 h 201644"/>
              <a:gd name="csX52" fmla="*/ 239083 w 282882"/>
              <a:gd name="csY52" fmla="*/ 147243 h 201644"/>
              <a:gd name="csX53" fmla="*/ 265197 w 282882"/>
              <a:gd name="csY53" fmla="*/ 121355 h 201644"/>
              <a:gd name="csX54" fmla="*/ 282882 w 282882"/>
              <a:gd name="csY54" fmla="*/ 102625 h 201644"/>
              <a:gd name="csX55" fmla="*/ 273654 w 282882"/>
              <a:gd name="csY55" fmla="*/ 96051 h 201644"/>
              <a:gd name="csX56" fmla="*/ 259729 w 282882"/>
              <a:gd name="csY56" fmla="*/ 86484 h 201644"/>
              <a:gd name="csX57" fmla="*/ 200147 w 282882"/>
              <a:gd name="csY57" fmla="*/ 44605 h 201644"/>
              <a:gd name="csX58" fmla="*/ 134711 w 282882"/>
              <a:gd name="csY58" fmla="*/ 43 h 201644"/>
              <a:gd name="csX59" fmla="*/ 134368 w 282882"/>
              <a:gd name="csY59" fmla="*/ 0 h 20164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</a:cxnLst>
            <a:rect l="l" t="t" r="r" b="b"/>
            <a:pathLst>
              <a:path w="282882" h="201644">
                <a:moveTo>
                  <a:pt x="134365" y="1"/>
                </a:moveTo>
                <a:cubicBezTo>
                  <a:pt x="131880" y="1"/>
                  <a:pt x="125262" y="5735"/>
                  <a:pt x="114730" y="17081"/>
                </a:cubicBezTo>
                <a:cubicBezTo>
                  <a:pt x="80123" y="54793"/>
                  <a:pt x="54404" y="80074"/>
                  <a:pt x="50545" y="80074"/>
                </a:cubicBezTo>
                <a:cubicBezTo>
                  <a:pt x="50480" y="80074"/>
                  <a:pt x="50420" y="80067"/>
                  <a:pt x="50367" y="80052"/>
                </a:cubicBezTo>
                <a:cubicBezTo>
                  <a:pt x="48785" y="79613"/>
                  <a:pt x="45330" y="76753"/>
                  <a:pt x="42579" y="73667"/>
                </a:cubicBezTo>
                <a:cubicBezTo>
                  <a:pt x="39400" y="69830"/>
                  <a:pt x="34395" y="67173"/>
                  <a:pt x="27276" y="65195"/>
                </a:cubicBezTo>
                <a:cubicBezTo>
                  <a:pt x="23197" y="64063"/>
                  <a:pt x="20425" y="63463"/>
                  <a:pt x="18038" y="63463"/>
                </a:cubicBezTo>
                <a:cubicBezTo>
                  <a:pt x="15102" y="63463"/>
                  <a:pt x="12746" y="64371"/>
                  <a:pt x="9254" y="66311"/>
                </a:cubicBezTo>
                <a:cubicBezTo>
                  <a:pt x="-9759" y="76880"/>
                  <a:pt x="2719" y="99405"/>
                  <a:pt x="26807" y="99405"/>
                </a:cubicBezTo>
                <a:cubicBezTo>
                  <a:pt x="27424" y="99405"/>
                  <a:pt x="28048" y="99390"/>
                  <a:pt x="28679" y="99360"/>
                </a:cubicBezTo>
                <a:cubicBezTo>
                  <a:pt x="37508" y="99068"/>
                  <a:pt x="44172" y="94376"/>
                  <a:pt x="60345" y="77970"/>
                </a:cubicBezTo>
                <a:cubicBezTo>
                  <a:pt x="66353" y="71827"/>
                  <a:pt x="73793" y="64395"/>
                  <a:pt x="76771" y="61422"/>
                </a:cubicBezTo>
                <a:cubicBezTo>
                  <a:pt x="79747" y="58449"/>
                  <a:pt x="86570" y="51690"/>
                  <a:pt x="91963" y="46222"/>
                </a:cubicBezTo>
                <a:cubicBezTo>
                  <a:pt x="97550" y="40808"/>
                  <a:pt x="104596" y="33265"/>
                  <a:pt x="107991" y="29565"/>
                </a:cubicBezTo>
                <a:cubicBezTo>
                  <a:pt x="113186" y="23701"/>
                  <a:pt x="116151" y="20776"/>
                  <a:pt x="119611" y="20776"/>
                </a:cubicBezTo>
                <a:cubicBezTo>
                  <a:pt x="123048" y="20776"/>
                  <a:pt x="126974" y="23661"/>
                  <a:pt x="134058" y="29416"/>
                </a:cubicBezTo>
                <a:cubicBezTo>
                  <a:pt x="135956" y="30999"/>
                  <a:pt x="148015" y="39625"/>
                  <a:pt x="160610" y="48612"/>
                </a:cubicBezTo>
                <a:cubicBezTo>
                  <a:pt x="173460" y="57457"/>
                  <a:pt x="184334" y="65755"/>
                  <a:pt x="185044" y="67008"/>
                </a:cubicBezTo>
                <a:cubicBezTo>
                  <a:pt x="186522" y="69318"/>
                  <a:pt x="182651" y="73943"/>
                  <a:pt x="162687" y="93940"/>
                </a:cubicBezTo>
                <a:cubicBezTo>
                  <a:pt x="156987" y="99745"/>
                  <a:pt x="151881" y="105714"/>
                  <a:pt x="151492" y="107085"/>
                </a:cubicBezTo>
                <a:cubicBezTo>
                  <a:pt x="151104" y="108454"/>
                  <a:pt x="150066" y="109855"/>
                  <a:pt x="149165" y="110027"/>
                </a:cubicBezTo>
                <a:cubicBezTo>
                  <a:pt x="149156" y="110026"/>
                  <a:pt x="149147" y="110026"/>
                  <a:pt x="149138" y="110026"/>
                </a:cubicBezTo>
                <a:cubicBezTo>
                  <a:pt x="148041" y="110026"/>
                  <a:pt x="143359" y="114595"/>
                  <a:pt x="138209" y="120071"/>
                </a:cubicBezTo>
                <a:cubicBezTo>
                  <a:pt x="133270" y="125454"/>
                  <a:pt x="128156" y="129944"/>
                  <a:pt x="126859" y="130006"/>
                </a:cubicBezTo>
                <a:cubicBezTo>
                  <a:pt x="126800" y="130017"/>
                  <a:pt x="126737" y="130023"/>
                  <a:pt x="126669" y="130023"/>
                </a:cubicBezTo>
                <a:cubicBezTo>
                  <a:pt x="125168" y="130023"/>
                  <a:pt x="121438" y="127345"/>
                  <a:pt x="117860" y="124130"/>
                </a:cubicBezTo>
                <a:cubicBezTo>
                  <a:pt x="113781" y="120464"/>
                  <a:pt x="107303" y="116976"/>
                  <a:pt x="100976" y="115218"/>
                </a:cubicBezTo>
                <a:cubicBezTo>
                  <a:pt x="97197" y="114169"/>
                  <a:pt x="94522" y="113625"/>
                  <a:pt x="92154" y="113625"/>
                </a:cubicBezTo>
                <a:cubicBezTo>
                  <a:pt x="89070" y="113625"/>
                  <a:pt x="86506" y="114547"/>
                  <a:pt x="82701" y="116476"/>
                </a:cubicBezTo>
                <a:cubicBezTo>
                  <a:pt x="75721" y="120025"/>
                  <a:pt x="74431" y="121567"/>
                  <a:pt x="74063" y="127375"/>
                </a:cubicBezTo>
                <a:cubicBezTo>
                  <a:pt x="73713" y="130866"/>
                  <a:pt x="75236" y="136778"/>
                  <a:pt x="77481" y="140144"/>
                </a:cubicBezTo>
                <a:cubicBezTo>
                  <a:pt x="80919" y="145322"/>
                  <a:pt x="83124" y="146568"/>
                  <a:pt x="92838" y="148421"/>
                </a:cubicBezTo>
                <a:cubicBezTo>
                  <a:pt x="96283" y="149098"/>
                  <a:pt x="99331" y="149477"/>
                  <a:pt x="102161" y="149477"/>
                </a:cubicBezTo>
                <a:cubicBezTo>
                  <a:pt x="112112" y="149477"/>
                  <a:pt x="119364" y="144781"/>
                  <a:pt x="131690" y="131771"/>
                </a:cubicBezTo>
                <a:cubicBezTo>
                  <a:pt x="161084" y="101094"/>
                  <a:pt x="180202" y="81073"/>
                  <a:pt x="183037" y="77849"/>
                </a:cubicBezTo>
                <a:cubicBezTo>
                  <a:pt x="185930" y="74431"/>
                  <a:pt x="187933" y="72420"/>
                  <a:pt x="190983" y="72420"/>
                </a:cubicBezTo>
                <a:cubicBezTo>
                  <a:pt x="195709" y="72420"/>
                  <a:pt x="202953" y="77251"/>
                  <a:pt x="219935" y="89153"/>
                </a:cubicBezTo>
                <a:cubicBezTo>
                  <a:pt x="234540" y="99331"/>
                  <a:pt x="248520" y="108702"/>
                  <a:pt x="251376" y="109917"/>
                </a:cubicBezTo>
                <a:cubicBezTo>
                  <a:pt x="254175" y="111329"/>
                  <a:pt x="257377" y="114328"/>
                  <a:pt x="258460" y="116529"/>
                </a:cubicBezTo>
                <a:cubicBezTo>
                  <a:pt x="260340" y="120429"/>
                  <a:pt x="259754" y="121743"/>
                  <a:pt x="251220" y="130771"/>
                </a:cubicBezTo>
                <a:cubicBezTo>
                  <a:pt x="246082" y="136099"/>
                  <a:pt x="240240" y="141654"/>
                  <a:pt x="238412" y="142836"/>
                </a:cubicBezTo>
                <a:cubicBezTo>
                  <a:pt x="236584" y="144017"/>
                  <a:pt x="234534" y="145981"/>
                  <a:pt x="233861" y="146849"/>
                </a:cubicBezTo>
                <a:cubicBezTo>
                  <a:pt x="230441" y="151388"/>
                  <a:pt x="200535" y="180865"/>
                  <a:pt x="198675" y="181405"/>
                </a:cubicBezTo>
                <a:cubicBezTo>
                  <a:pt x="198622" y="181419"/>
                  <a:pt x="198562" y="181426"/>
                  <a:pt x="198495" y="181426"/>
                </a:cubicBezTo>
                <a:cubicBezTo>
                  <a:pt x="197112" y="181426"/>
                  <a:pt x="192875" y="178392"/>
                  <a:pt x="188712" y="174416"/>
                </a:cubicBezTo>
                <a:cubicBezTo>
                  <a:pt x="181350" y="167401"/>
                  <a:pt x="176520" y="164846"/>
                  <a:pt x="169395" y="164846"/>
                </a:cubicBezTo>
                <a:cubicBezTo>
                  <a:pt x="167744" y="164846"/>
                  <a:pt x="165970" y="164983"/>
                  <a:pt x="164012" y="165234"/>
                </a:cubicBezTo>
                <a:cubicBezTo>
                  <a:pt x="149660" y="166947"/>
                  <a:pt x="142738" y="177056"/>
                  <a:pt x="148325" y="188951"/>
                </a:cubicBezTo>
                <a:cubicBezTo>
                  <a:pt x="151289" y="195051"/>
                  <a:pt x="152704" y="196078"/>
                  <a:pt x="164371" y="199318"/>
                </a:cubicBezTo>
                <a:cubicBezTo>
                  <a:pt x="170059" y="200898"/>
                  <a:pt x="174006" y="201644"/>
                  <a:pt x="177244" y="201644"/>
                </a:cubicBezTo>
                <a:cubicBezTo>
                  <a:pt x="179635" y="201644"/>
                  <a:pt x="181639" y="201237"/>
                  <a:pt x="183673" y="200457"/>
                </a:cubicBezTo>
                <a:cubicBezTo>
                  <a:pt x="187249" y="199128"/>
                  <a:pt x="198964" y="188661"/>
                  <a:pt x="210585" y="176268"/>
                </a:cubicBezTo>
                <a:cubicBezTo>
                  <a:pt x="221897" y="164211"/>
                  <a:pt x="234730" y="151312"/>
                  <a:pt x="239083" y="147243"/>
                </a:cubicBezTo>
                <a:cubicBezTo>
                  <a:pt x="243634" y="143230"/>
                  <a:pt x="255429" y="131729"/>
                  <a:pt x="265197" y="121355"/>
                </a:cubicBezTo>
                <a:lnTo>
                  <a:pt x="282882" y="102625"/>
                </a:lnTo>
                <a:lnTo>
                  <a:pt x="273654" y="96051"/>
                </a:lnTo>
                <a:cubicBezTo>
                  <a:pt x="268531" y="92305"/>
                  <a:pt x="262276" y="88036"/>
                  <a:pt x="259729" y="86484"/>
                </a:cubicBezTo>
                <a:cubicBezTo>
                  <a:pt x="254835" y="83435"/>
                  <a:pt x="219623" y="58668"/>
                  <a:pt x="200147" y="44605"/>
                </a:cubicBezTo>
                <a:cubicBezTo>
                  <a:pt x="172179" y="24381"/>
                  <a:pt x="137875" y="923"/>
                  <a:pt x="134711" y="43"/>
                </a:cubicBezTo>
                <a:cubicBezTo>
                  <a:pt x="134607" y="14"/>
                  <a:pt x="134493" y="0"/>
                  <a:pt x="134368" y="0"/>
                </a:cubicBezTo>
                <a:close/>
              </a:path>
            </a:pathLst>
          </a:custGeom>
          <a:solidFill>
            <a:srgbClr val="000000"/>
          </a:solidFill>
          <a:ln w="7382" cap="flat">
            <a:noFill/>
            <a:prstDash val="solid"/>
            <a:miter/>
          </a:ln>
        </p:spPr>
        <p:txBody>
          <a:bodyPr/>
          <a:lstStyle/>
          <a:p>
            <a:endParaRPr lang="en-AU"/>
          </a:p>
        </p:txBody>
      </p:sp>
      <p:sp>
        <p:nvSpPr>
          <p:cNvPr id="40" name="Freeform: Shape 39">
            <a:extLst>
              <a:ext uri="{FF2B5EF4-FFF2-40B4-BE49-F238E27FC236}">
                <a16:creationId xmlns:a16="http://schemas.microsoft.com/office/drawing/2014/main" id="{448D8B89-60E3-CCF0-8B56-F629BEC2C6BD}"/>
              </a:ext>
            </a:extLst>
          </p:cNvPr>
          <p:cNvSpPr/>
          <p:nvPr/>
        </p:nvSpPr>
        <p:spPr>
          <a:xfrm flipH="1">
            <a:off x="3079966" y="2695856"/>
            <a:ext cx="129345" cy="199922"/>
          </a:xfrm>
          <a:custGeom>
            <a:avLst/>
            <a:gdLst>
              <a:gd name="csX0" fmla="*/ 89121 w 129345"/>
              <a:gd name="csY0" fmla="*/ 0 h 199922"/>
              <a:gd name="csX1" fmla="*/ 87128 w 129345"/>
              <a:gd name="csY1" fmla="*/ 928 h 199922"/>
              <a:gd name="csX2" fmla="*/ 73033 w 129345"/>
              <a:gd name="csY2" fmla="*/ 86727 h 199922"/>
              <a:gd name="csX3" fmla="*/ 63168 w 129345"/>
              <a:gd name="csY3" fmla="*/ 148579 h 199922"/>
              <a:gd name="csX4" fmla="*/ 58827 w 129345"/>
              <a:gd name="csY4" fmla="*/ 153164 h 199922"/>
              <a:gd name="csX5" fmla="*/ 47693 w 129345"/>
              <a:gd name="csY5" fmla="*/ 151247 h 199922"/>
              <a:gd name="csX6" fmla="*/ 34697 w 129345"/>
              <a:gd name="csY6" fmla="*/ 149442 h 199922"/>
              <a:gd name="csX7" fmla="*/ 24672 w 129345"/>
              <a:gd name="csY7" fmla="*/ 151187 h 199922"/>
              <a:gd name="csX8" fmla="*/ 656 w 129345"/>
              <a:gd name="csY8" fmla="*/ 173436 h 199922"/>
              <a:gd name="csX9" fmla="*/ 15023 w 129345"/>
              <a:gd name="csY9" fmla="*/ 198747 h 199922"/>
              <a:gd name="csX10" fmla="*/ 24301 w 129345"/>
              <a:gd name="csY10" fmla="*/ 199922 h 199922"/>
              <a:gd name="csX11" fmla="*/ 58153 w 129345"/>
              <a:gd name="csY11" fmla="*/ 185818 h 199922"/>
              <a:gd name="csX12" fmla="*/ 71229 w 129345"/>
              <a:gd name="csY12" fmla="*/ 135200 h 199922"/>
              <a:gd name="csX13" fmla="*/ 76915 w 129345"/>
              <a:gd name="csY13" fmla="*/ 102371 h 199922"/>
              <a:gd name="csX14" fmla="*/ 80280 w 129345"/>
              <a:gd name="csY14" fmla="*/ 85996 h 199922"/>
              <a:gd name="csX15" fmla="*/ 86212 w 129345"/>
              <a:gd name="csY15" fmla="*/ 87644 h 199922"/>
              <a:gd name="csX16" fmla="*/ 113479 w 129345"/>
              <a:gd name="csY16" fmla="*/ 114850 h 199922"/>
              <a:gd name="csX17" fmla="*/ 114267 w 129345"/>
              <a:gd name="csY17" fmla="*/ 156442 h 199922"/>
              <a:gd name="csX18" fmla="*/ 111357 w 129345"/>
              <a:gd name="csY18" fmla="*/ 167454 h 199922"/>
              <a:gd name="csX19" fmla="*/ 115933 w 129345"/>
              <a:gd name="csY19" fmla="*/ 162604 h 199922"/>
              <a:gd name="csX20" fmla="*/ 127252 w 129345"/>
              <a:gd name="csY20" fmla="*/ 115931 h 199922"/>
              <a:gd name="csX21" fmla="*/ 127920 w 129345"/>
              <a:gd name="csY21" fmla="*/ 96275 h 199922"/>
              <a:gd name="csX22" fmla="*/ 105820 w 129345"/>
              <a:gd name="csY22" fmla="*/ 28287 h 199922"/>
              <a:gd name="csX23" fmla="*/ 93050 w 129345"/>
              <a:gd name="csY23" fmla="*/ 6375 h 199922"/>
              <a:gd name="csX24" fmla="*/ 89121 w 129345"/>
              <a:gd name="csY24" fmla="*/ 2 h 19992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</a:cxnLst>
            <a:rect l="l" t="t" r="r" b="b"/>
            <a:pathLst>
              <a:path w="129345" h="199922">
                <a:moveTo>
                  <a:pt x="89121" y="0"/>
                </a:moveTo>
                <a:cubicBezTo>
                  <a:pt x="88499" y="0"/>
                  <a:pt x="87833" y="309"/>
                  <a:pt x="87128" y="928"/>
                </a:cubicBezTo>
                <a:cubicBezTo>
                  <a:pt x="85640" y="2415"/>
                  <a:pt x="84075" y="11691"/>
                  <a:pt x="73033" y="86727"/>
                </a:cubicBezTo>
                <a:cubicBezTo>
                  <a:pt x="68496" y="117764"/>
                  <a:pt x="64000" y="145645"/>
                  <a:pt x="63168" y="148579"/>
                </a:cubicBezTo>
                <a:cubicBezTo>
                  <a:pt x="62259" y="151786"/>
                  <a:pt x="61795" y="153164"/>
                  <a:pt x="58827" y="153164"/>
                </a:cubicBezTo>
                <a:cubicBezTo>
                  <a:pt x="56724" y="153164"/>
                  <a:pt x="53362" y="152472"/>
                  <a:pt x="47693" y="151247"/>
                </a:cubicBezTo>
                <a:cubicBezTo>
                  <a:pt x="42254" y="150060"/>
                  <a:pt x="38268" y="149442"/>
                  <a:pt x="34697" y="149442"/>
                </a:cubicBezTo>
                <a:cubicBezTo>
                  <a:pt x="31279" y="149442"/>
                  <a:pt x="28240" y="150009"/>
                  <a:pt x="24672" y="151187"/>
                </a:cubicBezTo>
                <a:cubicBezTo>
                  <a:pt x="15319" y="154077"/>
                  <a:pt x="2875" y="165608"/>
                  <a:pt x="656" y="173436"/>
                </a:cubicBezTo>
                <a:cubicBezTo>
                  <a:pt x="-2230" y="183611"/>
                  <a:pt x="4740" y="195890"/>
                  <a:pt x="15023" y="198747"/>
                </a:cubicBezTo>
                <a:cubicBezTo>
                  <a:pt x="17903" y="199547"/>
                  <a:pt x="21047" y="199922"/>
                  <a:pt x="24301" y="199922"/>
                </a:cubicBezTo>
                <a:cubicBezTo>
                  <a:pt x="36910" y="199922"/>
                  <a:pt x="51174" y="194282"/>
                  <a:pt x="58153" y="185818"/>
                </a:cubicBezTo>
                <a:cubicBezTo>
                  <a:pt x="63679" y="179120"/>
                  <a:pt x="65836" y="170008"/>
                  <a:pt x="71229" y="135200"/>
                </a:cubicBezTo>
                <a:cubicBezTo>
                  <a:pt x="72485" y="126260"/>
                  <a:pt x="75153" y="111592"/>
                  <a:pt x="76915" y="102371"/>
                </a:cubicBezTo>
                <a:lnTo>
                  <a:pt x="80280" y="85996"/>
                </a:lnTo>
                <a:lnTo>
                  <a:pt x="86212" y="87644"/>
                </a:lnTo>
                <a:cubicBezTo>
                  <a:pt x="95505" y="90226"/>
                  <a:pt x="109452" y="104231"/>
                  <a:pt x="113479" y="114850"/>
                </a:cubicBezTo>
                <a:cubicBezTo>
                  <a:pt x="118021" y="126665"/>
                  <a:pt x="118263" y="142353"/>
                  <a:pt x="114267" y="156442"/>
                </a:cubicBezTo>
                <a:lnTo>
                  <a:pt x="111357" y="167454"/>
                </a:lnTo>
                <a:lnTo>
                  <a:pt x="115933" y="162604"/>
                </a:lnTo>
                <a:cubicBezTo>
                  <a:pt x="122447" y="156180"/>
                  <a:pt x="129476" y="126892"/>
                  <a:pt x="127252" y="115931"/>
                </a:cubicBezTo>
                <a:cubicBezTo>
                  <a:pt x="126329" y="111664"/>
                  <a:pt x="126738" y="102700"/>
                  <a:pt x="127920" y="96275"/>
                </a:cubicBezTo>
                <a:cubicBezTo>
                  <a:pt x="132183" y="72972"/>
                  <a:pt x="127462" y="58784"/>
                  <a:pt x="105820" y="28287"/>
                </a:cubicBezTo>
                <a:cubicBezTo>
                  <a:pt x="99545" y="19578"/>
                  <a:pt x="93602" y="9694"/>
                  <a:pt x="93050" y="6375"/>
                </a:cubicBezTo>
                <a:cubicBezTo>
                  <a:pt x="92090" y="2133"/>
                  <a:pt x="90755" y="2"/>
                  <a:pt x="89121" y="2"/>
                </a:cubicBezTo>
                <a:close/>
              </a:path>
            </a:pathLst>
          </a:custGeom>
          <a:solidFill>
            <a:schemeClr val="accent3">
              <a:lumMod val="50000"/>
            </a:schemeClr>
          </a:solidFill>
          <a:ln w="7382" cap="flat">
            <a:noFill/>
            <a:prstDash val="solid"/>
            <a:miter/>
          </a:ln>
        </p:spPr>
        <p:txBody>
          <a:bodyPr/>
          <a:lstStyle/>
          <a:p>
            <a:endParaRPr lang="en-AU"/>
          </a:p>
        </p:txBody>
      </p:sp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B969C858-14EE-827B-5929-A8DA5131CE62}"/>
              </a:ext>
            </a:extLst>
          </p:cNvPr>
          <p:cNvSpPr/>
          <p:nvPr/>
        </p:nvSpPr>
        <p:spPr>
          <a:xfrm flipH="1">
            <a:off x="2227932" y="2799280"/>
            <a:ext cx="115603" cy="164098"/>
          </a:xfrm>
          <a:custGeom>
            <a:avLst/>
            <a:gdLst>
              <a:gd name="csX0" fmla="*/ 70711 w 115603"/>
              <a:gd name="csY0" fmla="*/ 0 h 164098"/>
              <a:gd name="csX1" fmla="*/ 69837 w 115603"/>
              <a:gd name="csY1" fmla="*/ 44 h 164098"/>
              <a:gd name="csX2" fmla="*/ 62199 w 115603"/>
              <a:gd name="csY2" fmla="*/ 43518 h 164098"/>
              <a:gd name="csX3" fmla="*/ 74345 w 115603"/>
              <a:gd name="csY3" fmla="*/ 52591 h 164098"/>
              <a:gd name="csX4" fmla="*/ 80371 w 115603"/>
              <a:gd name="csY4" fmla="*/ 56165 h 164098"/>
              <a:gd name="csX5" fmla="*/ 62737 w 115603"/>
              <a:gd name="csY5" fmla="*/ 79976 h 164098"/>
              <a:gd name="csX6" fmla="*/ 58446 w 115603"/>
              <a:gd name="csY6" fmla="*/ 85328 h 164098"/>
              <a:gd name="csX7" fmla="*/ 50765 w 115603"/>
              <a:gd name="csY7" fmla="*/ 95860 h 164098"/>
              <a:gd name="csX8" fmla="*/ 23 w 115603"/>
              <a:gd name="csY8" fmla="*/ 163459 h 164098"/>
              <a:gd name="csX9" fmla="*/ 1575 w 115603"/>
              <a:gd name="csY9" fmla="*/ 164099 h 164098"/>
              <a:gd name="csX10" fmla="*/ 7380 w 115603"/>
              <a:gd name="csY10" fmla="*/ 162336 h 164098"/>
              <a:gd name="csX11" fmla="*/ 41142 w 115603"/>
              <a:gd name="csY11" fmla="*/ 154614 h 164098"/>
              <a:gd name="csX12" fmla="*/ 82198 w 115603"/>
              <a:gd name="csY12" fmla="*/ 132454 h 164098"/>
              <a:gd name="csX13" fmla="*/ 91904 w 115603"/>
              <a:gd name="csY13" fmla="*/ 120796 h 164098"/>
              <a:gd name="csX14" fmla="*/ 113044 w 115603"/>
              <a:gd name="csY14" fmla="*/ 92892 h 164098"/>
              <a:gd name="csX15" fmla="*/ 115475 w 115603"/>
              <a:gd name="csY15" fmla="*/ 83968 h 164098"/>
              <a:gd name="csX16" fmla="*/ 115442 w 115603"/>
              <a:gd name="csY16" fmla="*/ 83968 h 164098"/>
              <a:gd name="csX17" fmla="*/ 113998 w 115603"/>
              <a:gd name="csY17" fmla="*/ 85770 h 164098"/>
              <a:gd name="csX18" fmla="*/ 90668 w 115603"/>
              <a:gd name="csY18" fmla="*/ 110109 h 164098"/>
              <a:gd name="csX19" fmla="*/ 69477 w 115603"/>
              <a:gd name="csY19" fmla="*/ 114720 h 164098"/>
              <a:gd name="csX20" fmla="*/ 57450 w 115603"/>
              <a:gd name="csY20" fmla="*/ 112914 h 164098"/>
              <a:gd name="csX21" fmla="*/ 50161 w 115603"/>
              <a:gd name="csY21" fmla="*/ 104769 h 164098"/>
              <a:gd name="csX22" fmla="*/ 62631 w 115603"/>
              <a:gd name="csY22" fmla="*/ 87123 h 164098"/>
              <a:gd name="csX23" fmla="*/ 95808 w 115603"/>
              <a:gd name="csY23" fmla="*/ 39344 h 164098"/>
              <a:gd name="csX24" fmla="*/ 90423 w 115603"/>
              <a:gd name="csY24" fmla="*/ 10194 h 164098"/>
              <a:gd name="csX25" fmla="*/ 70712 w 115603"/>
              <a:gd name="csY25" fmla="*/ 0 h 16409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</a:cxnLst>
            <a:rect l="l" t="t" r="r" b="b"/>
            <a:pathLst>
              <a:path w="115603" h="164098">
                <a:moveTo>
                  <a:pt x="70711" y="0"/>
                </a:moveTo>
                <a:cubicBezTo>
                  <a:pt x="70407" y="0"/>
                  <a:pt x="70115" y="15"/>
                  <a:pt x="69837" y="44"/>
                </a:cubicBezTo>
                <a:cubicBezTo>
                  <a:pt x="51395" y="1888"/>
                  <a:pt x="46997" y="26420"/>
                  <a:pt x="62199" y="43518"/>
                </a:cubicBezTo>
                <a:cubicBezTo>
                  <a:pt x="65914" y="47717"/>
                  <a:pt x="71379" y="51768"/>
                  <a:pt x="74345" y="52591"/>
                </a:cubicBezTo>
                <a:cubicBezTo>
                  <a:pt x="77311" y="53415"/>
                  <a:pt x="80055" y="55022"/>
                  <a:pt x="80371" y="56165"/>
                </a:cubicBezTo>
                <a:cubicBezTo>
                  <a:pt x="81058" y="58255"/>
                  <a:pt x="68920" y="74727"/>
                  <a:pt x="62737" y="79976"/>
                </a:cubicBezTo>
                <a:cubicBezTo>
                  <a:pt x="60742" y="81744"/>
                  <a:pt x="58779" y="84154"/>
                  <a:pt x="58446" y="85328"/>
                </a:cubicBezTo>
                <a:cubicBezTo>
                  <a:pt x="58113" y="86501"/>
                  <a:pt x="54638" y="91236"/>
                  <a:pt x="50765" y="95860"/>
                </a:cubicBezTo>
                <a:cubicBezTo>
                  <a:pt x="30792" y="119655"/>
                  <a:pt x="-973" y="161705"/>
                  <a:pt x="23" y="163459"/>
                </a:cubicBezTo>
                <a:cubicBezTo>
                  <a:pt x="209" y="163893"/>
                  <a:pt x="770" y="164099"/>
                  <a:pt x="1575" y="164099"/>
                </a:cubicBezTo>
                <a:cubicBezTo>
                  <a:pt x="2989" y="164099"/>
                  <a:pt x="5158" y="163467"/>
                  <a:pt x="7380" y="162336"/>
                </a:cubicBezTo>
                <a:cubicBezTo>
                  <a:pt x="14107" y="158927"/>
                  <a:pt x="14559" y="158841"/>
                  <a:pt x="41142" y="154614"/>
                </a:cubicBezTo>
                <a:cubicBezTo>
                  <a:pt x="61665" y="151448"/>
                  <a:pt x="73766" y="144888"/>
                  <a:pt x="82198" y="132454"/>
                </a:cubicBezTo>
                <a:cubicBezTo>
                  <a:pt x="85587" y="127273"/>
                  <a:pt x="90020" y="122172"/>
                  <a:pt x="91904" y="120796"/>
                </a:cubicBezTo>
                <a:cubicBezTo>
                  <a:pt x="101496" y="114805"/>
                  <a:pt x="109010" y="104860"/>
                  <a:pt x="113044" y="92892"/>
                </a:cubicBezTo>
                <a:cubicBezTo>
                  <a:pt x="115173" y="86912"/>
                  <a:pt x="115935" y="84032"/>
                  <a:pt x="115475" y="83968"/>
                </a:cubicBezTo>
                <a:lnTo>
                  <a:pt x="115442" y="83968"/>
                </a:lnTo>
                <a:cubicBezTo>
                  <a:pt x="115207" y="83997"/>
                  <a:pt x="114722" y="84607"/>
                  <a:pt x="113998" y="85770"/>
                </a:cubicBezTo>
                <a:cubicBezTo>
                  <a:pt x="109183" y="93720"/>
                  <a:pt x="95875" y="107545"/>
                  <a:pt x="90668" y="110109"/>
                </a:cubicBezTo>
                <a:cubicBezTo>
                  <a:pt x="84266" y="113158"/>
                  <a:pt x="76575" y="114720"/>
                  <a:pt x="69477" y="114720"/>
                </a:cubicBezTo>
                <a:cubicBezTo>
                  <a:pt x="65092" y="114720"/>
                  <a:pt x="60935" y="114124"/>
                  <a:pt x="57450" y="112914"/>
                </a:cubicBezTo>
                <a:cubicBezTo>
                  <a:pt x="49113" y="109966"/>
                  <a:pt x="48433" y="109355"/>
                  <a:pt x="50161" y="104769"/>
                </a:cubicBezTo>
                <a:cubicBezTo>
                  <a:pt x="51135" y="102084"/>
                  <a:pt x="56797" y="94157"/>
                  <a:pt x="62631" y="87123"/>
                </a:cubicBezTo>
                <a:cubicBezTo>
                  <a:pt x="82946" y="63635"/>
                  <a:pt x="93398" y="48595"/>
                  <a:pt x="95808" y="39344"/>
                </a:cubicBezTo>
                <a:cubicBezTo>
                  <a:pt x="98638" y="29364"/>
                  <a:pt x="96526" y="18011"/>
                  <a:pt x="90423" y="10194"/>
                </a:cubicBezTo>
                <a:cubicBezTo>
                  <a:pt x="86408" y="5071"/>
                  <a:pt x="76418" y="0"/>
                  <a:pt x="70712" y="0"/>
                </a:cubicBezTo>
                <a:close/>
              </a:path>
            </a:pathLst>
          </a:custGeom>
          <a:solidFill>
            <a:srgbClr val="000000"/>
          </a:solidFill>
          <a:ln w="7382" cap="flat">
            <a:noFill/>
            <a:prstDash val="solid"/>
            <a:miter/>
          </a:ln>
        </p:spPr>
        <p:txBody>
          <a:bodyPr/>
          <a:lstStyle/>
          <a:p>
            <a:endParaRPr lang="en-AU"/>
          </a:p>
        </p:txBody>
      </p:sp>
      <p:sp>
        <p:nvSpPr>
          <p:cNvPr id="42" name="Freeform: Shape 41">
            <a:extLst>
              <a:ext uri="{FF2B5EF4-FFF2-40B4-BE49-F238E27FC236}">
                <a16:creationId xmlns:a16="http://schemas.microsoft.com/office/drawing/2014/main" id="{FFF5A8B1-55C9-2CCB-5C51-86545B8CE670}"/>
              </a:ext>
            </a:extLst>
          </p:cNvPr>
          <p:cNvSpPr/>
          <p:nvPr/>
        </p:nvSpPr>
        <p:spPr>
          <a:xfrm flipH="1">
            <a:off x="4045248" y="2049833"/>
            <a:ext cx="354588" cy="259115"/>
          </a:xfrm>
          <a:custGeom>
            <a:avLst/>
            <a:gdLst>
              <a:gd name="csX0" fmla="*/ 175487 w 354588"/>
              <a:gd name="csY0" fmla="*/ 1 h 259115"/>
              <a:gd name="csX1" fmla="*/ 171132 w 354588"/>
              <a:gd name="csY1" fmla="*/ 2284 h 259115"/>
              <a:gd name="csX2" fmla="*/ 148802 w 354588"/>
              <a:gd name="csY2" fmla="*/ 23103 h 259115"/>
              <a:gd name="csX3" fmla="*/ 97588 w 354588"/>
              <a:gd name="csY3" fmla="*/ 69038 h 259115"/>
              <a:gd name="csX4" fmla="*/ 88676 w 354588"/>
              <a:gd name="csY4" fmla="*/ 75640 h 259115"/>
              <a:gd name="csX5" fmla="*/ 86372 w 354588"/>
              <a:gd name="csY5" fmla="*/ 77744 h 259115"/>
              <a:gd name="csX6" fmla="*/ 74658 w 354588"/>
              <a:gd name="csY6" fmla="*/ 88211 h 259115"/>
              <a:gd name="csX7" fmla="*/ 63443 w 354588"/>
              <a:gd name="csY7" fmla="*/ 96917 h 259115"/>
              <a:gd name="csX8" fmla="*/ 60401 w 354588"/>
              <a:gd name="csY8" fmla="*/ 91850 h 259115"/>
              <a:gd name="csX9" fmla="*/ 32637 w 354588"/>
              <a:gd name="csY9" fmla="*/ 73163 h 259115"/>
              <a:gd name="csX10" fmla="*/ 19898 w 354588"/>
              <a:gd name="csY10" fmla="*/ 70597 h 259115"/>
              <a:gd name="csX11" fmla="*/ 11056 w 354588"/>
              <a:gd name="csY11" fmla="*/ 73290 h 259115"/>
              <a:gd name="csX12" fmla="*/ 25173 w 354588"/>
              <a:gd name="csY12" fmla="*/ 117529 h 259115"/>
              <a:gd name="csX13" fmla="*/ 31855 w 354588"/>
              <a:gd name="csY13" fmla="*/ 118224 h 259115"/>
              <a:gd name="csX14" fmla="*/ 53870 w 354588"/>
              <a:gd name="csY14" fmla="*/ 112622 h 259115"/>
              <a:gd name="csX15" fmla="*/ 127989 w 354588"/>
              <a:gd name="csY15" fmla="*/ 48350 h 259115"/>
              <a:gd name="csX16" fmla="*/ 161195 w 354588"/>
              <a:gd name="csY16" fmla="*/ 18522 h 259115"/>
              <a:gd name="csX17" fmla="*/ 168160 w 354588"/>
              <a:gd name="csY17" fmla="*/ 12013 h 259115"/>
              <a:gd name="csX18" fmla="*/ 170731 w 354588"/>
              <a:gd name="csY18" fmla="*/ 10669 h 259115"/>
              <a:gd name="csX19" fmla="*/ 197925 w 354588"/>
              <a:gd name="csY19" fmla="*/ 30412 h 259115"/>
              <a:gd name="csX20" fmla="*/ 221292 w 354588"/>
              <a:gd name="csY20" fmla="*/ 49566 h 259115"/>
              <a:gd name="csX21" fmla="*/ 231286 w 354588"/>
              <a:gd name="csY21" fmla="*/ 57197 h 259115"/>
              <a:gd name="csX22" fmla="*/ 246040 w 354588"/>
              <a:gd name="csY22" fmla="*/ 69106 h 259115"/>
              <a:gd name="csX23" fmla="*/ 204118 w 354588"/>
              <a:gd name="csY23" fmla="*/ 122900 h 259115"/>
              <a:gd name="csX24" fmla="*/ 181163 w 354588"/>
              <a:gd name="csY24" fmla="*/ 142911 h 259115"/>
              <a:gd name="csX25" fmla="*/ 167991 w 354588"/>
              <a:gd name="csY25" fmla="*/ 155506 h 259115"/>
              <a:gd name="csX26" fmla="*/ 157345 w 354588"/>
              <a:gd name="csY26" fmla="*/ 165214 h 259115"/>
              <a:gd name="csX27" fmla="*/ 152508 w 354588"/>
              <a:gd name="csY27" fmla="*/ 168727 h 259115"/>
              <a:gd name="csX28" fmla="*/ 149063 w 354588"/>
              <a:gd name="csY28" fmla="*/ 162070 h 259115"/>
              <a:gd name="csX29" fmla="*/ 122386 w 354588"/>
              <a:gd name="csY29" fmla="*/ 140307 h 259115"/>
              <a:gd name="csX30" fmla="*/ 118167 w 354588"/>
              <a:gd name="csY30" fmla="*/ 139866 h 259115"/>
              <a:gd name="csX31" fmla="*/ 95619 w 354588"/>
              <a:gd name="csY31" fmla="*/ 147437 h 259115"/>
              <a:gd name="csX32" fmla="*/ 92740 w 354588"/>
              <a:gd name="csY32" fmla="*/ 171124 h 259115"/>
              <a:gd name="csX33" fmla="*/ 127483 w 354588"/>
              <a:gd name="csY33" fmla="*/ 187553 h 259115"/>
              <a:gd name="csX34" fmla="*/ 135892 w 354588"/>
              <a:gd name="csY34" fmla="*/ 186697 h 259115"/>
              <a:gd name="csX35" fmla="*/ 165183 w 354588"/>
              <a:gd name="csY35" fmla="*/ 164647 h 259115"/>
              <a:gd name="csX36" fmla="*/ 212463 w 354588"/>
              <a:gd name="csY36" fmla="*/ 122051 h 259115"/>
              <a:gd name="csX37" fmla="*/ 238227 w 354588"/>
              <a:gd name="csY37" fmla="*/ 99654 h 259115"/>
              <a:gd name="csX38" fmla="*/ 260186 w 354588"/>
              <a:gd name="csY38" fmla="*/ 81485 h 259115"/>
              <a:gd name="csX39" fmla="*/ 260232 w 354588"/>
              <a:gd name="csY39" fmla="*/ 81490 h 259115"/>
              <a:gd name="csX40" fmla="*/ 309106 w 354588"/>
              <a:gd name="csY40" fmla="*/ 119762 h 259115"/>
              <a:gd name="csX41" fmla="*/ 340051 w 354588"/>
              <a:gd name="csY41" fmla="*/ 149043 h 259115"/>
              <a:gd name="csX42" fmla="*/ 332814 w 354588"/>
              <a:gd name="csY42" fmla="*/ 158010 h 259115"/>
              <a:gd name="csX43" fmla="*/ 292445 w 354588"/>
              <a:gd name="csY43" fmla="*/ 194294 h 259115"/>
              <a:gd name="csX44" fmla="*/ 241906 w 354588"/>
              <a:gd name="csY44" fmla="*/ 234284 h 259115"/>
              <a:gd name="csX45" fmla="*/ 241853 w 354588"/>
              <a:gd name="csY45" fmla="*/ 234282 h 259115"/>
              <a:gd name="csX46" fmla="*/ 231321 w 354588"/>
              <a:gd name="csY46" fmla="*/ 226290 h 259115"/>
              <a:gd name="csX47" fmla="*/ 210784 w 354588"/>
              <a:gd name="csY47" fmla="*/ 214464 h 259115"/>
              <a:gd name="csX48" fmla="*/ 197390 w 354588"/>
              <a:gd name="csY48" fmla="*/ 211860 h 259115"/>
              <a:gd name="csX49" fmla="*/ 189226 w 354588"/>
              <a:gd name="csY49" fmla="*/ 213754 h 259115"/>
              <a:gd name="csX50" fmla="*/ 181145 w 354588"/>
              <a:gd name="csY50" fmla="*/ 246762 h 259115"/>
              <a:gd name="csX51" fmla="*/ 200235 w 354588"/>
              <a:gd name="csY51" fmla="*/ 256919 h 259115"/>
              <a:gd name="csX52" fmla="*/ 213640 w 354588"/>
              <a:gd name="csY52" fmla="*/ 259116 h 259115"/>
              <a:gd name="csX53" fmla="*/ 245162 w 354588"/>
              <a:gd name="csY53" fmla="*/ 242168 h 259115"/>
              <a:gd name="csX54" fmla="*/ 279887 w 354588"/>
              <a:gd name="csY54" fmla="*/ 211493 h 259115"/>
              <a:gd name="csX55" fmla="*/ 304860 w 354588"/>
              <a:gd name="csY55" fmla="*/ 188876 h 259115"/>
              <a:gd name="csX56" fmla="*/ 350070 w 354588"/>
              <a:gd name="csY56" fmla="*/ 150561 h 259115"/>
              <a:gd name="csX57" fmla="*/ 353897 w 354588"/>
              <a:gd name="csY57" fmla="*/ 142336 h 259115"/>
              <a:gd name="csX58" fmla="*/ 350181 w 354588"/>
              <a:gd name="csY58" fmla="*/ 138137 h 259115"/>
              <a:gd name="csX59" fmla="*/ 325574 w 354588"/>
              <a:gd name="csY59" fmla="*/ 118848 h 259115"/>
              <a:gd name="csX60" fmla="*/ 288079 w 354588"/>
              <a:gd name="csY60" fmla="*/ 88593 h 259115"/>
              <a:gd name="csX61" fmla="*/ 261489 w 354588"/>
              <a:gd name="csY61" fmla="*/ 67275 h 259115"/>
              <a:gd name="csX62" fmla="*/ 248773 w 354588"/>
              <a:gd name="csY62" fmla="*/ 57201 h 259115"/>
              <a:gd name="csX63" fmla="*/ 216260 w 354588"/>
              <a:gd name="csY63" fmla="*/ 30438 h 259115"/>
              <a:gd name="csX64" fmla="*/ 175485 w 354588"/>
              <a:gd name="csY64" fmla="*/ 0 h 25911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</a:cxnLst>
            <a:rect l="l" t="t" r="r" b="b"/>
            <a:pathLst>
              <a:path w="354588" h="259115">
                <a:moveTo>
                  <a:pt x="175487" y="1"/>
                </a:moveTo>
                <a:cubicBezTo>
                  <a:pt x="173794" y="1"/>
                  <a:pt x="172608" y="930"/>
                  <a:pt x="171132" y="2284"/>
                </a:cubicBezTo>
                <a:cubicBezTo>
                  <a:pt x="168884" y="4193"/>
                  <a:pt x="158943" y="13675"/>
                  <a:pt x="148802" y="23103"/>
                </a:cubicBezTo>
                <a:cubicBezTo>
                  <a:pt x="132005" y="38701"/>
                  <a:pt x="116553" y="52563"/>
                  <a:pt x="97588" y="69038"/>
                </a:cubicBezTo>
                <a:cubicBezTo>
                  <a:pt x="93599" y="72574"/>
                  <a:pt x="89578" y="75467"/>
                  <a:pt x="88676" y="75640"/>
                </a:cubicBezTo>
                <a:cubicBezTo>
                  <a:pt x="87576" y="75756"/>
                  <a:pt x="86650" y="76766"/>
                  <a:pt x="86372" y="77744"/>
                </a:cubicBezTo>
                <a:cubicBezTo>
                  <a:pt x="86040" y="78918"/>
                  <a:pt x="80870" y="83604"/>
                  <a:pt x="74658" y="88211"/>
                </a:cubicBezTo>
                <a:lnTo>
                  <a:pt x="63443" y="96917"/>
                </a:lnTo>
                <a:lnTo>
                  <a:pt x="60401" y="91850"/>
                </a:lnTo>
                <a:cubicBezTo>
                  <a:pt x="54205" y="82107"/>
                  <a:pt x="46676" y="77062"/>
                  <a:pt x="32637" y="73163"/>
                </a:cubicBezTo>
                <a:cubicBezTo>
                  <a:pt x="26482" y="71453"/>
                  <a:pt x="22845" y="70597"/>
                  <a:pt x="19898" y="70597"/>
                </a:cubicBezTo>
                <a:cubicBezTo>
                  <a:pt x="16881" y="70597"/>
                  <a:pt x="14588" y="71495"/>
                  <a:pt x="11056" y="73290"/>
                </a:cubicBezTo>
                <a:cubicBezTo>
                  <a:pt x="-8926" y="83573"/>
                  <a:pt x="-391" y="110640"/>
                  <a:pt x="25173" y="117529"/>
                </a:cubicBezTo>
                <a:cubicBezTo>
                  <a:pt x="27067" y="118004"/>
                  <a:pt x="29370" y="118224"/>
                  <a:pt x="31855" y="118224"/>
                </a:cubicBezTo>
                <a:cubicBezTo>
                  <a:pt x="39826" y="118224"/>
                  <a:pt x="49670" y="115961"/>
                  <a:pt x="53870" y="112622"/>
                </a:cubicBezTo>
                <a:cubicBezTo>
                  <a:pt x="65450" y="103385"/>
                  <a:pt x="102002" y="71530"/>
                  <a:pt x="127989" y="48350"/>
                </a:cubicBezTo>
                <a:cubicBezTo>
                  <a:pt x="143495" y="34292"/>
                  <a:pt x="158582" y="20963"/>
                  <a:pt x="161195" y="18522"/>
                </a:cubicBezTo>
                <a:cubicBezTo>
                  <a:pt x="164005" y="16135"/>
                  <a:pt x="167179" y="13218"/>
                  <a:pt x="168160" y="12013"/>
                </a:cubicBezTo>
                <a:cubicBezTo>
                  <a:pt x="168923" y="11181"/>
                  <a:pt x="169674" y="10669"/>
                  <a:pt x="170731" y="10669"/>
                </a:cubicBezTo>
                <a:cubicBezTo>
                  <a:pt x="173951" y="10669"/>
                  <a:pt x="180013" y="15426"/>
                  <a:pt x="197925" y="30412"/>
                </a:cubicBezTo>
                <a:cubicBezTo>
                  <a:pt x="210332" y="40823"/>
                  <a:pt x="220896" y="49457"/>
                  <a:pt x="221292" y="49566"/>
                </a:cubicBezTo>
                <a:cubicBezTo>
                  <a:pt x="221884" y="49731"/>
                  <a:pt x="226218" y="53256"/>
                  <a:pt x="231286" y="57197"/>
                </a:cubicBezTo>
                <a:cubicBezTo>
                  <a:pt x="236299" y="61333"/>
                  <a:pt x="242869" y="66747"/>
                  <a:pt x="246040" y="69106"/>
                </a:cubicBezTo>
                <a:cubicBezTo>
                  <a:pt x="257704" y="77623"/>
                  <a:pt x="261013" y="73476"/>
                  <a:pt x="204118" y="122900"/>
                </a:cubicBezTo>
                <a:cubicBezTo>
                  <a:pt x="195577" y="130449"/>
                  <a:pt x="185152" y="139375"/>
                  <a:pt x="181163" y="142911"/>
                </a:cubicBezTo>
                <a:cubicBezTo>
                  <a:pt x="177174" y="146447"/>
                  <a:pt x="171134" y="151947"/>
                  <a:pt x="167991" y="155506"/>
                </a:cubicBezTo>
                <a:cubicBezTo>
                  <a:pt x="164705" y="158816"/>
                  <a:pt x="159846" y="163165"/>
                  <a:pt x="157345" y="165214"/>
                </a:cubicBezTo>
                <a:lnTo>
                  <a:pt x="152508" y="168727"/>
                </a:lnTo>
                <a:lnTo>
                  <a:pt x="149063" y="162070"/>
                </a:lnTo>
                <a:cubicBezTo>
                  <a:pt x="145563" y="155610"/>
                  <a:pt x="129109" y="142174"/>
                  <a:pt x="122386" y="140307"/>
                </a:cubicBezTo>
                <a:cubicBezTo>
                  <a:pt x="121173" y="140005"/>
                  <a:pt x="119738" y="139866"/>
                  <a:pt x="118167" y="139866"/>
                </a:cubicBezTo>
                <a:cubicBezTo>
                  <a:pt x="110449" y="139866"/>
                  <a:pt x="99467" y="143244"/>
                  <a:pt x="95619" y="147437"/>
                </a:cubicBezTo>
                <a:cubicBezTo>
                  <a:pt x="88011" y="155457"/>
                  <a:pt x="87224" y="161994"/>
                  <a:pt x="92740" y="171124"/>
                </a:cubicBezTo>
                <a:cubicBezTo>
                  <a:pt x="98776" y="181029"/>
                  <a:pt x="113549" y="187553"/>
                  <a:pt x="127483" y="187553"/>
                </a:cubicBezTo>
                <a:cubicBezTo>
                  <a:pt x="130349" y="187553"/>
                  <a:pt x="133180" y="187277"/>
                  <a:pt x="135892" y="186697"/>
                </a:cubicBezTo>
                <a:cubicBezTo>
                  <a:pt x="140204" y="185784"/>
                  <a:pt x="154371" y="174943"/>
                  <a:pt x="165183" y="164647"/>
                </a:cubicBezTo>
                <a:cubicBezTo>
                  <a:pt x="183383" y="147114"/>
                  <a:pt x="191417" y="139848"/>
                  <a:pt x="212463" y="122051"/>
                </a:cubicBezTo>
                <a:cubicBezTo>
                  <a:pt x="225951" y="110598"/>
                  <a:pt x="237554" y="100522"/>
                  <a:pt x="238227" y="99654"/>
                </a:cubicBezTo>
                <a:cubicBezTo>
                  <a:pt x="241250" y="95692"/>
                  <a:pt x="258649" y="81485"/>
                  <a:pt x="260186" y="81485"/>
                </a:cubicBezTo>
                <a:cubicBezTo>
                  <a:pt x="260204" y="81485"/>
                  <a:pt x="260219" y="81486"/>
                  <a:pt x="260232" y="81490"/>
                </a:cubicBezTo>
                <a:cubicBezTo>
                  <a:pt x="262012" y="81985"/>
                  <a:pt x="296416" y="108849"/>
                  <a:pt x="309106" y="119762"/>
                </a:cubicBezTo>
                <a:cubicBezTo>
                  <a:pt x="334201" y="141086"/>
                  <a:pt x="339784" y="146225"/>
                  <a:pt x="340051" y="149043"/>
                </a:cubicBezTo>
                <a:cubicBezTo>
                  <a:pt x="340058" y="150523"/>
                  <a:pt x="336946" y="154725"/>
                  <a:pt x="332814" y="158010"/>
                </a:cubicBezTo>
                <a:cubicBezTo>
                  <a:pt x="323539" y="165144"/>
                  <a:pt x="298256" y="188097"/>
                  <a:pt x="292445" y="194294"/>
                </a:cubicBezTo>
                <a:cubicBezTo>
                  <a:pt x="281804" y="205620"/>
                  <a:pt x="245548" y="234284"/>
                  <a:pt x="241906" y="234284"/>
                </a:cubicBezTo>
                <a:cubicBezTo>
                  <a:pt x="241888" y="234284"/>
                  <a:pt x="241870" y="234283"/>
                  <a:pt x="241853" y="234282"/>
                </a:cubicBezTo>
                <a:cubicBezTo>
                  <a:pt x="239765" y="234124"/>
                  <a:pt x="235037" y="230489"/>
                  <a:pt x="231321" y="226290"/>
                </a:cubicBezTo>
                <a:cubicBezTo>
                  <a:pt x="225590" y="219421"/>
                  <a:pt x="222648" y="217759"/>
                  <a:pt x="210784" y="214464"/>
                </a:cubicBezTo>
                <a:cubicBezTo>
                  <a:pt x="204400" y="212691"/>
                  <a:pt x="200558" y="211860"/>
                  <a:pt x="197390" y="211860"/>
                </a:cubicBezTo>
                <a:cubicBezTo>
                  <a:pt x="194572" y="211860"/>
                  <a:pt x="192289" y="212518"/>
                  <a:pt x="189226" y="213754"/>
                </a:cubicBezTo>
                <a:cubicBezTo>
                  <a:pt x="175007" y="219515"/>
                  <a:pt x="171161" y="235334"/>
                  <a:pt x="181145" y="246762"/>
                </a:cubicBezTo>
                <a:cubicBezTo>
                  <a:pt x="185485" y="251767"/>
                  <a:pt x="189360" y="253899"/>
                  <a:pt x="200235" y="256919"/>
                </a:cubicBezTo>
                <a:cubicBezTo>
                  <a:pt x="205327" y="258334"/>
                  <a:pt x="209638" y="259116"/>
                  <a:pt x="213640" y="259116"/>
                </a:cubicBezTo>
                <a:cubicBezTo>
                  <a:pt x="223624" y="259116"/>
                  <a:pt x="231687" y="254246"/>
                  <a:pt x="245162" y="242168"/>
                </a:cubicBezTo>
                <a:cubicBezTo>
                  <a:pt x="252634" y="235377"/>
                  <a:pt x="268283" y="221568"/>
                  <a:pt x="279887" y="211493"/>
                </a:cubicBezTo>
                <a:cubicBezTo>
                  <a:pt x="291491" y="201418"/>
                  <a:pt x="302698" y="191232"/>
                  <a:pt x="304860" y="188876"/>
                </a:cubicBezTo>
                <a:cubicBezTo>
                  <a:pt x="308817" y="184699"/>
                  <a:pt x="339473" y="158594"/>
                  <a:pt x="350070" y="150561"/>
                </a:cubicBezTo>
                <a:cubicBezTo>
                  <a:pt x="354709" y="146994"/>
                  <a:pt x="355351" y="145483"/>
                  <a:pt x="353897" y="142336"/>
                </a:cubicBezTo>
                <a:cubicBezTo>
                  <a:pt x="352956" y="140384"/>
                  <a:pt x="351368" y="138467"/>
                  <a:pt x="350181" y="138137"/>
                </a:cubicBezTo>
                <a:cubicBezTo>
                  <a:pt x="349192" y="137862"/>
                  <a:pt x="337980" y="129259"/>
                  <a:pt x="325574" y="118848"/>
                </a:cubicBezTo>
                <a:cubicBezTo>
                  <a:pt x="313113" y="108632"/>
                  <a:pt x="296264" y="95087"/>
                  <a:pt x="288079" y="88593"/>
                </a:cubicBezTo>
                <a:cubicBezTo>
                  <a:pt x="279841" y="82293"/>
                  <a:pt x="268058" y="72688"/>
                  <a:pt x="261489" y="67275"/>
                </a:cubicBezTo>
                <a:cubicBezTo>
                  <a:pt x="255115" y="61917"/>
                  <a:pt x="249366" y="57365"/>
                  <a:pt x="248773" y="57201"/>
                </a:cubicBezTo>
                <a:cubicBezTo>
                  <a:pt x="248180" y="57036"/>
                  <a:pt x="233481" y="44932"/>
                  <a:pt x="216260" y="30438"/>
                </a:cubicBezTo>
                <a:cubicBezTo>
                  <a:pt x="188374" y="6813"/>
                  <a:pt x="180070" y="0"/>
                  <a:pt x="175485" y="0"/>
                </a:cubicBezTo>
                <a:close/>
              </a:path>
            </a:pathLst>
          </a:custGeom>
          <a:solidFill>
            <a:schemeClr val="tx2">
              <a:lumMod val="90000"/>
              <a:lumOff val="10000"/>
            </a:schemeClr>
          </a:solidFill>
          <a:ln w="7382" cap="flat">
            <a:solidFill>
              <a:schemeClr val="accent6">
                <a:lumMod val="50000"/>
              </a:schemeClr>
            </a:solidFill>
            <a:prstDash val="solid"/>
            <a:miter/>
          </a:ln>
        </p:spPr>
        <p:txBody>
          <a:bodyPr/>
          <a:lstStyle/>
          <a:p>
            <a:endParaRPr lang="en-AU"/>
          </a:p>
        </p:txBody>
      </p:sp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414D4482-F526-6AC9-7118-FF815243DD58}"/>
              </a:ext>
            </a:extLst>
          </p:cNvPr>
          <p:cNvSpPr/>
          <p:nvPr/>
        </p:nvSpPr>
        <p:spPr>
          <a:xfrm flipH="1">
            <a:off x="3810592" y="1602616"/>
            <a:ext cx="58552" cy="131980"/>
          </a:xfrm>
          <a:custGeom>
            <a:avLst/>
            <a:gdLst>
              <a:gd name="csX0" fmla="*/ 5304 w 58552"/>
              <a:gd name="csY0" fmla="*/ 1 h 131980"/>
              <a:gd name="csX1" fmla="*/ 4730 w 58552"/>
              <a:gd name="csY1" fmla="*/ 447 h 131980"/>
              <a:gd name="csX2" fmla="*/ 19979 w 58552"/>
              <a:gd name="csY2" fmla="*/ 57243 h 131980"/>
              <a:gd name="csX3" fmla="*/ 27497 w 58552"/>
              <a:gd name="csY3" fmla="*/ 90151 h 131980"/>
              <a:gd name="csX4" fmla="*/ 21869 w 58552"/>
              <a:gd name="csY4" fmla="*/ 95903 h 131980"/>
              <a:gd name="csX5" fmla="*/ 21600 w 58552"/>
              <a:gd name="csY5" fmla="*/ 95901 h 131980"/>
              <a:gd name="csX6" fmla="*/ 21415 w 58552"/>
              <a:gd name="csY6" fmla="*/ 95897 h 131980"/>
              <a:gd name="csX7" fmla="*/ 521 w 58552"/>
              <a:gd name="csY7" fmla="*/ 113055 h 131980"/>
              <a:gd name="csX8" fmla="*/ 5566 w 58552"/>
              <a:gd name="csY8" fmla="*/ 129866 h 131980"/>
              <a:gd name="csX9" fmla="*/ 12832 w 58552"/>
              <a:gd name="csY9" fmla="*/ 131980 h 131980"/>
              <a:gd name="csX10" fmla="*/ 25607 w 58552"/>
              <a:gd name="csY10" fmla="*/ 126144 h 131980"/>
              <a:gd name="csX11" fmla="*/ 28808 w 58552"/>
              <a:gd name="csY11" fmla="*/ 81015 h 131980"/>
              <a:gd name="csX12" fmla="*/ 21848 w 58552"/>
              <a:gd name="csY12" fmla="*/ 52907 h 131980"/>
              <a:gd name="csX13" fmla="*/ 20425 w 58552"/>
              <a:gd name="csY13" fmla="*/ 50401 h 131980"/>
              <a:gd name="csX14" fmla="*/ 19114 w 58552"/>
              <a:gd name="csY14" fmla="*/ 47504 h 131980"/>
              <a:gd name="csX15" fmla="*/ 17702 w 58552"/>
              <a:gd name="csY15" fmla="*/ 41201 h 131980"/>
              <a:gd name="csX16" fmla="*/ 20008 w 58552"/>
              <a:gd name="csY16" fmla="*/ 33821 h 131980"/>
              <a:gd name="csX17" fmla="*/ 26776 w 58552"/>
              <a:gd name="csY17" fmla="*/ 31269 h 131980"/>
              <a:gd name="csX18" fmla="*/ 28150 w 58552"/>
              <a:gd name="csY18" fmla="*/ 31437 h 131980"/>
              <a:gd name="csX19" fmla="*/ 54370 w 58552"/>
              <a:gd name="csY19" fmla="*/ 63840 h 131980"/>
              <a:gd name="csX20" fmla="*/ 56885 w 58552"/>
              <a:gd name="csY20" fmla="*/ 70064 h 131980"/>
              <a:gd name="csX21" fmla="*/ 58141 w 58552"/>
              <a:gd name="csY21" fmla="*/ 67842 h 131980"/>
              <a:gd name="csX22" fmla="*/ 52399 w 58552"/>
              <a:gd name="csY22" fmla="*/ 40705 h 131980"/>
              <a:gd name="csX23" fmla="*/ 30096 w 58552"/>
              <a:gd name="csY23" fmla="*/ 19312 h 131980"/>
              <a:gd name="csX24" fmla="*/ 6422 w 58552"/>
              <a:gd name="csY24" fmla="*/ 494 h 131980"/>
              <a:gd name="csX25" fmla="*/ 5303 w 58552"/>
              <a:gd name="csY25" fmla="*/ 0 h 13198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</a:cxnLst>
            <a:rect l="l" t="t" r="r" b="b"/>
            <a:pathLst>
              <a:path w="58552" h="131980">
                <a:moveTo>
                  <a:pt x="5304" y="1"/>
                </a:moveTo>
                <a:cubicBezTo>
                  <a:pt x="5014" y="1"/>
                  <a:pt x="4812" y="156"/>
                  <a:pt x="4730" y="447"/>
                </a:cubicBezTo>
                <a:cubicBezTo>
                  <a:pt x="4341" y="1817"/>
                  <a:pt x="10860" y="26214"/>
                  <a:pt x="19979" y="57243"/>
                </a:cubicBezTo>
                <a:cubicBezTo>
                  <a:pt x="24479" y="72214"/>
                  <a:pt x="27737" y="87052"/>
                  <a:pt x="27497" y="90151"/>
                </a:cubicBezTo>
                <a:cubicBezTo>
                  <a:pt x="27161" y="95025"/>
                  <a:pt x="26317" y="95903"/>
                  <a:pt x="21869" y="95903"/>
                </a:cubicBezTo>
                <a:cubicBezTo>
                  <a:pt x="21781" y="95903"/>
                  <a:pt x="21691" y="95902"/>
                  <a:pt x="21600" y="95901"/>
                </a:cubicBezTo>
                <a:cubicBezTo>
                  <a:pt x="21539" y="95899"/>
                  <a:pt x="21478" y="95897"/>
                  <a:pt x="21415" y="95897"/>
                </a:cubicBezTo>
                <a:cubicBezTo>
                  <a:pt x="15820" y="95897"/>
                  <a:pt x="2223" y="107057"/>
                  <a:pt x="521" y="113055"/>
                </a:cubicBezTo>
                <a:cubicBezTo>
                  <a:pt x="-1144" y="118926"/>
                  <a:pt x="1351" y="127428"/>
                  <a:pt x="5566" y="129866"/>
                </a:cubicBezTo>
                <a:cubicBezTo>
                  <a:pt x="8006" y="131265"/>
                  <a:pt x="10394" y="131980"/>
                  <a:pt x="12832" y="131980"/>
                </a:cubicBezTo>
                <a:cubicBezTo>
                  <a:pt x="16809" y="131980"/>
                  <a:pt x="20920" y="130078"/>
                  <a:pt x="25607" y="126144"/>
                </a:cubicBezTo>
                <a:cubicBezTo>
                  <a:pt x="36791" y="116796"/>
                  <a:pt x="37325" y="110401"/>
                  <a:pt x="28808" y="81015"/>
                </a:cubicBezTo>
                <a:cubicBezTo>
                  <a:pt x="24790" y="66602"/>
                  <a:pt x="21570" y="53885"/>
                  <a:pt x="21848" y="52907"/>
                </a:cubicBezTo>
                <a:cubicBezTo>
                  <a:pt x="22181" y="51733"/>
                  <a:pt x="21612" y="50730"/>
                  <a:pt x="20425" y="50401"/>
                </a:cubicBezTo>
                <a:cubicBezTo>
                  <a:pt x="19437" y="50126"/>
                  <a:pt x="18725" y="48873"/>
                  <a:pt x="19114" y="47504"/>
                </a:cubicBezTo>
                <a:cubicBezTo>
                  <a:pt x="19447" y="46330"/>
                  <a:pt x="18784" y="43402"/>
                  <a:pt x="17702" y="41201"/>
                </a:cubicBezTo>
                <a:cubicBezTo>
                  <a:pt x="15908" y="37747"/>
                  <a:pt x="16186" y="36769"/>
                  <a:pt x="20008" y="33821"/>
                </a:cubicBezTo>
                <a:cubicBezTo>
                  <a:pt x="21833" y="32272"/>
                  <a:pt x="24626" y="31269"/>
                  <a:pt x="26776" y="31269"/>
                </a:cubicBezTo>
                <a:cubicBezTo>
                  <a:pt x="27275" y="31269"/>
                  <a:pt x="27740" y="31324"/>
                  <a:pt x="28150" y="31437"/>
                </a:cubicBezTo>
                <a:cubicBezTo>
                  <a:pt x="37246" y="33964"/>
                  <a:pt x="50527" y="50318"/>
                  <a:pt x="54370" y="63840"/>
                </a:cubicBezTo>
                <a:cubicBezTo>
                  <a:pt x="55609" y="68165"/>
                  <a:pt x="56273" y="70064"/>
                  <a:pt x="56885" y="70064"/>
                </a:cubicBezTo>
                <a:cubicBezTo>
                  <a:pt x="57279" y="70064"/>
                  <a:pt x="57651" y="69277"/>
                  <a:pt x="58141" y="67842"/>
                </a:cubicBezTo>
                <a:cubicBezTo>
                  <a:pt x="59695" y="62363"/>
                  <a:pt x="56635" y="47581"/>
                  <a:pt x="52399" y="40705"/>
                </a:cubicBezTo>
                <a:cubicBezTo>
                  <a:pt x="48590" y="34581"/>
                  <a:pt x="33853" y="20356"/>
                  <a:pt x="30096" y="19312"/>
                </a:cubicBezTo>
                <a:cubicBezTo>
                  <a:pt x="27920" y="18708"/>
                  <a:pt x="14866" y="8327"/>
                  <a:pt x="6422" y="494"/>
                </a:cubicBezTo>
                <a:cubicBezTo>
                  <a:pt x="5980" y="159"/>
                  <a:pt x="5596" y="0"/>
                  <a:pt x="5303" y="0"/>
                </a:cubicBezTo>
                <a:close/>
              </a:path>
            </a:pathLst>
          </a:custGeom>
          <a:solidFill>
            <a:srgbClr val="000000"/>
          </a:solidFill>
          <a:ln w="7382" cap="flat">
            <a:noFill/>
            <a:prstDash val="solid"/>
            <a:miter/>
          </a:ln>
        </p:spPr>
        <p:txBody>
          <a:bodyPr/>
          <a:lstStyle/>
          <a:p>
            <a:endParaRPr lang="en-AU"/>
          </a:p>
        </p:txBody>
      </p:sp>
      <p:sp>
        <p:nvSpPr>
          <p:cNvPr id="44" name="Freeform: Shape 43">
            <a:extLst>
              <a:ext uri="{FF2B5EF4-FFF2-40B4-BE49-F238E27FC236}">
                <a16:creationId xmlns:a16="http://schemas.microsoft.com/office/drawing/2014/main" id="{7F4477A8-1673-FC1A-3242-D6D17D3A0259}"/>
              </a:ext>
            </a:extLst>
          </p:cNvPr>
          <p:cNvSpPr/>
          <p:nvPr/>
        </p:nvSpPr>
        <p:spPr>
          <a:xfrm flipH="1">
            <a:off x="2566426" y="2807919"/>
            <a:ext cx="160148" cy="248162"/>
          </a:xfrm>
          <a:custGeom>
            <a:avLst/>
            <a:gdLst>
              <a:gd name="csX0" fmla="*/ 109351 w 160148"/>
              <a:gd name="csY0" fmla="*/ 0 h 248162"/>
              <a:gd name="csX1" fmla="*/ 104684 w 160148"/>
              <a:gd name="csY1" fmla="*/ 10717 h 248162"/>
              <a:gd name="csX2" fmla="*/ 98958 w 160148"/>
              <a:gd name="csY2" fmla="*/ 46700 h 248162"/>
              <a:gd name="csX3" fmla="*/ 89783 w 160148"/>
              <a:gd name="csY3" fmla="*/ 105368 h 248162"/>
              <a:gd name="csX4" fmla="*/ 81640 w 160148"/>
              <a:gd name="csY4" fmla="*/ 161156 h 248162"/>
              <a:gd name="csX5" fmla="*/ 73101 w 160148"/>
              <a:gd name="csY5" fmla="*/ 190036 h 248162"/>
              <a:gd name="csX6" fmla="*/ 63032 w 160148"/>
              <a:gd name="csY6" fmla="*/ 187652 h 248162"/>
              <a:gd name="csX7" fmla="*/ 47419 w 160148"/>
              <a:gd name="csY7" fmla="*/ 185582 h 248162"/>
              <a:gd name="csX8" fmla="*/ 1294 w 160148"/>
              <a:gd name="csY8" fmla="*/ 215046 h 248162"/>
              <a:gd name="csX9" fmla="*/ 29417 w 160148"/>
              <a:gd name="csY9" fmla="*/ 248163 h 248162"/>
              <a:gd name="csX10" fmla="*/ 61887 w 160148"/>
              <a:gd name="csY10" fmla="*/ 237573 h 248162"/>
              <a:gd name="csX11" fmla="*/ 85908 w 160148"/>
              <a:gd name="csY11" fmla="*/ 180706 h 248162"/>
              <a:gd name="csX12" fmla="*/ 99560 w 160148"/>
              <a:gd name="csY12" fmla="*/ 108506 h 248162"/>
              <a:gd name="csX13" fmla="*/ 101345 w 160148"/>
              <a:gd name="csY13" fmla="*/ 108126 h 248162"/>
              <a:gd name="csX14" fmla="*/ 127618 w 160148"/>
              <a:gd name="csY14" fmla="*/ 123898 h 248162"/>
              <a:gd name="csX15" fmla="*/ 141855 w 160148"/>
              <a:gd name="csY15" fmla="*/ 193291 h 248162"/>
              <a:gd name="csX16" fmla="*/ 139899 w 160148"/>
              <a:gd name="csY16" fmla="*/ 206802 h 248162"/>
              <a:gd name="csX17" fmla="*/ 149362 w 160148"/>
              <a:gd name="csY17" fmla="*/ 193898 h 248162"/>
              <a:gd name="csX18" fmla="*/ 156795 w 160148"/>
              <a:gd name="csY18" fmla="*/ 136858 h 248162"/>
              <a:gd name="csX19" fmla="*/ 158397 w 160148"/>
              <a:gd name="csY19" fmla="*/ 117671 h 248162"/>
              <a:gd name="csX20" fmla="*/ 129709 w 160148"/>
              <a:gd name="csY20" fmla="*/ 34554 h 248162"/>
              <a:gd name="csX21" fmla="*/ 116227 w 160148"/>
              <a:gd name="csY21" fmla="*/ 11390 h 248162"/>
              <a:gd name="csX22" fmla="*/ 109351 w 160148"/>
              <a:gd name="csY22" fmla="*/ 1 h 24816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</a:cxnLst>
            <a:rect l="l" t="t" r="r" b="b"/>
            <a:pathLst>
              <a:path w="160148" h="248162">
                <a:moveTo>
                  <a:pt x="109351" y="0"/>
                </a:moveTo>
                <a:cubicBezTo>
                  <a:pt x="107496" y="0"/>
                  <a:pt x="105972" y="3581"/>
                  <a:pt x="104684" y="10717"/>
                </a:cubicBezTo>
                <a:cubicBezTo>
                  <a:pt x="103502" y="17143"/>
                  <a:pt x="101039" y="33346"/>
                  <a:pt x="98958" y="46700"/>
                </a:cubicBezTo>
                <a:cubicBezTo>
                  <a:pt x="96877" y="60053"/>
                  <a:pt x="92826" y="86371"/>
                  <a:pt x="89783" y="105368"/>
                </a:cubicBezTo>
                <a:cubicBezTo>
                  <a:pt x="86996" y="124225"/>
                  <a:pt x="83277" y="149367"/>
                  <a:pt x="81640" y="161156"/>
                </a:cubicBezTo>
                <a:cubicBezTo>
                  <a:pt x="78566" y="184108"/>
                  <a:pt x="78333" y="190036"/>
                  <a:pt x="73101" y="190036"/>
                </a:cubicBezTo>
                <a:cubicBezTo>
                  <a:pt x="70863" y="190036"/>
                  <a:pt x="67711" y="188952"/>
                  <a:pt x="63032" y="187652"/>
                </a:cubicBezTo>
                <a:cubicBezTo>
                  <a:pt x="57829" y="186248"/>
                  <a:pt x="52568" y="185582"/>
                  <a:pt x="47419" y="185582"/>
                </a:cubicBezTo>
                <a:cubicBezTo>
                  <a:pt x="25902" y="185582"/>
                  <a:pt x="6355" y="197203"/>
                  <a:pt x="1294" y="215046"/>
                </a:cubicBezTo>
                <a:cubicBezTo>
                  <a:pt x="-4454" y="235311"/>
                  <a:pt x="9669" y="248163"/>
                  <a:pt x="29417" y="248163"/>
                </a:cubicBezTo>
                <a:cubicBezTo>
                  <a:pt x="39415" y="248163"/>
                  <a:pt x="50855" y="244868"/>
                  <a:pt x="61887" y="237573"/>
                </a:cubicBezTo>
                <a:cubicBezTo>
                  <a:pt x="77636" y="227170"/>
                  <a:pt x="79505" y="222835"/>
                  <a:pt x="85908" y="180706"/>
                </a:cubicBezTo>
                <a:cubicBezTo>
                  <a:pt x="94607" y="122961"/>
                  <a:pt x="97028" y="109913"/>
                  <a:pt x="99560" y="108506"/>
                </a:cubicBezTo>
                <a:cubicBezTo>
                  <a:pt x="100023" y="108248"/>
                  <a:pt x="100626" y="108126"/>
                  <a:pt x="101345" y="108126"/>
                </a:cubicBezTo>
                <a:cubicBezTo>
                  <a:pt x="106915" y="108126"/>
                  <a:pt x="119433" y="115456"/>
                  <a:pt x="127618" y="123898"/>
                </a:cubicBezTo>
                <a:cubicBezTo>
                  <a:pt x="144545" y="141688"/>
                  <a:pt x="149624" y="165895"/>
                  <a:pt x="141855" y="193291"/>
                </a:cubicBezTo>
                <a:cubicBezTo>
                  <a:pt x="139404" y="202311"/>
                  <a:pt x="138673" y="206802"/>
                  <a:pt x="139899" y="206802"/>
                </a:cubicBezTo>
                <a:cubicBezTo>
                  <a:pt x="141100" y="206802"/>
                  <a:pt x="144180" y="202489"/>
                  <a:pt x="149362" y="193898"/>
                </a:cubicBezTo>
                <a:cubicBezTo>
                  <a:pt x="157257" y="181102"/>
                  <a:pt x="161208" y="151382"/>
                  <a:pt x="156795" y="136858"/>
                </a:cubicBezTo>
                <a:cubicBezTo>
                  <a:pt x="156077" y="134125"/>
                  <a:pt x="156826" y="125467"/>
                  <a:pt x="158397" y="117671"/>
                </a:cubicBezTo>
                <a:cubicBezTo>
                  <a:pt x="163880" y="90064"/>
                  <a:pt x="157073" y="70441"/>
                  <a:pt x="129709" y="34554"/>
                </a:cubicBezTo>
                <a:cubicBezTo>
                  <a:pt x="124231" y="27545"/>
                  <a:pt x="118257" y="17019"/>
                  <a:pt x="116227" y="11390"/>
                </a:cubicBezTo>
                <a:cubicBezTo>
                  <a:pt x="113516" y="3788"/>
                  <a:pt x="111258" y="1"/>
                  <a:pt x="109351" y="1"/>
                </a:cubicBezTo>
                <a:close/>
              </a:path>
            </a:pathLst>
          </a:custGeom>
          <a:solidFill>
            <a:srgbClr val="000000"/>
          </a:solidFill>
          <a:ln w="7382" cap="flat">
            <a:noFill/>
            <a:prstDash val="solid"/>
            <a:miter/>
          </a:ln>
        </p:spPr>
        <p:txBody>
          <a:bodyPr/>
          <a:lstStyle/>
          <a:p>
            <a:endParaRPr lang="en-AU"/>
          </a:p>
        </p:txBody>
      </p:sp>
      <p:sp>
        <p:nvSpPr>
          <p:cNvPr id="45" name="Freeform: Shape 44">
            <a:extLst>
              <a:ext uri="{FF2B5EF4-FFF2-40B4-BE49-F238E27FC236}">
                <a16:creationId xmlns:a16="http://schemas.microsoft.com/office/drawing/2014/main" id="{957A2841-D2EC-ADA6-8B4D-F731D83F5D63}"/>
              </a:ext>
            </a:extLst>
          </p:cNvPr>
          <p:cNvSpPr/>
          <p:nvPr/>
        </p:nvSpPr>
        <p:spPr>
          <a:xfrm flipH="1">
            <a:off x="2676643" y="2811232"/>
            <a:ext cx="258003" cy="248335"/>
          </a:xfrm>
          <a:custGeom>
            <a:avLst/>
            <a:gdLst>
              <a:gd name="csX0" fmla="*/ 242086 w 258003"/>
              <a:gd name="csY0" fmla="*/ 0 h 248335"/>
              <a:gd name="csX1" fmla="*/ 232487 w 258003"/>
              <a:gd name="csY1" fmla="*/ 1616 h 248335"/>
              <a:gd name="csX2" fmla="*/ 187372 w 258003"/>
              <a:gd name="csY2" fmla="*/ 36581 h 248335"/>
              <a:gd name="csX3" fmla="*/ 167700 w 258003"/>
              <a:gd name="csY3" fmla="*/ 58559 h 248335"/>
              <a:gd name="csX4" fmla="*/ 147232 w 258003"/>
              <a:gd name="csY4" fmla="*/ 61528 h 248335"/>
              <a:gd name="csX5" fmla="*/ 89458 w 258003"/>
              <a:gd name="csY5" fmla="*/ 74190 h 248335"/>
              <a:gd name="csX6" fmla="*/ 50297 w 258003"/>
              <a:gd name="csY6" fmla="*/ 139306 h 248335"/>
              <a:gd name="csX7" fmla="*/ 69295 w 258003"/>
              <a:gd name="csY7" fmla="*/ 183636 h 248335"/>
              <a:gd name="csX8" fmla="*/ 78676 w 258003"/>
              <a:gd name="csY8" fmla="*/ 198695 h 248335"/>
              <a:gd name="csX9" fmla="*/ 53054 w 258003"/>
              <a:gd name="csY9" fmla="*/ 233375 h 248335"/>
              <a:gd name="csX10" fmla="*/ 31975 w 258003"/>
              <a:gd name="csY10" fmla="*/ 243057 h 248335"/>
              <a:gd name="csX11" fmla="*/ 22085 w 258003"/>
              <a:gd name="csY11" fmla="*/ 241028 h 248335"/>
              <a:gd name="csX12" fmla="*/ 11757 w 258003"/>
              <a:gd name="csY12" fmla="*/ 234571 h 248335"/>
              <a:gd name="csX13" fmla="*/ 17364 w 258003"/>
              <a:gd name="csY13" fmla="*/ 224773 h 248335"/>
              <a:gd name="csX14" fmla="*/ 17522 w 258003"/>
              <a:gd name="csY14" fmla="*/ 224774 h 248335"/>
              <a:gd name="csX15" fmla="*/ 18752 w 258003"/>
              <a:gd name="csY15" fmla="*/ 224791 h 248335"/>
              <a:gd name="csX16" fmla="*/ 36356 w 258003"/>
              <a:gd name="csY16" fmla="*/ 216283 h 248335"/>
              <a:gd name="csX17" fmla="*/ 33087 w 258003"/>
              <a:gd name="csY17" fmla="*/ 193212 h 248335"/>
              <a:gd name="csX18" fmla="*/ 21945 w 258003"/>
              <a:gd name="csY18" fmla="*/ 187645 h 248335"/>
              <a:gd name="csX19" fmla="*/ 12338 w 258003"/>
              <a:gd name="csY19" fmla="*/ 190404 h 248335"/>
              <a:gd name="csX20" fmla="*/ 1404 w 258003"/>
              <a:gd name="csY20" fmla="*/ 204888 h 248335"/>
              <a:gd name="csX21" fmla="*/ 9658 w 258003"/>
              <a:gd name="csY21" fmla="*/ 238212 h 248335"/>
              <a:gd name="csX22" fmla="*/ 29548 w 258003"/>
              <a:gd name="csY22" fmla="*/ 248336 h 248335"/>
              <a:gd name="csX23" fmla="*/ 35743 w 258003"/>
              <a:gd name="csY23" fmla="*/ 247778 h 248335"/>
              <a:gd name="csX24" fmla="*/ 76546 w 258003"/>
              <a:gd name="csY24" fmla="*/ 213726 h 248335"/>
              <a:gd name="csX25" fmla="*/ 87171 w 258003"/>
              <a:gd name="csY25" fmla="*/ 199579 h 248335"/>
              <a:gd name="csX26" fmla="*/ 97489 w 258003"/>
              <a:gd name="csY26" fmla="*/ 198404 h 248335"/>
              <a:gd name="csX27" fmla="*/ 101554 w 258003"/>
              <a:gd name="csY27" fmla="*/ 198507 h 248335"/>
              <a:gd name="csX28" fmla="*/ 105355 w 258003"/>
              <a:gd name="csY28" fmla="*/ 198610 h 248335"/>
              <a:gd name="csX29" fmla="*/ 120786 w 258003"/>
              <a:gd name="csY29" fmla="*/ 196883 h 248335"/>
              <a:gd name="csX30" fmla="*/ 146857 w 258003"/>
              <a:gd name="csY30" fmla="*/ 126021 h 248335"/>
              <a:gd name="csX31" fmla="*/ 149233 w 258003"/>
              <a:gd name="csY31" fmla="*/ 97339 h 248335"/>
              <a:gd name="csX32" fmla="*/ 160300 w 258003"/>
              <a:gd name="csY32" fmla="*/ 86904 h 248335"/>
              <a:gd name="csX33" fmla="*/ 225224 w 258003"/>
              <a:gd name="csY33" fmla="*/ 64828 h 248335"/>
              <a:gd name="csX34" fmla="*/ 257038 w 258003"/>
              <a:gd name="csY34" fmla="*/ 21103 h 248335"/>
              <a:gd name="csX35" fmla="*/ 242085 w 258003"/>
              <a:gd name="csY35" fmla="*/ 2 h 24833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258003" h="248335">
                <a:moveTo>
                  <a:pt x="242086" y="0"/>
                </a:moveTo>
                <a:cubicBezTo>
                  <a:pt x="239166" y="0"/>
                  <a:pt x="235938" y="518"/>
                  <a:pt x="232487" y="1616"/>
                </a:cubicBezTo>
                <a:cubicBezTo>
                  <a:pt x="218261" y="5898"/>
                  <a:pt x="205304" y="16231"/>
                  <a:pt x="187372" y="36581"/>
                </a:cubicBezTo>
                <a:cubicBezTo>
                  <a:pt x="177944" y="47261"/>
                  <a:pt x="169132" y="57268"/>
                  <a:pt x="167700" y="58559"/>
                </a:cubicBezTo>
                <a:cubicBezTo>
                  <a:pt x="166465" y="59904"/>
                  <a:pt x="157161" y="61120"/>
                  <a:pt x="147232" y="61528"/>
                </a:cubicBezTo>
                <a:cubicBezTo>
                  <a:pt x="120603" y="62155"/>
                  <a:pt x="103807" y="65722"/>
                  <a:pt x="89458" y="74190"/>
                </a:cubicBezTo>
                <a:cubicBezTo>
                  <a:pt x="62756" y="89361"/>
                  <a:pt x="49768" y="111084"/>
                  <a:pt x="50297" y="139306"/>
                </a:cubicBezTo>
                <a:cubicBezTo>
                  <a:pt x="50932" y="160382"/>
                  <a:pt x="55727" y="172057"/>
                  <a:pt x="69295" y="183636"/>
                </a:cubicBezTo>
                <a:cubicBezTo>
                  <a:pt x="79067" y="192050"/>
                  <a:pt x="80119" y="193608"/>
                  <a:pt x="78676" y="198695"/>
                </a:cubicBezTo>
                <a:cubicBezTo>
                  <a:pt x="76622" y="205935"/>
                  <a:pt x="62775" y="224675"/>
                  <a:pt x="53054" y="233375"/>
                </a:cubicBezTo>
                <a:cubicBezTo>
                  <a:pt x="45676" y="239943"/>
                  <a:pt x="38883" y="243057"/>
                  <a:pt x="31975" y="243057"/>
                </a:cubicBezTo>
                <a:cubicBezTo>
                  <a:pt x="28728" y="243057"/>
                  <a:pt x="25456" y="242369"/>
                  <a:pt x="22085" y="241028"/>
                </a:cubicBezTo>
                <a:cubicBezTo>
                  <a:pt x="17561" y="238927"/>
                  <a:pt x="12808" y="236130"/>
                  <a:pt x="11757" y="234571"/>
                </a:cubicBezTo>
                <a:cubicBezTo>
                  <a:pt x="8293" y="229631"/>
                  <a:pt x="11099" y="224773"/>
                  <a:pt x="17364" y="224773"/>
                </a:cubicBezTo>
                <a:cubicBezTo>
                  <a:pt x="17417" y="224773"/>
                  <a:pt x="17469" y="224773"/>
                  <a:pt x="17522" y="224774"/>
                </a:cubicBezTo>
                <a:cubicBezTo>
                  <a:pt x="17938" y="224786"/>
                  <a:pt x="18348" y="224791"/>
                  <a:pt x="18752" y="224791"/>
                </a:cubicBezTo>
                <a:cubicBezTo>
                  <a:pt x="27390" y="224791"/>
                  <a:pt x="33283" y="222085"/>
                  <a:pt x="36356" y="216283"/>
                </a:cubicBezTo>
                <a:cubicBezTo>
                  <a:pt x="40466" y="208559"/>
                  <a:pt x="39009" y="198655"/>
                  <a:pt x="33087" y="193212"/>
                </a:cubicBezTo>
                <a:cubicBezTo>
                  <a:pt x="29108" y="189423"/>
                  <a:pt x="25770" y="187645"/>
                  <a:pt x="21945" y="187645"/>
                </a:cubicBezTo>
                <a:cubicBezTo>
                  <a:pt x="19149" y="187645"/>
                  <a:pt x="16094" y="188595"/>
                  <a:pt x="12338" y="190404"/>
                </a:cubicBezTo>
                <a:cubicBezTo>
                  <a:pt x="4908" y="194040"/>
                  <a:pt x="3870" y="195440"/>
                  <a:pt x="1404" y="204888"/>
                </a:cubicBezTo>
                <a:cubicBezTo>
                  <a:pt x="-2061" y="217858"/>
                  <a:pt x="961" y="230517"/>
                  <a:pt x="9658" y="238212"/>
                </a:cubicBezTo>
                <a:cubicBezTo>
                  <a:pt x="17938" y="245651"/>
                  <a:pt x="22695" y="248336"/>
                  <a:pt x="29548" y="248336"/>
                </a:cubicBezTo>
                <a:cubicBezTo>
                  <a:pt x="31419" y="248336"/>
                  <a:pt x="33446" y="248136"/>
                  <a:pt x="35743" y="247778"/>
                </a:cubicBezTo>
                <a:cubicBezTo>
                  <a:pt x="49754" y="245760"/>
                  <a:pt x="61501" y="235934"/>
                  <a:pt x="76546" y="213726"/>
                </a:cubicBezTo>
                <a:cubicBezTo>
                  <a:pt x="81083" y="206754"/>
                  <a:pt x="86047" y="200533"/>
                  <a:pt x="87171" y="199579"/>
                </a:cubicBezTo>
                <a:cubicBezTo>
                  <a:pt x="88215" y="198868"/>
                  <a:pt x="92516" y="198404"/>
                  <a:pt x="97489" y="198404"/>
                </a:cubicBezTo>
                <a:cubicBezTo>
                  <a:pt x="98813" y="198404"/>
                  <a:pt x="100184" y="198437"/>
                  <a:pt x="101554" y="198507"/>
                </a:cubicBezTo>
                <a:cubicBezTo>
                  <a:pt x="102768" y="198577"/>
                  <a:pt x="104049" y="198610"/>
                  <a:pt x="105355" y="198610"/>
                </a:cubicBezTo>
                <a:cubicBezTo>
                  <a:pt x="111269" y="198610"/>
                  <a:pt x="117695" y="197926"/>
                  <a:pt x="120786" y="196883"/>
                </a:cubicBezTo>
                <a:cubicBezTo>
                  <a:pt x="153291" y="186068"/>
                  <a:pt x="166549" y="149854"/>
                  <a:pt x="146857" y="126021"/>
                </a:cubicBezTo>
                <a:cubicBezTo>
                  <a:pt x="139111" y="116480"/>
                  <a:pt x="139294" y="113576"/>
                  <a:pt x="149233" y="97339"/>
                </a:cubicBezTo>
                <a:cubicBezTo>
                  <a:pt x="153882" y="89976"/>
                  <a:pt x="156859" y="87003"/>
                  <a:pt x="160300" y="86904"/>
                </a:cubicBezTo>
                <a:cubicBezTo>
                  <a:pt x="183345" y="86127"/>
                  <a:pt x="211426" y="76618"/>
                  <a:pt x="225224" y="64828"/>
                </a:cubicBezTo>
                <a:cubicBezTo>
                  <a:pt x="237136" y="54416"/>
                  <a:pt x="254151" y="31278"/>
                  <a:pt x="257038" y="21103"/>
                </a:cubicBezTo>
                <a:cubicBezTo>
                  <a:pt x="260639" y="8406"/>
                  <a:pt x="253850" y="2"/>
                  <a:pt x="242085" y="2"/>
                </a:cubicBezTo>
                <a:close/>
              </a:path>
            </a:pathLst>
          </a:custGeom>
          <a:solidFill>
            <a:srgbClr val="000000"/>
          </a:solidFill>
          <a:ln w="7382" cap="flat">
            <a:noFill/>
            <a:prstDash val="solid"/>
            <a:miter/>
          </a:ln>
        </p:spPr>
        <p:txBody>
          <a:bodyPr/>
          <a:lstStyle/>
          <a:p>
            <a:endParaRPr lang="en-AU"/>
          </a:p>
        </p:txBody>
      </p:sp>
      <p:sp>
        <p:nvSpPr>
          <p:cNvPr id="46" name="Freeform: Shape 45">
            <a:extLst>
              <a:ext uri="{FF2B5EF4-FFF2-40B4-BE49-F238E27FC236}">
                <a16:creationId xmlns:a16="http://schemas.microsoft.com/office/drawing/2014/main" id="{0DD31412-F110-B9E1-1908-BD6F180891FF}"/>
              </a:ext>
            </a:extLst>
          </p:cNvPr>
          <p:cNvSpPr/>
          <p:nvPr/>
        </p:nvSpPr>
        <p:spPr>
          <a:xfrm flipH="1">
            <a:off x="6213362" y="1682456"/>
            <a:ext cx="205171" cy="125278"/>
          </a:xfrm>
          <a:custGeom>
            <a:avLst/>
            <a:gdLst>
              <a:gd name="csX0" fmla="*/ 203576 w 205171"/>
              <a:gd name="csY0" fmla="*/ 0 h 125278"/>
              <a:gd name="csX1" fmla="*/ 166371 w 205171"/>
              <a:gd name="csY1" fmla="*/ 19619 h 125278"/>
              <a:gd name="csX2" fmla="*/ 94299 w 205171"/>
              <a:gd name="csY2" fmla="*/ 63140 h 125278"/>
              <a:gd name="csX3" fmla="*/ 68850 w 205171"/>
              <a:gd name="csY3" fmla="*/ 76408 h 125278"/>
              <a:gd name="csX4" fmla="*/ 67955 w 205171"/>
              <a:gd name="csY4" fmla="*/ 76298 h 125278"/>
              <a:gd name="csX5" fmla="*/ 60857 w 205171"/>
              <a:gd name="csY5" fmla="*/ 66727 h 125278"/>
              <a:gd name="csX6" fmla="*/ 24484 w 205171"/>
              <a:gd name="csY6" fmla="*/ 42542 h 125278"/>
              <a:gd name="csX7" fmla="*/ 1619 w 205171"/>
              <a:gd name="csY7" fmla="*/ 55974 h 125278"/>
              <a:gd name="csX8" fmla="*/ 11030 w 205171"/>
              <a:gd name="csY8" fmla="*/ 83707 h 125278"/>
              <a:gd name="csX9" fmla="*/ 41413 w 205171"/>
              <a:gd name="csY9" fmla="*/ 95578 h 125278"/>
              <a:gd name="csX10" fmla="*/ 45531 w 205171"/>
              <a:gd name="csY10" fmla="*/ 95190 h 125278"/>
              <a:gd name="csX11" fmla="*/ 80771 w 205171"/>
              <a:gd name="csY11" fmla="*/ 77747 h 125278"/>
              <a:gd name="csX12" fmla="*/ 108787 w 205171"/>
              <a:gd name="csY12" fmla="*/ 60197 h 125278"/>
              <a:gd name="csX13" fmla="*/ 129294 w 205171"/>
              <a:gd name="csY13" fmla="*/ 50375 h 125278"/>
              <a:gd name="csX14" fmla="*/ 136157 w 205171"/>
              <a:gd name="csY14" fmla="*/ 61466 h 125278"/>
              <a:gd name="csX15" fmla="*/ 133611 w 205171"/>
              <a:gd name="csY15" fmla="*/ 83980 h 125278"/>
              <a:gd name="csX16" fmla="*/ 121160 w 205171"/>
              <a:gd name="csY16" fmla="*/ 106063 h 125278"/>
              <a:gd name="csX17" fmla="*/ 91729 w 205171"/>
              <a:gd name="csY17" fmla="*/ 122586 h 125278"/>
              <a:gd name="csX18" fmla="*/ 87164 w 205171"/>
              <a:gd name="csY18" fmla="*/ 123640 h 125278"/>
              <a:gd name="csX19" fmla="*/ 91063 w 205171"/>
              <a:gd name="csY19" fmla="*/ 124935 h 125278"/>
              <a:gd name="csX20" fmla="*/ 94048 w 205171"/>
              <a:gd name="csY20" fmla="*/ 125279 h 125278"/>
              <a:gd name="csX21" fmla="*/ 141312 w 205171"/>
              <a:gd name="csY21" fmla="*/ 101950 h 125278"/>
              <a:gd name="csX22" fmla="*/ 153795 w 205171"/>
              <a:gd name="csY22" fmla="*/ 92542 h 125278"/>
              <a:gd name="csX23" fmla="*/ 173526 w 205171"/>
              <a:gd name="csY23" fmla="*/ 77124 h 125278"/>
              <a:gd name="csX24" fmla="*/ 191786 w 205171"/>
              <a:gd name="csY24" fmla="*/ 36811 h 125278"/>
              <a:gd name="csX25" fmla="*/ 204236 w 205171"/>
              <a:gd name="csY25" fmla="*/ 2695 h 125278"/>
              <a:gd name="csX26" fmla="*/ 203715 w 205171"/>
              <a:gd name="csY26" fmla="*/ 18 h 125278"/>
              <a:gd name="csX27" fmla="*/ 203576 w 205171"/>
              <a:gd name="csY27" fmla="*/ 2 h 12527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</a:cxnLst>
            <a:rect l="l" t="t" r="r" b="b"/>
            <a:pathLst>
              <a:path w="205171" h="125278">
                <a:moveTo>
                  <a:pt x="203576" y="0"/>
                </a:moveTo>
                <a:cubicBezTo>
                  <a:pt x="201330" y="0"/>
                  <a:pt x="184880" y="8687"/>
                  <a:pt x="166371" y="19619"/>
                </a:cubicBezTo>
                <a:cubicBezTo>
                  <a:pt x="126057" y="43674"/>
                  <a:pt x="101414" y="58360"/>
                  <a:pt x="94299" y="63140"/>
                </a:cubicBezTo>
                <a:cubicBezTo>
                  <a:pt x="79986" y="72448"/>
                  <a:pt x="72336" y="76408"/>
                  <a:pt x="68850" y="76408"/>
                </a:cubicBezTo>
                <a:cubicBezTo>
                  <a:pt x="68514" y="76408"/>
                  <a:pt x="68216" y="76371"/>
                  <a:pt x="67955" y="76298"/>
                </a:cubicBezTo>
                <a:cubicBezTo>
                  <a:pt x="66176" y="75804"/>
                  <a:pt x="62911" y="71519"/>
                  <a:pt x="60857" y="66727"/>
                </a:cubicBezTo>
                <a:cubicBezTo>
                  <a:pt x="54325" y="51249"/>
                  <a:pt x="38485" y="42542"/>
                  <a:pt x="24484" y="42542"/>
                </a:cubicBezTo>
                <a:cubicBezTo>
                  <a:pt x="14694" y="42542"/>
                  <a:pt x="5802" y="46799"/>
                  <a:pt x="1619" y="55974"/>
                </a:cubicBezTo>
                <a:cubicBezTo>
                  <a:pt x="-2375" y="64786"/>
                  <a:pt x="1116" y="75043"/>
                  <a:pt x="11030" y="83707"/>
                </a:cubicBezTo>
                <a:cubicBezTo>
                  <a:pt x="18993" y="90652"/>
                  <a:pt x="32127" y="95578"/>
                  <a:pt x="41413" y="95578"/>
                </a:cubicBezTo>
                <a:cubicBezTo>
                  <a:pt x="42896" y="95578"/>
                  <a:pt x="44281" y="95453"/>
                  <a:pt x="45531" y="95190"/>
                </a:cubicBezTo>
                <a:cubicBezTo>
                  <a:pt x="52604" y="93566"/>
                  <a:pt x="69998" y="84887"/>
                  <a:pt x="80771" y="77747"/>
                </a:cubicBezTo>
                <a:cubicBezTo>
                  <a:pt x="84989" y="74908"/>
                  <a:pt x="97478" y="66978"/>
                  <a:pt x="108787" y="60197"/>
                </a:cubicBezTo>
                <a:cubicBezTo>
                  <a:pt x="119665" y="53670"/>
                  <a:pt x="125640" y="50375"/>
                  <a:pt x="129294" y="50375"/>
                </a:cubicBezTo>
                <a:cubicBezTo>
                  <a:pt x="133153" y="50375"/>
                  <a:pt x="134427" y="54048"/>
                  <a:pt x="136157" y="61466"/>
                </a:cubicBezTo>
                <a:cubicBezTo>
                  <a:pt x="137341" y="67073"/>
                  <a:pt x="136608" y="73414"/>
                  <a:pt x="133611" y="83980"/>
                </a:cubicBezTo>
                <a:cubicBezTo>
                  <a:pt x="129892" y="97089"/>
                  <a:pt x="128268" y="99803"/>
                  <a:pt x="121160" y="106063"/>
                </a:cubicBezTo>
                <a:cubicBezTo>
                  <a:pt x="112675" y="113417"/>
                  <a:pt x="99704" y="120791"/>
                  <a:pt x="91729" y="122586"/>
                </a:cubicBezTo>
                <a:lnTo>
                  <a:pt x="87164" y="123640"/>
                </a:lnTo>
                <a:lnTo>
                  <a:pt x="91063" y="124935"/>
                </a:lnTo>
                <a:cubicBezTo>
                  <a:pt x="91905" y="125169"/>
                  <a:pt x="92910" y="125279"/>
                  <a:pt x="94048" y="125279"/>
                </a:cubicBezTo>
                <a:cubicBezTo>
                  <a:pt x="107361" y="125279"/>
                  <a:pt x="138960" y="110242"/>
                  <a:pt x="141312" y="101950"/>
                </a:cubicBezTo>
                <a:cubicBezTo>
                  <a:pt x="141701" y="100581"/>
                  <a:pt x="147409" y="96256"/>
                  <a:pt x="153795" y="92542"/>
                </a:cubicBezTo>
                <a:cubicBezTo>
                  <a:pt x="160237" y="88631"/>
                  <a:pt x="169260" y="81639"/>
                  <a:pt x="173526" y="77124"/>
                </a:cubicBezTo>
                <a:cubicBezTo>
                  <a:pt x="180824" y="69441"/>
                  <a:pt x="182305" y="66475"/>
                  <a:pt x="191786" y="36811"/>
                </a:cubicBezTo>
                <a:cubicBezTo>
                  <a:pt x="197430" y="19169"/>
                  <a:pt x="203056" y="3845"/>
                  <a:pt x="204236" y="2695"/>
                </a:cubicBezTo>
                <a:cubicBezTo>
                  <a:pt x="205613" y="1600"/>
                  <a:pt x="205495" y="511"/>
                  <a:pt x="203715" y="18"/>
                </a:cubicBezTo>
                <a:cubicBezTo>
                  <a:pt x="203677" y="7"/>
                  <a:pt x="203631" y="2"/>
                  <a:pt x="203576" y="2"/>
                </a:cubicBez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  <a:ln w="7382" cap="flat">
            <a:noFill/>
            <a:prstDash val="solid"/>
            <a:miter/>
          </a:ln>
        </p:spPr>
        <p:txBody>
          <a:bodyPr/>
          <a:lstStyle/>
          <a:p>
            <a:endParaRPr lang="en-AU"/>
          </a:p>
        </p:txBody>
      </p:sp>
      <p:sp>
        <p:nvSpPr>
          <p:cNvPr id="47" name="Freeform: Shape 46">
            <a:extLst>
              <a:ext uri="{FF2B5EF4-FFF2-40B4-BE49-F238E27FC236}">
                <a16:creationId xmlns:a16="http://schemas.microsoft.com/office/drawing/2014/main" id="{B4872DEB-DF8A-6072-41BD-AD748D6D0DC4}"/>
              </a:ext>
            </a:extLst>
          </p:cNvPr>
          <p:cNvSpPr/>
          <p:nvPr/>
        </p:nvSpPr>
        <p:spPr>
          <a:xfrm flipH="1">
            <a:off x="1904322" y="2885073"/>
            <a:ext cx="170999" cy="238147"/>
          </a:xfrm>
          <a:custGeom>
            <a:avLst/>
            <a:gdLst>
              <a:gd name="csX0" fmla="*/ 103846 w 170999"/>
              <a:gd name="csY0" fmla="*/ 0 h 238147"/>
              <a:gd name="csX1" fmla="*/ 95324 w 170999"/>
              <a:gd name="csY1" fmla="*/ 1674 h 238147"/>
              <a:gd name="csX2" fmla="*/ 77896 w 170999"/>
              <a:gd name="csY2" fmla="*/ 27019 h 238147"/>
              <a:gd name="csX3" fmla="*/ 107498 w 170999"/>
              <a:gd name="csY3" fmla="*/ 76826 h 238147"/>
              <a:gd name="csX4" fmla="*/ 116441 w 170999"/>
              <a:gd name="csY4" fmla="*/ 82899 h 238147"/>
              <a:gd name="csX5" fmla="*/ 106181 w 170999"/>
              <a:gd name="csY5" fmla="*/ 96513 h 238147"/>
              <a:gd name="csX6" fmla="*/ 96030 w 170999"/>
              <a:gd name="csY6" fmla="*/ 109737 h 238147"/>
              <a:gd name="csX7" fmla="*/ 88066 w 170999"/>
              <a:gd name="csY7" fmla="*/ 119768 h 238147"/>
              <a:gd name="csX8" fmla="*/ 65209 w 170999"/>
              <a:gd name="csY8" fmla="*/ 148461 h 238147"/>
              <a:gd name="csX9" fmla="*/ 30412 w 170999"/>
              <a:gd name="csY9" fmla="*/ 193680 h 238147"/>
              <a:gd name="csX10" fmla="*/ 1280 w 170999"/>
              <a:gd name="csY10" fmla="*/ 237726 h 238147"/>
              <a:gd name="csX11" fmla="*/ 3065 w 170999"/>
              <a:gd name="csY11" fmla="*/ 238147 h 238147"/>
              <a:gd name="csX12" fmla="*/ 11257 w 170999"/>
              <a:gd name="csY12" fmla="*/ 235643 h 238147"/>
              <a:gd name="csX13" fmla="*/ 61983 w 170999"/>
              <a:gd name="csY13" fmla="*/ 223768 h 238147"/>
              <a:gd name="csX14" fmla="*/ 123498 w 170999"/>
              <a:gd name="csY14" fmla="*/ 185125 h 238147"/>
              <a:gd name="csX15" fmla="*/ 137906 w 170999"/>
              <a:gd name="csY15" fmla="*/ 171184 h 238147"/>
              <a:gd name="csX16" fmla="*/ 155351 w 170999"/>
              <a:gd name="csY16" fmla="*/ 155555 h 238147"/>
              <a:gd name="csX17" fmla="*/ 170999 w 170999"/>
              <a:gd name="csY17" fmla="*/ 117683 h 238147"/>
              <a:gd name="csX18" fmla="*/ 170448 w 170999"/>
              <a:gd name="csY18" fmla="*/ 113935 h 238147"/>
              <a:gd name="csX19" fmla="*/ 164706 w 170999"/>
              <a:gd name="csY19" fmla="*/ 123323 h 238147"/>
              <a:gd name="csX20" fmla="*/ 112539 w 170999"/>
              <a:gd name="csY20" fmla="*/ 164351 h 238147"/>
              <a:gd name="csX21" fmla="*/ 106521 w 170999"/>
              <a:gd name="csY21" fmla="*/ 164692 h 238147"/>
              <a:gd name="csX22" fmla="*/ 88411 w 170999"/>
              <a:gd name="csY22" fmla="*/ 162927 h 238147"/>
              <a:gd name="csX23" fmla="*/ 82929 w 170999"/>
              <a:gd name="csY23" fmla="*/ 137130 h 238147"/>
              <a:gd name="csX24" fmla="*/ 110133 w 170999"/>
              <a:gd name="csY24" fmla="*/ 102890 h 238147"/>
              <a:gd name="csX25" fmla="*/ 127828 w 170999"/>
              <a:gd name="csY25" fmla="*/ 80362 h 238147"/>
              <a:gd name="csX26" fmla="*/ 140794 w 170999"/>
              <a:gd name="csY26" fmla="*/ 42167 h 238147"/>
              <a:gd name="csX27" fmla="*/ 103846 w 170999"/>
              <a:gd name="csY27" fmla="*/ 0 h 23814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</a:cxnLst>
            <a:rect l="l" t="t" r="r" b="b"/>
            <a:pathLst>
              <a:path w="170999" h="238147">
                <a:moveTo>
                  <a:pt x="103846" y="0"/>
                </a:moveTo>
                <a:cubicBezTo>
                  <a:pt x="100964" y="0"/>
                  <a:pt x="98098" y="535"/>
                  <a:pt x="95324" y="1674"/>
                </a:cubicBezTo>
                <a:cubicBezTo>
                  <a:pt x="85637" y="5739"/>
                  <a:pt x="79502" y="14589"/>
                  <a:pt x="77896" y="27019"/>
                </a:cubicBezTo>
                <a:cubicBezTo>
                  <a:pt x="75249" y="46127"/>
                  <a:pt x="88699" y="68649"/>
                  <a:pt x="107498" y="76826"/>
                </a:cubicBezTo>
                <a:cubicBezTo>
                  <a:pt x="112616" y="79092"/>
                  <a:pt x="116775" y="81724"/>
                  <a:pt x="116441" y="82899"/>
                </a:cubicBezTo>
                <a:cubicBezTo>
                  <a:pt x="116164" y="83877"/>
                  <a:pt x="111651" y="90012"/>
                  <a:pt x="106181" y="96513"/>
                </a:cubicBezTo>
                <a:cubicBezTo>
                  <a:pt x="100908" y="103071"/>
                  <a:pt x="96252" y="108955"/>
                  <a:pt x="96030" y="109737"/>
                </a:cubicBezTo>
                <a:cubicBezTo>
                  <a:pt x="95808" y="110519"/>
                  <a:pt x="92190" y="115002"/>
                  <a:pt x="88066" y="119768"/>
                </a:cubicBezTo>
                <a:cubicBezTo>
                  <a:pt x="83941" y="124533"/>
                  <a:pt x="73649" y="137506"/>
                  <a:pt x="65209" y="148461"/>
                </a:cubicBezTo>
                <a:cubicBezTo>
                  <a:pt x="56769" y="159415"/>
                  <a:pt x="41180" y="179782"/>
                  <a:pt x="30412" y="193680"/>
                </a:cubicBezTo>
                <a:cubicBezTo>
                  <a:pt x="-2113" y="236151"/>
                  <a:pt x="-1694" y="235423"/>
                  <a:pt x="1280" y="237726"/>
                </a:cubicBezTo>
                <a:cubicBezTo>
                  <a:pt x="1672" y="238012"/>
                  <a:pt x="2289" y="238147"/>
                  <a:pt x="3065" y="238147"/>
                </a:cubicBezTo>
                <a:cubicBezTo>
                  <a:pt x="5085" y="238147"/>
                  <a:pt x="8187" y="237230"/>
                  <a:pt x="11257" y="235643"/>
                </a:cubicBezTo>
                <a:cubicBezTo>
                  <a:pt x="19107" y="231279"/>
                  <a:pt x="30746" y="228601"/>
                  <a:pt x="61983" y="223768"/>
                </a:cubicBezTo>
                <a:cubicBezTo>
                  <a:pt x="91612" y="219332"/>
                  <a:pt x="110344" y="207435"/>
                  <a:pt x="123498" y="185125"/>
                </a:cubicBezTo>
                <a:cubicBezTo>
                  <a:pt x="125598" y="181487"/>
                  <a:pt x="132112" y="175063"/>
                  <a:pt x="137906" y="171184"/>
                </a:cubicBezTo>
                <a:cubicBezTo>
                  <a:pt x="143501" y="167250"/>
                  <a:pt x="151481" y="160178"/>
                  <a:pt x="155351" y="155555"/>
                </a:cubicBezTo>
                <a:cubicBezTo>
                  <a:pt x="163402" y="145969"/>
                  <a:pt x="171072" y="127202"/>
                  <a:pt x="170999" y="117683"/>
                </a:cubicBezTo>
                <a:cubicBezTo>
                  <a:pt x="170988" y="115275"/>
                  <a:pt x="170921" y="113935"/>
                  <a:pt x="170448" y="113935"/>
                </a:cubicBezTo>
                <a:cubicBezTo>
                  <a:pt x="169758" y="113935"/>
                  <a:pt x="168206" y="116783"/>
                  <a:pt x="164706" y="123323"/>
                </a:cubicBezTo>
                <a:cubicBezTo>
                  <a:pt x="153610" y="145149"/>
                  <a:pt x="132809" y="161325"/>
                  <a:pt x="112539" y="164351"/>
                </a:cubicBezTo>
                <a:cubicBezTo>
                  <a:pt x="110900" y="164581"/>
                  <a:pt x="108831" y="164692"/>
                  <a:pt x="106521" y="164692"/>
                </a:cubicBezTo>
                <a:cubicBezTo>
                  <a:pt x="101001" y="164692"/>
                  <a:pt x="94104" y="164062"/>
                  <a:pt x="88411" y="162927"/>
                </a:cubicBezTo>
                <a:cubicBezTo>
                  <a:pt x="67908" y="158499"/>
                  <a:pt x="67419" y="156464"/>
                  <a:pt x="82929" y="137130"/>
                </a:cubicBezTo>
                <a:cubicBezTo>
                  <a:pt x="89746" y="128891"/>
                  <a:pt x="101859" y="113257"/>
                  <a:pt x="110133" y="102890"/>
                </a:cubicBezTo>
                <a:cubicBezTo>
                  <a:pt x="118265" y="92271"/>
                  <a:pt x="126229" y="82239"/>
                  <a:pt x="127828" y="80362"/>
                </a:cubicBezTo>
                <a:cubicBezTo>
                  <a:pt x="139245" y="66435"/>
                  <a:pt x="142027" y="58131"/>
                  <a:pt x="140794" y="42167"/>
                </a:cubicBezTo>
                <a:cubicBezTo>
                  <a:pt x="138776" y="19010"/>
                  <a:pt x="121033" y="0"/>
                  <a:pt x="103846" y="0"/>
                </a:cubicBezTo>
                <a:close/>
              </a:path>
            </a:pathLst>
          </a:custGeom>
          <a:solidFill>
            <a:srgbClr val="000000"/>
          </a:solidFill>
          <a:ln w="7382" cap="flat">
            <a:noFill/>
            <a:prstDash val="solid"/>
            <a:miter/>
          </a:ln>
        </p:spPr>
        <p:txBody>
          <a:bodyPr/>
          <a:lstStyle/>
          <a:p>
            <a:endParaRPr lang="en-AU"/>
          </a:p>
        </p:txBody>
      </p:sp>
      <p:sp>
        <p:nvSpPr>
          <p:cNvPr id="48" name="Freeform: Shape 47">
            <a:extLst>
              <a:ext uri="{FF2B5EF4-FFF2-40B4-BE49-F238E27FC236}">
                <a16:creationId xmlns:a16="http://schemas.microsoft.com/office/drawing/2014/main" id="{2852764B-40EB-B93E-C8DF-46FCD4622BA1}"/>
              </a:ext>
            </a:extLst>
          </p:cNvPr>
          <p:cNvSpPr/>
          <p:nvPr/>
        </p:nvSpPr>
        <p:spPr>
          <a:xfrm flipH="1">
            <a:off x="1591168" y="3013703"/>
            <a:ext cx="125633" cy="139411"/>
          </a:xfrm>
          <a:custGeom>
            <a:avLst/>
            <a:gdLst>
              <a:gd name="csX0" fmla="*/ 25988 w 125633"/>
              <a:gd name="csY0" fmla="*/ 0 h 139411"/>
              <a:gd name="csX1" fmla="*/ 42 w 125633"/>
              <a:gd name="csY1" fmla="*/ 17357 h 139411"/>
              <a:gd name="csX2" fmla="*/ 26067 w 125633"/>
              <a:gd name="csY2" fmla="*/ 37153 h 139411"/>
              <a:gd name="csX3" fmla="*/ 29672 w 125633"/>
              <a:gd name="csY3" fmla="*/ 36985 h 139411"/>
              <a:gd name="csX4" fmla="*/ 43733 w 125633"/>
              <a:gd name="csY4" fmla="*/ 33291 h 139411"/>
              <a:gd name="csX5" fmla="*/ 49870 w 125633"/>
              <a:gd name="csY5" fmla="*/ 30987 h 139411"/>
              <a:gd name="csX6" fmla="*/ 81578 w 125633"/>
              <a:gd name="csY6" fmla="*/ 84121 h 139411"/>
              <a:gd name="csX7" fmla="*/ 111617 w 125633"/>
              <a:gd name="csY7" fmla="*/ 139412 h 139411"/>
              <a:gd name="csX8" fmla="*/ 113017 w 125633"/>
              <a:gd name="csY8" fmla="*/ 134226 h 139411"/>
              <a:gd name="csX9" fmla="*/ 119870 w 125633"/>
              <a:gd name="csY9" fmla="*/ 104044 h 139411"/>
              <a:gd name="csX10" fmla="*/ 123769 w 125633"/>
              <a:gd name="csY10" fmla="*/ 69242 h 139411"/>
              <a:gd name="csX11" fmla="*/ 116982 w 125633"/>
              <a:gd name="csY11" fmla="*/ 54057 h 139411"/>
              <a:gd name="csX12" fmla="*/ 111606 w 125633"/>
              <a:gd name="csY12" fmla="*/ 38421 h 139411"/>
              <a:gd name="csX13" fmla="*/ 94849 w 125633"/>
              <a:gd name="csY13" fmla="*/ 9698 h 139411"/>
              <a:gd name="csX14" fmla="*/ 93871 w 125633"/>
              <a:gd name="csY14" fmla="*/ 10698 h 139411"/>
              <a:gd name="csX15" fmla="*/ 98128 w 125633"/>
              <a:gd name="csY15" fmla="*/ 22013 h 139411"/>
              <a:gd name="csX16" fmla="*/ 97889 w 125633"/>
              <a:gd name="csY16" fmla="*/ 61209 h 139411"/>
              <a:gd name="csX17" fmla="*/ 87677 w 125633"/>
              <a:gd name="csY17" fmla="*/ 73149 h 139411"/>
              <a:gd name="csX18" fmla="*/ 85025 w 125633"/>
              <a:gd name="csY18" fmla="*/ 74073 h 139411"/>
              <a:gd name="csX19" fmla="*/ 67885 w 125633"/>
              <a:gd name="csY19" fmla="*/ 45910 h 139411"/>
              <a:gd name="csX20" fmla="*/ 34102 w 125633"/>
              <a:gd name="csY20" fmla="*/ 1064 h 139411"/>
              <a:gd name="csX21" fmla="*/ 25989 w 125633"/>
              <a:gd name="csY21" fmla="*/ 0 h 13941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</a:cxnLst>
            <a:rect l="l" t="t" r="r" b="b"/>
            <a:pathLst>
              <a:path w="125633" h="139411">
                <a:moveTo>
                  <a:pt x="25988" y="0"/>
                </a:moveTo>
                <a:cubicBezTo>
                  <a:pt x="12579" y="0"/>
                  <a:pt x="-845" y="8000"/>
                  <a:pt x="42" y="17357"/>
                </a:cubicBezTo>
                <a:cubicBezTo>
                  <a:pt x="1036" y="29134"/>
                  <a:pt x="11827" y="37153"/>
                  <a:pt x="26067" y="37153"/>
                </a:cubicBezTo>
                <a:cubicBezTo>
                  <a:pt x="27246" y="37153"/>
                  <a:pt x="28449" y="37098"/>
                  <a:pt x="29672" y="36985"/>
                </a:cubicBezTo>
                <a:cubicBezTo>
                  <a:pt x="34917" y="36543"/>
                  <a:pt x="41398" y="34754"/>
                  <a:pt x="43733" y="33291"/>
                </a:cubicBezTo>
                <a:cubicBezTo>
                  <a:pt x="45989" y="31863"/>
                  <a:pt x="47955" y="30987"/>
                  <a:pt x="49870" y="30987"/>
                </a:cubicBezTo>
                <a:cubicBezTo>
                  <a:pt x="57003" y="30987"/>
                  <a:pt x="63436" y="43137"/>
                  <a:pt x="81578" y="84121"/>
                </a:cubicBezTo>
                <a:cubicBezTo>
                  <a:pt x="97786" y="120565"/>
                  <a:pt x="108035" y="139412"/>
                  <a:pt x="111617" y="139412"/>
                </a:cubicBezTo>
                <a:cubicBezTo>
                  <a:pt x="112697" y="139412"/>
                  <a:pt x="113171" y="137695"/>
                  <a:pt x="113017" y="134226"/>
                </a:cubicBezTo>
                <a:cubicBezTo>
                  <a:pt x="112892" y="131658"/>
                  <a:pt x="115930" y="117937"/>
                  <a:pt x="119870" y="104044"/>
                </a:cubicBezTo>
                <a:cubicBezTo>
                  <a:pt x="126555" y="79725"/>
                  <a:pt x="126801" y="78105"/>
                  <a:pt x="123769" y="69242"/>
                </a:cubicBezTo>
                <a:cubicBezTo>
                  <a:pt x="122023" y="64113"/>
                  <a:pt x="119030" y="57371"/>
                  <a:pt x="116982" y="54057"/>
                </a:cubicBezTo>
                <a:cubicBezTo>
                  <a:pt x="115078" y="50996"/>
                  <a:pt x="112647" y="43776"/>
                  <a:pt x="111606" y="38421"/>
                </a:cubicBezTo>
                <a:cubicBezTo>
                  <a:pt x="109661" y="27988"/>
                  <a:pt x="98437" y="9698"/>
                  <a:pt x="94849" y="9698"/>
                </a:cubicBezTo>
                <a:cubicBezTo>
                  <a:pt x="94380" y="9698"/>
                  <a:pt x="94041" y="10012"/>
                  <a:pt x="93871" y="10698"/>
                </a:cubicBezTo>
                <a:cubicBezTo>
                  <a:pt x="93594" y="11676"/>
                  <a:pt x="95592" y="16665"/>
                  <a:pt x="98128" y="22013"/>
                </a:cubicBezTo>
                <a:cubicBezTo>
                  <a:pt x="105049" y="35967"/>
                  <a:pt x="104914" y="49228"/>
                  <a:pt x="97889" y="61209"/>
                </a:cubicBezTo>
                <a:cubicBezTo>
                  <a:pt x="94754" y="66248"/>
                  <a:pt x="90209" y="71742"/>
                  <a:pt x="87677" y="73149"/>
                </a:cubicBezTo>
                <a:cubicBezTo>
                  <a:pt x="86657" y="73680"/>
                  <a:pt x="85833" y="74073"/>
                  <a:pt x="85025" y="74073"/>
                </a:cubicBezTo>
                <a:cubicBezTo>
                  <a:pt x="82066" y="74073"/>
                  <a:pt x="79317" y="68816"/>
                  <a:pt x="67885" y="45910"/>
                </a:cubicBezTo>
                <a:cubicBezTo>
                  <a:pt x="50598" y="11345"/>
                  <a:pt x="45175" y="4140"/>
                  <a:pt x="34102" y="1064"/>
                </a:cubicBezTo>
                <a:cubicBezTo>
                  <a:pt x="31480" y="335"/>
                  <a:pt x="28735" y="0"/>
                  <a:pt x="25989" y="0"/>
                </a:cubicBezTo>
                <a:close/>
              </a:path>
            </a:pathLst>
          </a:custGeom>
          <a:solidFill>
            <a:srgbClr val="000000"/>
          </a:solidFill>
          <a:ln w="7382" cap="flat">
            <a:noFill/>
            <a:prstDash val="solid"/>
            <a:miter/>
          </a:ln>
        </p:spPr>
        <p:txBody>
          <a:bodyPr/>
          <a:lstStyle/>
          <a:p>
            <a:endParaRPr lang="en-AU"/>
          </a:p>
        </p:txBody>
      </p:sp>
      <p:sp>
        <p:nvSpPr>
          <p:cNvPr id="49" name="Freeform: Shape 48">
            <a:extLst>
              <a:ext uri="{FF2B5EF4-FFF2-40B4-BE49-F238E27FC236}">
                <a16:creationId xmlns:a16="http://schemas.microsoft.com/office/drawing/2014/main" id="{607DB05A-1AA8-FB86-CAA4-321B5BF4F6FB}"/>
              </a:ext>
            </a:extLst>
          </p:cNvPr>
          <p:cNvSpPr/>
          <p:nvPr/>
        </p:nvSpPr>
        <p:spPr>
          <a:xfrm flipH="1">
            <a:off x="2676307" y="3137599"/>
            <a:ext cx="135813" cy="100598"/>
          </a:xfrm>
          <a:custGeom>
            <a:avLst/>
            <a:gdLst>
              <a:gd name="csX0" fmla="*/ 135344 w 135813"/>
              <a:gd name="csY0" fmla="*/ 0 h 100598"/>
              <a:gd name="csX1" fmla="*/ 108857 w 135813"/>
              <a:gd name="csY1" fmla="*/ 20504 h 100598"/>
              <a:gd name="csX2" fmla="*/ 68315 w 135813"/>
              <a:gd name="csY2" fmla="*/ 55894 h 100598"/>
              <a:gd name="csX3" fmla="*/ 51091 w 135813"/>
              <a:gd name="csY3" fmla="*/ 70743 h 100598"/>
              <a:gd name="csX4" fmla="*/ 50915 w 135813"/>
              <a:gd name="csY4" fmla="*/ 70765 h 100598"/>
              <a:gd name="csX5" fmla="*/ 43161 w 135813"/>
              <a:gd name="csY5" fmla="*/ 64107 h 100598"/>
              <a:gd name="csX6" fmla="*/ 16122 w 135813"/>
              <a:gd name="csY6" fmla="*/ 52324 h 100598"/>
              <a:gd name="csX7" fmla="*/ 10441 w 135813"/>
              <a:gd name="csY7" fmla="*/ 53120 h 100598"/>
              <a:gd name="csX8" fmla="*/ 280 w 135813"/>
              <a:gd name="csY8" fmla="*/ 70140 h 100598"/>
              <a:gd name="csX9" fmla="*/ 19058 w 135813"/>
              <a:gd name="csY9" fmla="*/ 85910 h 100598"/>
              <a:gd name="csX10" fmla="*/ 26045 w 135813"/>
              <a:gd name="csY10" fmla="*/ 86930 h 100598"/>
              <a:gd name="csX11" fmla="*/ 78421 w 135813"/>
              <a:gd name="csY11" fmla="*/ 51103 h 100598"/>
              <a:gd name="csX12" fmla="*/ 90323 w 135813"/>
              <a:gd name="csY12" fmla="*/ 42402 h 100598"/>
              <a:gd name="csX13" fmla="*/ 90483 w 135813"/>
              <a:gd name="csY13" fmla="*/ 42421 h 100598"/>
              <a:gd name="csX14" fmla="*/ 97266 w 135813"/>
              <a:gd name="csY14" fmla="*/ 62881 h 100598"/>
              <a:gd name="csX15" fmla="*/ 84313 w 135813"/>
              <a:gd name="csY15" fmla="*/ 92002 h 100598"/>
              <a:gd name="csX16" fmla="*/ 75512 w 135813"/>
              <a:gd name="csY16" fmla="*/ 98213 h 100598"/>
              <a:gd name="csX17" fmla="*/ 73030 w 135813"/>
              <a:gd name="csY17" fmla="*/ 100598 h 100598"/>
              <a:gd name="csX18" fmla="*/ 76056 w 135813"/>
              <a:gd name="csY18" fmla="*/ 100052 h 100598"/>
              <a:gd name="csX19" fmla="*/ 103979 w 135813"/>
              <a:gd name="csY19" fmla="*/ 80577 h 100598"/>
              <a:gd name="csX20" fmla="*/ 113747 w 135813"/>
              <a:gd name="csY20" fmla="*/ 70202 h 100598"/>
              <a:gd name="csX21" fmla="*/ 127067 w 135813"/>
              <a:gd name="csY21" fmla="*/ 47305 h 100598"/>
              <a:gd name="csX22" fmla="*/ 135364 w 135813"/>
              <a:gd name="csY22" fmla="*/ 3 h 100598"/>
              <a:gd name="csX23" fmla="*/ 135346 w 135813"/>
              <a:gd name="csY23" fmla="*/ 0 h 10059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</a:cxnLst>
            <a:rect l="l" t="t" r="r" b="b"/>
            <a:pathLst>
              <a:path w="135813" h="100598">
                <a:moveTo>
                  <a:pt x="135344" y="0"/>
                </a:moveTo>
                <a:cubicBezTo>
                  <a:pt x="134560" y="0"/>
                  <a:pt x="122618" y="9260"/>
                  <a:pt x="108857" y="20504"/>
                </a:cubicBezTo>
                <a:cubicBezTo>
                  <a:pt x="95117" y="32099"/>
                  <a:pt x="76713" y="48095"/>
                  <a:pt x="68315" y="55894"/>
                </a:cubicBezTo>
                <a:cubicBezTo>
                  <a:pt x="59916" y="63695"/>
                  <a:pt x="52048" y="70375"/>
                  <a:pt x="51091" y="70743"/>
                </a:cubicBezTo>
                <a:cubicBezTo>
                  <a:pt x="51037" y="70757"/>
                  <a:pt x="50979" y="70765"/>
                  <a:pt x="50915" y="70765"/>
                </a:cubicBezTo>
                <a:cubicBezTo>
                  <a:pt x="49603" y="70765"/>
                  <a:pt x="46191" y="67767"/>
                  <a:pt x="43161" y="64107"/>
                </a:cubicBezTo>
                <a:cubicBezTo>
                  <a:pt x="37258" y="57300"/>
                  <a:pt x="25297" y="52324"/>
                  <a:pt x="16122" y="52324"/>
                </a:cubicBezTo>
                <a:cubicBezTo>
                  <a:pt x="14053" y="52324"/>
                  <a:pt x="12125" y="52578"/>
                  <a:pt x="10441" y="53120"/>
                </a:cubicBezTo>
                <a:cubicBezTo>
                  <a:pt x="3849" y="55299"/>
                  <a:pt x="-1275" y="63587"/>
                  <a:pt x="280" y="70140"/>
                </a:cubicBezTo>
                <a:cubicBezTo>
                  <a:pt x="1605" y="75996"/>
                  <a:pt x="10753" y="83604"/>
                  <a:pt x="19058" y="85910"/>
                </a:cubicBezTo>
                <a:cubicBezTo>
                  <a:pt x="21425" y="86567"/>
                  <a:pt x="23716" y="86930"/>
                  <a:pt x="26045" y="86930"/>
                </a:cubicBezTo>
                <a:cubicBezTo>
                  <a:pt x="37732" y="86930"/>
                  <a:pt x="50390" y="77814"/>
                  <a:pt x="78421" y="51103"/>
                </a:cubicBezTo>
                <a:cubicBezTo>
                  <a:pt x="83494" y="46225"/>
                  <a:pt x="88858" y="42402"/>
                  <a:pt x="90323" y="42402"/>
                </a:cubicBezTo>
                <a:cubicBezTo>
                  <a:pt x="90383" y="42402"/>
                  <a:pt x="90436" y="42408"/>
                  <a:pt x="90483" y="42421"/>
                </a:cubicBezTo>
                <a:cubicBezTo>
                  <a:pt x="94438" y="43520"/>
                  <a:pt x="97613" y="52633"/>
                  <a:pt x="97266" y="62881"/>
                </a:cubicBezTo>
                <a:cubicBezTo>
                  <a:pt x="97013" y="75054"/>
                  <a:pt x="91626" y="87278"/>
                  <a:pt x="84313" y="92002"/>
                </a:cubicBezTo>
                <a:cubicBezTo>
                  <a:pt x="81669" y="93801"/>
                  <a:pt x="77648" y="96695"/>
                  <a:pt x="75512" y="98213"/>
                </a:cubicBezTo>
                <a:cubicBezTo>
                  <a:pt x="73122" y="99960"/>
                  <a:pt x="72248" y="100598"/>
                  <a:pt x="73030" y="100598"/>
                </a:cubicBezTo>
                <a:cubicBezTo>
                  <a:pt x="73480" y="100598"/>
                  <a:pt x="74480" y="100386"/>
                  <a:pt x="76056" y="100052"/>
                </a:cubicBezTo>
                <a:cubicBezTo>
                  <a:pt x="86849" y="97350"/>
                  <a:pt x="102258" y="86644"/>
                  <a:pt x="103979" y="80577"/>
                </a:cubicBezTo>
                <a:cubicBezTo>
                  <a:pt x="104478" y="78816"/>
                  <a:pt x="108745" y="74302"/>
                  <a:pt x="113747" y="70202"/>
                </a:cubicBezTo>
                <a:cubicBezTo>
                  <a:pt x="122066" y="63436"/>
                  <a:pt x="122961" y="61785"/>
                  <a:pt x="127067" y="47305"/>
                </a:cubicBezTo>
                <a:cubicBezTo>
                  <a:pt x="132475" y="27486"/>
                  <a:pt x="137341" y="551"/>
                  <a:pt x="135364" y="3"/>
                </a:cubicBezTo>
                <a:cubicBezTo>
                  <a:pt x="135359" y="1"/>
                  <a:pt x="135353" y="0"/>
                  <a:pt x="135346" y="0"/>
                </a:cubicBezTo>
                <a:close/>
              </a:path>
            </a:pathLst>
          </a:custGeom>
          <a:solidFill>
            <a:srgbClr val="000000"/>
          </a:solidFill>
          <a:ln w="7382" cap="flat">
            <a:noFill/>
            <a:prstDash val="solid"/>
            <a:miter/>
          </a:ln>
        </p:spPr>
        <p:txBody>
          <a:bodyPr/>
          <a:lstStyle/>
          <a:p>
            <a:endParaRPr lang="en-AU"/>
          </a:p>
        </p:txBody>
      </p:sp>
      <p:sp>
        <p:nvSpPr>
          <p:cNvPr id="50" name="Freeform: Shape 49">
            <a:extLst>
              <a:ext uri="{FF2B5EF4-FFF2-40B4-BE49-F238E27FC236}">
                <a16:creationId xmlns:a16="http://schemas.microsoft.com/office/drawing/2014/main" id="{BF04B24F-1623-FFF3-042C-4F29DD313439}"/>
              </a:ext>
            </a:extLst>
          </p:cNvPr>
          <p:cNvSpPr/>
          <p:nvPr/>
        </p:nvSpPr>
        <p:spPr>
          <a:xfrm flipH="1">
            <a:off x="2456003" y="3112276"/>
            <a:ext cx="153955" cy="133225"/>
          </a:xfrm>
          <a:custGeom>
            <a:avLst/>
            <a:gdLst>
              <a:gd name="csX0" fmla="*/ 82183 w 153955"/>
              <a:gd name="csY0" fmla="*/ 0 h 133225"/>
              <a:gd name="csX1" fmla="*/ 73553 w 153955"/>
              <a:gd name="csY1" fmla="*/ 347 h 133225"/>
              <a:gd name="csX2" fmla="*/ 59083 w 153955"/>
              <a:gd name="csY2" fmla="*/ 49101 h 133225"/>
              <a:gd name="csX3" fmla="*/ 44868 w 153955"/>
              <a:gd name="csY3" fmla="*/ 97714 h 133225"/>
              <a:gd name="csX4" fmla="*/ 35377 w 153955"/>
              <a:gd name="csY4" fmla="*/ 95078 h 133225"/>
              <a:gd name="csX5" fmla="*/ 23192 w 153955"/>
              <a:gd name="csY5" fmla="*/ 93136 h 133225"/>
              <a:gd name="csX6" fmla="*/ 687 w 153955"/>
              <a:gd name="csY6" fmla="*/ 109084 h 133225"/>
              <a:gd name="csX7" fmla="*/ 17578 w 153955"/>
              <a:gd name="csY7" fmla="*/ 127677 h 133225"/>
              <a:gd name="csX8" fmla="*/ 38146 w 153955"/>
              <a:gd name="csY8" fmla="*/ 119911 h 133225"/>
              <a:gd name="csX9" fmla="*/ 52819 w 153955"/>
              <a:gd name="csY9" fmla="*/ 84723 h 133225"/>
              <a:gd name="csX10" fmla="*/ 61256 w 153955"/>
              <a:gd name="csY10" fmla="*/ 54981 h 133225"/>
              <a:gd name="csX11" fmla="*/ 81855 w 153955"/>
              <a:gd name="csY11" fmla="*/ 56058 h 133225"/>
              <a:gd name="csX12" fmla="*/ 129778 w 153955"/>
              <a:gd name="csY12" fmla="*/ 84144 h 133225"/>
              <a:gd name="csX13" fmla="*/ 118736 w 153955"/>
              <a:gd name="csY13" fmla="*/ 103291 h 133225"/>
              <a:gd name="csX14" fmla="*/ 105259 w 153955"/>
              <a:gd name="csY14" fmla="*/ 101399 h 133225"/>
              <a:gd name="csX15" fmla="*/ 97124 w 153955"/>
              <a:gd name="csY15" fmla="*/ 100656 h 133225"/>
              <a:gd name="csX16" fmla="*/ 81000 w 153955"/>
              <a:gd name="csY16" fmla="*/ 107960 h 133225"/>
              <a:gd name="csX17" fmla="*/ 77424 w 153955"/>
              <a:gd name="csY17" fmla="*/ 121321 h 133225"/>
              <a:gd name="csX18" fmla="*/ 92486 w 153955"/>
              <a:gd name="csY18" fmla="*/ 132893 h 133225"/>
              <a:gd name="csX19" fmla="*/ 96084 w 153955"/>
              <a:gd name="csY19" fmla="*/ 133225 h 133225"/>
              <a:gd name="csX20" fmla="*/ 117158 w 153955"/>
              <a:gd name="csY20" fmla="*/ 124124 h 133225"/>
              <a:gd name="csX21" fmla="*/ 138083 w 153955"/>
              <a:gd name="csY21" fmla="*/ 62388 h 133225"/>
              <a:gd name="csX22" fmla="*/ 153955 w 153955"/>
              <a:gd name="csY22" fmla="*/ 6425 h 133225"/>
              <a:gd name="csX23" fmla="*/ 147573 w 153955"/>
              <a:gd name="csY23" fmla="*/ 4863 h 133225"/>
              <a:gd name="csX24" fmla="*/ 134969 w 153955"/>
              <a:gd name="csY24" fmla="*/ 3357 h 133225"/>
              <a:gd name="csX25" fmla="*/ 134560 w 153955"/>
              <a:gd name="csY25" fmla="*/ 3360 h 133225"/>
              <a:gd name="csX26" fmla="*/ 133911 w 153955"/>
              <a:gd name="csY26" fmla="*/ 3368 h 133225"/>
              <a:gd name="csX27" fmla="*/ 109443 w 153955"/>
              <a:gd name="csY27" fmla="*/ 1661 h 133225"/>
              <a:gd name="csX28" fmla="*/ 82183 w 153955"/>
              <a:gd name="csY28" fmla="*/ 0 h 13322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</a:cxnLst>
            <a:rect l="l" t="t" r="r" b="b"/>
            <a:pathLst>
              <a:path w="153955" h="133225">
                <a:moveTo>
                  <a:pt x="82183" y="0"/>
                </a:moveTo>
                <a:lnTo>
                  <a:pt x="73553" y="347"/>
                </a:lnTo>
                <a:lnTo>
                  <a:pt x="59083" y="49101"/>
                </a:lnTo>
                <a:lnTo>
                  <a:pt x="44868" y="97714"/>
                </a:lnTo>
                <a:lnTo>
                  <a:pt x="35377" y="95078"/>
                </a:lnTo>
                <a:cubicBezTo>
                  <a:pt x="31048" y="93770"/>
                  <a:pt x="26956" y="93136"/>
                  <a:pt x="23192" y="93136"/>
                </a:cubicBezTo>
                <a:cubicBezTo>
                  <a:pt x="11923" y="93136"/>
                  <a:pt x="3599" y="98817"/>
                  <a:pt x="687" y="109084"/>
                </a:cubicBezTo>
                <a:cubicBezTo>
                  <a:pt x="-2574" y="120581"/>
                  <a:pt x="6226" y="127677"/>
                  <a:pt x="17578" y="127677"/>
                </a:cubicBezTo>
                <a:cubicBezTo>
                  <a:pt x="24195" y="127677"/>
                  <a:pt x="31678" y="125266"/>
                  <a:pt x="38146" y="119911"/>
                </a:cubicBezTo>
                <a:cubicBezTo>
                  <a:pt x="43822" y="114944"/>
                  <a:pt x="44939" y="112509"/>
                  <a:pt x="52819" y="84723"/>
                </a:cubicBezTo>
                <a:lnTo>
                  <a:pt x="61256" y="54981"/>
                </a:lnTo>
                <a:lnTo>
                  <a:pt x="81855" y="56058"/>
                </a:lnTo>
                <a:cubicBezTo>
                  <a:pt x="141454" y="59524"/>
                  <a:pt x="137437" y="57143"/>
                  <a:pt x="129778" y="84144"/>
                </a:cubicBezTo>
                <a:cubicBezTo>
                  <a:pt x="125507" y="99204"/>
                  <a:pt x="125153" y="103291"/>
                  <a:pt x="118736" y="103291"/>
                </a:cubicBezTo>
                <a:cubicBezTo>
                  <a:pt x="115814" y="103291"/>
                  <a:pt x="111636" y="102443"/>
                  <a:pt x="105259" y="101399"/>
                </a:cubicBezTo>
                <a:cubicBezTo>
                  <a:pt x="102146" y="100916"/>
                  <a:pt x="99482" y="100656"/>
                  <a:pt x="97124" y="100656"/>
                </a:cubicBezTo>
                <a:cubicBezTo>
                  <a:pt x="90350" y="100656"/>
                  <a:pt x="86103" y="102801"/>
                  <a:pt x="81000" y="107960"/>
                </a:cubicBezTo>
                <a:cubicBezTo>
                  <a:pt x="75862" y="113288"/>
                  <a:pt x="75751" y="113679"/>
                  <a:pt x="77424" y="121321"/>
                </a:cubicBezTo>
                <a:cubicBezTo>
                  <a:pt x="79238" y="129214"/>
                  <a:pt x="81334" y="130850"/>
                  <a:pt x="92486" y="132893"/>
                </a:cubicBezTo>
                <a:cubicBezTo>
                  <a:pt x="93626" y="133118"/>
                  <a:pt x="94834" y="133225"/>
                  <a:pt x="96084" y="133225"/>
                </a:cubicBezTo>
                <a:cubicBezTo>
                  <a:pt x="103482" y="133225"/>
                  <a:pt x="112357" y="129472"/>
                  <a:pt x="117158" y="124124"/>
                </a:cubicBezTo>
                <a:cubicBezTo>
                  <a:pt x="121536" y="119218"/>
                  <a:pt x="124652" y="109740"/>
                  <a:pt x="138083" y="62388"/>
                </a:cubicBezTo>
                <a:lnTo>
                  <a:pt x="153955" y="6425"/>
                </a:lnTo>
                <a:lnTo>
                  <a:pt x="147573" y="4863"/>
                </a:lnTo>
                <a:cubicBezTo>
                  <a:pt x="144144" y="3910"/>
                  <a:pt x="138623" y="3357"/>
                  <a:pt x="134969" y="3357"/>
                </a:cubicBezTo>
                <a:cubicBezTo>
                  <a:pt x="134830" y="3357"/>
                  <a:pt x="134694" y="3358"/>
                  <a:pt x="134560" y="3360"/>
                </a:cubicBezTo>
                <a:cubicBezTo>
                  <a:pt x="134367" y="3365"/>
                  <a:pt x="134151" y="3368"/>
                  <a:pt x="133911" y="3368"/>
                </a:cubicBezTo>
                <a:cubicBezTo>
                  <a:pt x="129860" y="3368"/>
                  <a:pt x="119250" y="2591"/>
                  <a:pt x="109443" y="1661"/>
                </a:cubicBezTo>
                <a:cubicBezTo>
                  <a:pt x="99254" y="731"/>
                  <a:pt x="86866" y="34"/>
                  <a:pt x="82183" y="0"/>
                </a:cubicBezTo>
                <a:close/>
              </a:path>
            </a:pathLst>
          </a:custGeom>
          <a:solidFill>
            <a:srgbClr val="000000"/>
          </a:solidFill>
          <a:ln w="7382" cap="flat">
            <a:noFill/>
            <a:prstDash val="solid"/>
            <a:miter/>
          </a:ln>
        </p:spPr>
        <p:txBody>
          <a:bodyPr/>
          <a:lstStyle/>
          <a:p>
            <a:endParaRPr lang="en-AU"/>
          </a:p>
        </p:txBody>
      </p:sp>
      <p:sp>
        <p:nvSpPr>
          <p:cNvPr id="51" name="Freeform: Shape 50">
            <a:extLst>
              <a:ext uri="{FF2B5EF4-FFF2-40B4-BE49-F238E27FC236}">
                <a16:creationId xmlns:a16="http://schemas.microsoft.com/office/drawing/2014/main" id="{04721E3E-22EF-F0CE-A2D3-5A9E888E5FEE}"/>
              </a:ext>
            </a:extLst>
          </p:cNvPr>
          <p:cNvSpPr/>
          <p:nvPr/>
        </p:nvSpPr>
        <p:spPr>
          <a:xfrm flipH="1">
            <a:off x="2279659" y="3130263"/>
            <a:ext cx="70910" cy="163898"/>
          </a:xfrm>
          <a:custGeom>
            <a:avLst/>
            <a:gdLst>
              <a:gd name="csX0" fmla="*/ 33619 w 70910"/>
              <a:gd name="csY0" fmla="*/ 0 h 163898"/>
              <a:gd name="csX1" fmla="*/ 30274 w 70910"/>
              <a:gd name="csY1" fmla="*/ 1183 h 163898"/>
              <a:gd name="csX2" fmla="*/ 22824 w 70910"/>
              <a:gd name="csY2" fmla="*/ 48509 h 163898"/>
              <a:gd name="csX3" fmla="*/ 25229 w 70910"/>
              <a:gd name="csY3" fmla="*/ 61843 h 163898"/>
              <a:gd name="csX4" fmla="*/ 15578 w 70910"/>
              <a:gd name="csY4" fmla="*/ 73305 h 163898"/>
              <a:gd name="csX5" fmla="*/ 17834 w 70910"/>
              <a:gd name="csY5" fmla="*/ 145070 h 163898"/>
              <a:gd name="csX6" fmla="*/ 49015 w 70910"/>
              <a:gd name="csY6" fmla="*/ 152463 h 163898"/>
              <a:gd name="csX7" fmla="*/ 56099 w 70910"/>
              <a:gd name="csY7" fmla="*/ 159075 h 163898"/>
              <a:gd name="csX8" fmla="*/ 57935 w 70910"/>
              <a:gd name="csY8" fmla="*/ 163899 h 163898"/>
              <a:gd name="csX9" fmla="*/ 58208 w 70910"/>
              <a:gd name="csY9" fmla="*/ 163671 h 163898"/>
              <a:gd name="csX10" fmla="*/ 57018 w 70910"/>
              <a:gd name="csY10" fmla="*/ 156586 h 163898"/>
              <a:gd name="csX11" fmla="*/ 61448 w 70910"/>
              <a:gd name="csY11" fmla="*/ 144728 h 163898"/>
              <a:gd name="csX12" fmla="*/ 70453 w 70910"/>
              <a:gd name="csY12" fmla="*/ 115989 h 163898"/>
              <a:gd name="csX13" fmla="*/ 49114 w 70910"/>
              <a:gd name="csY13" fmla="*/ 95707 h 163898"/>
              <a:gd name="csX14" fmla="*/ 35293 w 70910"/>
              <a:gd name="csY14" fmla="*/ 84270 h 163898"/>
              <a:gd name="csX15" fmla="*/ 38348 w 70910"/>
              <a:gd name="csY15" fmla="*/ 68231 h 163898"/>
              <a:gd name="csX16" fmla="*/ 49157 w 70910"/>
              <a:gd name="csY16" fmla="*/ 27116 h 163898"/>
              <a:gd name="csX17" fmla="*/ 33618 w 70910"/>
              <a:gd name="csY17" fmla="*/ 0 h 16389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</a:cxnLst>
            <a:rect l="l" t="t" r="r" b="b"/>
            <a:pathLst>
              <a:path w="70910" h="163898">
                <a:moveTo>
                  <a:pt x="33619" y="0"/>
                </a:moveTo>
                <a:cubicBezTo>
                  <a:pt x="32491" y="0"/>
                  <a:pt x="31370" y="386"/>
                  <a:pt x="30274" y="1183"/>
                </a:cubicBezTo>
                <a:cubicBezTo>
                  <a:pt x="21727" y="7254"/>
                  <a:pt x="18994" y="25914"/>
                  <a:pt x="22824" y="48509"/>
                </a:cubicBezTo>
                <a:lnTo>
                  <a:pt x="25229" y="61843"/>
                </a:lnTo>
                <a:lnTo>
                  <a:pt x="15578" y="73305"/>
                </a:lnTo>
                <a:cubicBezTo>
                  <a:pt x="-5941" y="98780"/>
                  <a:pt x="-5144" y="129821"/>
                  <a:pt x="17834" y="145070"/>
                </a:cubicBezTo>
                <a:cubicBezTo>
                  <a:pt x="23892" y="149284"/>
                  <a:pt x="35923" y="151993"/>
                  <a:pt x="49015" y="152463"/>
                </a:cubicBezTo>
                <a:cubicBezTo>
                  <a:pt x="53643" y="152692"/>
                  <a:pt x="54805" y="153860"/>
                  <a:pt x="56099" y="159075"/>
                </a:cubicBezTo>
                <a:cubicBezTo>
                  <a:pt x="56677" y="162049"/>
                  <a:pt x="57426" y="163899"/>
                  <a:pt x="57935" y="163899"/>
                </a:cubicBezTo>
                <a:cubicBezTo>
                  <a:pt x="58037" y="163899"/>
                  <a:pt x="58129" y="163825"/>
                  <a:pt x="58208" y="163671"/>
                </a:cubicBezTo>
                <a:cubicBezTo>
                  <a:pt x="58542" y="162497"/>
                  <a:pt x="57934" y="159372"/>
                  <a:pt x="57018" y="156586"/>
                </a:cubicBezTo>
                <a:cubicBezTo>
                  <a:pt x="55360" y="151903"/>
                  <a:pt x="55692" y="150729"/>
                  <a:pt x="61448" y="144728"/>
                </a:cubicBezTo>
                <a:cubicBezTo>
                  <a:pt x="68913" y="136458"/>
                  <a:pt x="72194" y="126394"/>
                  <a:pt x="70453" y="115989"/>
                </a:cubicBezTo>
                <a:cubicBezTo>
                  <a:pt x="68481" y="104886"/>
                  <a:pt x="62757" y="99497"/>
                  <a:pt x="49114" y="95707"/>
                </a:cubicBezTo>
                <a:cubicBezTo>
                  <a:pt x="37843" y="92577"/>
                  <a:pt x="37306" y="92216"/>
                  <a:pt x="35293" y="84270"/>
                </a:cubicBezTo>
                <a:cubicBezTo>
                  <a:pt x="33225" y="76518"/>
                  <a:pt x="33502" y="75540"/>
                  <a:pt x="38348" y="68231"/>
                </a:cubicBezTo>
                <a:cubicBezTo>
                  <a:pt x="45942" y="57252"/>
                  <a:pt x="51319" y="36793"/>
                  <a:pt x="49157" y="27116"/>
                </a:cubicBezTo>
                <a:cubicBezTo>
                  <a:pt x="45394" y="10170"/>
                  <a:pt x="39409" y="0"/>
                  <a:pt x="33618" y="0"/>
                </a:cubicBezTo>
                <a:close/>
              </a:path>
            </a:pathLst>
          </a:custGeom>
          <a:solidFill>
            <a:srgbClr val="000000"/>
          </a:solidFill>
          <a:ln w="7382" cap="flat">
            <a:noFill/>
            <a:prstDash val="solid"/>
            <a:miter/>
          </a:ln>
        </p:spPr>
        <p:txBody>
          <a:bodyPr/>
          <a:lstStyle/>
          <a:p>
            <a:endParaRPr lang="en-AU"/>
          </a:p>
        </p:txBody>
      </p:sp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5C778FC2-2426-D49F-D0D5-54E08FA17E6F}"/>
              </a:ext>
            </a:extLst>
          </p:cNvPr>
          <p:cNvSpPr/>
          <p:nvPr/>
        </p:nvSpPr>
        <p:spPr>
          <a:xfrm flipH="1">
            <a:off x="6806319" y="1766657"/>
            <a:ext cx="191974" cy="143016"/>
          </a:xfrm>
          <a:custGeom>
            <a:avLst/>
            <a:gdLst>
              <a:gd name="csX0" fmla="*/ 190549 w 191974"/>
              <a:gd name="csY0" fmla="*/ 0 h 143016"/>
              <a:gd name="csX1" fmla="*/ 164060 w 191974"/>
              <a:gd name="csY1" fmla="*/ 19119 h 143016"/>
              <a:gd name="csX2" fmla="*/ 129224 w 191974"/>
              <a:gd name="csY2" fmla="*/ 50185 h 143016"/>
              <a:gd name="csX3" fmla="*/ 69167 w 191974"/>
              <a:gd name="csY3" fmla="*/ 98933 h 143016"/>
              <a:gd name="csX4" fmla="*/ 69109 w 191974"/>
              <a:gd name="csY4" fmla="*/ 98926 h 143016"/>
              <a:gd name="csX5" fmla="*/ 61481 w 191974"/>
              <a:gd name="csY5" fmla="*/ 90474 h 143016"/>
              <a:gd name="csX6" fmla="*/ 26779 w 191974"/>
              <a:gd name="csY6" fmla="*/ 72181 h 143016"/>
              <a:gd name="csX7" fmla="*/ 26778 w 191974"/>
              <a:gd name="csY7" fmla="*/ 72181 h 143016"/>
              <a:gd name="csX8" fmla="*/ 26179 w 191974"/>
              <a:gd name="csY8" fmla="*/ 72178 h 143016"/>
              <a:gd name="csX9" fmla="*/ 3640 w 191974"/>
              <a:gd name="csY9" fmla="*/ 83064 h 143016"/>
              <a:gd name="csX10" fmla="*/ 577 w 191974"/>
              <a:gd name="csY10" fmla="*/ 97624 h 143016"/>
              <a:gd name="csX11" fmla="*/ 27206 w 191974"/>
              <a:gd name="csY11" fmla="*/ 121062 h 143016"/>
              <a:gd name="csX12" fmla="*/ 40569 w 191974"/>
              <a:gd name="csY12" fmla="*/ 123067 h 143016"/>
              <a:gd name="csX13" fmla="*/ 63340 w 191974"/>
              <a:gd name="csY13" fmla="*/ 114001 h 143016"/>
              <a:gd name="csX14" fmla="*/ 83794 w 191974"/>
              <a:gd name="csY14" fmla="*/ 96038 h 143016"/>
              <a:gd name="csX15" fmla="*/ 110152 w 191974"/>
              <a:gd name="csY15" fmla="*/ 73807 h 143016"/>
              <a:gd name="csX16" fmla="*/ 125926 w 191974"/>
              <a:gd name="csY16" fmla="*/ 62567 h 143016"/>
              <a:gd name="csX17" fmla="*/ 126434 w 191974"/>
              <a:gd name="csY17" fmla="*/ 62540 h 143016"/>
              <a:gd name="csX18" fmla="*/ 135938 w 191974"/>
              <a:gd name="csY18" fmla="*/ 79914 h 143016"/>
              <a:gd name="csX19" fmla="*/ 106987 w 191974"/>
              <a:gd name="csY19" fmla="*/ 138366 h 143016"/>
              <a:gd name="csX20" fmla="*/ 103963 w 191974"/>
              <a:gd name="csY20" fmla="*/ 143014 h 143016"/>
              <a:gd name="csX21" fmla="*/ 104184 w 191974"/>
              <a:gd name="csY21" fmla="*/ 143017 h 143016"/>
              <a:gd name="csX22" fmla="*/ 144612 w 191974"/>
              <a:gd name="csY22" fmla="*/ 112509 h 143016"/>
              <a:gd name="csX23" fmla="*/ 155758 w 191974"/>
              <a:gd name="csY23" fmla="*/ 101040 h 143016"/>
              <a:gd name="csX24" fmla="*/ 184664 w 191974"/>
              <a:gd name="csY24" fmla="*/ 38986 h 143016"/>
              <a:gd name="csX25" fmla="*/ 189881 w 191974"/>
              <a:gd name="csY25" fmla="*/ 8560 h 143016"/>
              <a:gd name="csX26" fmla="*/ 190590 w 191974"/>
              <a:gd name="csY26" fmla="*/ 0 h 1430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</a:cxnLst>
            <a:rect l="l" t="t" r="r" b="b"/>
            <a:pathLst>
              <a:path w="191974" h="143016">
                <a:moveTo>
                  <a:pt x="190549" y="0"/>
                </a:moveTo>
                <a:cubicBezTo>
                  <a:pt x="187409" y="27"/>
                  <a:pt x="178965" y="6243"/>
                  <a:pt x="164060" y="19119"/>
                </a:cubicBezTo>
                <a:cubicBezTo>
                  <a:pt x="151221" y="30541"/>
                  <a:pt x="135573" y="44348"/>
                  <a:pt x="129224" y="50185"/>
                </a:cubicBezTo>
                <a:cubicBezTo>
                  <a:pt x="111344" y="66987"/>
                  <a:pt x="71760" y="98933"/>
                  <a:pt x="69167" y="98933"/>
                </a:cubicBezTo>
                <a:cubicBezTo>
                  <a:pt x="69145" y="98933"/>
                  <a:pt x="69126" y="98931"/>
                  <a:pt x="69109" y="98926"/>
                </a:cubicBezTo>
                <a:cubicBezTo>
                  <a:pt x="68120" y="98652"/>
                  <a:pt x="64745" y="94758"/>
                  <a:pt x="61481" y="90474"/>
                </a:cubicBezTo>
                <a:cubicBezTo>
                  <a:pt x="54154" y="80208"/>
                  <a:pt x="38938" y="72181"/>
                  <a:pt x="26779" y="72181"/>
                </a:cubicBezTo>
                <a:lnTo>
                  <a:pt x="26778" y="72181"/>
                </a:lnTo>
                <a:cubicBezTo>
                  <a:pt x="26577" y="72179"/>
                  <a:pt x="26377" y="72178"/>
                  <a:pt x="26179" y="72178"/>
                </a:cubicBezTo>
                <a:cubicBezTo>
                  <a:pt x="15485" y="72178"/>
                  <a:pt x="9198" y="75282"/>
                  <a:pt x="3640" y="83064"/>
                </a:cubicBezTo>
                <a:cubicBezTo>
                  <a:pt x="-256" y="88526"/>
                  <a:pt x="-557" y="90342"/>
                  <a:pt x="577" y="97624"/>
                </a:cubicBezTo>
                <a:cubicBezTo>
                  <a:pt x="2492" y="108921"/>
                  <a:pt x="11387" y="116668"/>
                  <a:pt x="27206" y="121062"/>
                </a:cubicBezTo>
                <a:cubicBezTo>
                  <a:pt x="32016" y="122398"/>
                  <a:pt x="36446" y="123067"/>
                  <a:pt x="40569" y="123067"/>
                </a:cubicBezTo>
                <a:cubicBezTo>
                  <a:pt x="49328" y="123067"/>
                  <a:pt x="56694" y="120048"/>
                  <a:pt x="63340" y="114001"/>
                </a:cubicBezTo>
                <a:cubicBezTo>
                  <a:pt x="67132" y="110409"/>
                  <a:pt x="76432" y="102438"/>
                  <a:pt x="83794" y="96038"/>
                </a:cubicBezTo>
                <a:cubicBezTo>
                  <a:pt x="91353" y="89694"/>
                  <a:pt x="103154" y="79674"/>
                  <a:pt x="110152" y="73807"/>
                </a:cubicBezTo>
                <a:cubicBezTo>
                  <a:pt x="117204" y="67744"/>
                  <a:pt x="124177" y="62715"/>
                  <a:pt x="125926" y="62567"/>
                </a:cubicBezTo>
                <a:cubicBezTo>
                  <a:pt x="126097" y="62549"/>
                  <a:pt x="126267" y="62540"/>
                  <a:pt x="126434" y="62540"/>
                </a:cubicBezTo>
                <a:cubicBezTo>
                  <a:pt x="130567" y="62540"/>
                  <a:pt x="133551" y="68092"/>
                  <a:pt x="135938" y="79914"/>
                </a:cubicBezTo>
                <a:cubicBezTo>
                  <a:pt x="140212" y="100943"/>
                  <a:pt x="127413" y="126519"/>
                  <a:pt x="106987" y="138366"/>
                </a:cubicBezTo>
                <a:cubicBezTo>
                  <a:pt x="99841" y="142503"/>
                  <a:pt x="99532" y="142840"/>
                  <a:pt x="103963" y="143014"/>
                </a:cubicBezTo>
                <a:cubicBezTo>
                  <a:pt x="104036" y="143016"/>
                  <a:pt x="104110" y="143017"/>
                  <a:pt x="104184" y="143017"/>
                </a:cubicBezTo>
                <a:cubicBezTo>
                  <a:pt x="114837" y="143017"/>
                  <a:pt x="133901" y="128611"/>
                  <a:pt x="144612" y="112509"/>
                </a:cubicBezTo>
                <a:cubicBezTo>
                  <a:pt x="147217" y="108589"/>
                  <a:pt x="152299" y="103456"/>
                  <a:pt x="155758" y="101040"/>
                </a:cubicBezTo>
                <a:cubicBezTo>
                  <a:pt x="175021" y="88025"/>
                  <a:pt x="182254" y="72302"/>
                  <a:pt x="184664" y="38986"/>
                </a:cubicBezTo>
                <a:cubicBezTo>
                  <a:pt x="185670" y="24911"/>
                  <a:pt x="187647" y="13428"/>
                  <a:pt x="189881" y="8560"/>
                </a:cubicBezTo>
                <a:cubicBezTo>
                  <a:pt x="192343" y="2922"/>
                  <a:pt x="192702" y="19"/>
                  <a:pt x="190590" y="0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7382" cap="flat">
            <a:noFill/>
            <a:prstDash val="solid"/>
            <a:miter/>
          </a:ln>
        </p:spPr>
        <p:txBody>
          <a:bodyPr/>
          <a:lstStyle/>
          <a:p>
            <a:endParaRPr lang="en-AU"/>
          </a:p>
        </p:txBody>
      </p:sp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454082AB-B155-134F-6FD1-835D3A02192B}"/>
              </a:ext>
            </a:extLst>
          </p:cNvPr>
          <p:cNvSpPr/>
          <p:nvPr/>
        </p:nvSpPr>
        <p:spPr>
          <a:xfrm flipH="1">
            <a:off x="2015308" y="3173100"/>
            <a:ext cx="185803" cy="144360"/>
          </a:xfrm>
          <a:custGeom>
            <a:avLst/>
            <a:gdLst>
              <a:gd name="csX0" fmla="*/ 109097 w 185803"/>
              <a:gd name="csY0" fmla="*/ 0 h 144360"/>
              <a:gd name="csX1" fmla="*/ 81001 w 185803"/>
              <a:gd name="csY1" fmla="*/ 6193 h 144360"/>
              <a:gd name="csX2" fmla="*/ 62684 w 185803"/>
              <a:gd name="csY2" fmla="*/ 10606 h 144360"/>
              <a:gd name="csX3" fmla="*/ 20094 w 185803"/>
              <a:gd name="csY3" fmla="*/ 30652 h 144360"/>
              <a:gd name="csX4" fmla="*/ 21179 w 185803"/>
              <a:gd name="csY4" fmla="*/ 31337 h 144360"/>
              <a:gd name="csX5" fmla="*/ 28775 w 185803"/>
              <a:gd name="csY5" fmla="*/ 28629 h 144360"/>
              <a:gd name="csX6" fmla="*/ 49537 w 185803"/>
              <a:gd name="csY6" fmla="*/ 22364 h 144360"/>
              <a:gd name="csX7" fmla="*/ 59008 w 185803"/>
              <a:gd name="csY7" fmla="*/ 21382 h 144360"/>
              <a:gd name="csX8" fmla="*/ 73442 w 185803"/>
              <a:gd name="csY8" fmla="*/ 24570 h 144360"/>
              <a:gd name="csX9" fmla="*/ 100089 w 185803"/>
              <a:gd name="csY9" fmla="*/ 45692 h 144360"/>
              <a:gd name="csX10" fmla="*/ 86347 w 185803"/>
              <a:gd name="csY10" fmla="*/ 57285 h 144360"/>
              <a:gd name="csX11" fmla="*/ 2025 w 185803"/>
              <a:gd name="csY11" fmla="*/ 105635 h 144360"/>
              <a:gd name="csX12" fmla="*/ 18141 w 185803"/>
              <a:gd name="csY12" fmla="*/ 142830 h 144360"/>
              <a:gd name="csX13" fmla="*/ 26246 w 185803"/>
              <a:gd name="csY13" fmla="*/ 144361 h 144360"/>
              <a:gd name="csX14" fmla="*/ 34185 w 185803"/>
              <a:gd name="csY14" fmla="*/ 141165 h 144360"/>
              <a:gd name="csX15" fmla="*/ 45076 w 185803"/>
              <a:gd name="csY15" fmla="*/ 93740 h 144360"/>
              <a:gd name="csX16" fmla="*/ 42840 w 185803"/>
              <a:gd name="csY16" fmla="*/ 79820 h 144360"/>
              <a:gd name="csX17" fmla="*/ 62463 w 185803"/>
              <a:gd name="csY17" fmla="*/ 71549 h 144360"/>
              <a:gd name="csX18" fmla="*/ 132895 w 185803"/>
              <a:gd name="csY18" fmla="*/ 45094 h 144360"/>
              <a:gd name="csX19" fmla="*/ 155343 w 185803"/>
              <a:gd name="csY19" fmla="*/ 37396 h 144360"/>
              <a:gd name="csX20" fmla="*/ 176824 w 185803"/>
              <a:gd name="csY20" fmla="*/ 21831 h 144360"/>
              <a:gd name="csX21" fmla="*/ 148199 w 185803"/>
              <a:gd name="csY21" fmla="*/ 12193 h 144360"/>
              <a:gd name="csX22" fmla="*/ 110479 w 185803"/>
              <a:gd name="csY22" fmla="*/ 28 h 144360"/>
              <a:gd name="csX23" fmla="*/ 109094 w 185803"/>
              <a:gd name="csY23" fmla="*/ 1 h 14436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</a:cxnLst>
            <a:rect l="l" t="t" r="r" b="b"/>
            <a:pathLst>
              <a:path w="185803" h="144360">
                <a:moveTo>
                  <a:pt x="109097" y="0"/>
                </a:moveTo>
                <a:cubicBezTo>
                  <a:pt x="101146" y="0"/>
                  <a:pt x="90091" y="2542"/>
                  <a:pt x="81001" y="6193"/>
                </a:cubicBezTo>
                <a:cubicBezTo>
                  <a:pt x="75652" y="8508"/>
                  <a:pt x="67423" y="10444"/>
                  <a:pt x="62684" y="10606"/>
                </a:cubicBezTo>
                <a:cubicBezTo>
                  <a:pt x="46719" y="11237"/>
                  <a:pt x="19838" y="24035"/>
                  <a:pt x="20094" y="30652"/>
                </a:cubicBezTo>
                <a:cubicBezTo>
                  <a:pt x="20096" y="31120"/>
                  <a:pt x="20491" y="31337"/>
                  <a:pt x="21179" y="31337"/>
                </a:cubicBezTo>
                <a:cubicBezTo>
                  <a:pt x="22665" y="31337"/>
                  <a:pt x="25524" y="30323"/>
                  <a:pt x="28775" y="28629"/>
                </a:cubicBezTo>
                <a:cubicBezTo>
                  <a:pt x="33531" y="26150"/>
                  <a:pt x="42883" y="23260"/>
                  <a:pt x="49537" y="22364"/>
                </a:cubicBezTo>
                <a:cubicBezTo>
                  <a:pt x="53376" y="21739"/>
                  <a:pt x="56301" y="21382"/>
                  <a:pt x="59008" y="21382"/>
                </a:cubicBezTo>
                <a:cubicBezTo>
                  <a:pt x="63399" y="21382"/>
                  <a:pt x="67219" y="22320"/>
                  <a:pt x="73442" y="24570"/>
                </a:cubicBezTo>
                <a:cubicBezTo>
                  <a:pt x="86160" y="29369"/>
                  <a:pt x="99610" y="39859"/>
                  <a:pt x="100089" y="45692"/>
                </a:cubicBezTo>
                <a:cubicBezTo>
                  <a:pt x="100505" y="50240"/>
                  <a:pt x="96516" y="53776"/>
                  <a:pt x="86347" y="57285"/>
                </a:cubicBezTo>
                <a:cubicBezTo>
                  <a:pt x="10275" y="84073"/>
                  <a:pt x="7686" y="85676"/>
                  <a:pt x="2025" y="105635"/>
                </a:cubicBezTo>
                <a:cubicBezTo>
                  <a:pt x="-3469" y="125008"/>
                  <a:pt x="2321" y="138438"/>
                  <a:pt x="18141" y="142830"/>
                </a:cubicBezTo>
                <a:cubicBezTo>
                  <a:pt x="21728" y="143827"/>
                  <a:pt x="24193" y="144361"/>
                  <a:pt x="26246" y="144361"/>
                </a:cubicBezTo>
                <a:cubicBezTo>
                  <a:pt x="29058" y="144361"/>
                  <a:pt x="31096" y="143357"/>
                  <a:pt x="34185" y="141165"/>
                </a:cubicBezTo>
                <a:cubicBezTo>
                  <a:pt x="46753" y="132200"/>
                  <a:pt x="51259" y="112554"/>
                  <a:pt x="45076" y="93740"/>
                </a:cubicBezTo>
                <a:cubicBezTo>
                  <a:pt x="42874" y="87217"/>
                  <a:pt x="41857" y="81025"/>
                  <a:pt x="42840" y="79820"/>
                </a:cubicBezTo>
                <a:cubicBezTo>
                  <a:pt x="43567" y="78756"/>
                  <a:pt x="52549" y="74918"/>
                  <a:pt x="62463" y="71549"/>
                </a:cubicBezTo>
                <a:cubicBezTo>
                  <a:pt x="81643" y="64845"/>
                  <a:pt x="130617" y="46361"/>
                  <a:pt x="132895" y="45094"/>
                </a:cubicBezTo>
                <a:cubicBezTo>
                  <a:pt x="133655" y="44671"/>
                  <a:pt x="143626" y="41108"/>
                  <a:pt x="155343" y="37396"/>
                </a:cubicBezTo>
                <a:cubicBezTo>
                  <a:pt x="189201" y="26325"/>
                  <a:pt x="192407" y="24048"/>
                  <a:pt x="176824" y="21831"/>
                </a:cubicBezTo>
                <a:cubicBezTo>
                  <a:pt x="171856" y="21296"/>
                  <a:pt x="158829" y="16833"/>
                  <a:pt x="148199" y="12193"/>
                </a:cubicBezTo>
                <a:cubicBezTo>
                  <a:pt x="128666" y="3601"/>
                  <a:pt x="118295" y="298"/>
                  <a:pt x="110479" y="28"/>
                </a:cubicBezTo>
                <a:cubicBezTo>
                  <a:pt x="110029" y="10"/>
                  <a:pt x="109567" y="1"/>
                  <a:pt x="109094" y="1"/>
                </a:cubicBezTo>
                <a:close/>
              </a:path>
            </a:pathLst>
          </a:custGeom>
          <a:solidFill>
            <a:srgbClr val="000000"/>
          </a:solidFill>
          <a:ln w="7382" cap="flat">
            <a:noFill/>
            <a:prstDash val="solid"/>
            <a:miter/>
          </a:ln>
        </p:spPr>
        <p:txBody>
          <a:bodyPr/>
          <a:lstStyle/>
          <a:p>
            <a:endParaRPr lang="en-AU"/>
          </a:p>
        </p:txBody>
      </p:sp>
      <p:sp>
        <p:nvSpPr>
          <p:cNvPr id="54" name="Freeform: Shape 53">
            <a:extLst>
              <a:ext uri="{FF2B5EF4-FFF2-40B4-BE49-F238E27FC236}">
                <a16:creationId xmlns:a16="http://schemas.microsoft.com/office/drawing/2014/main" id="{2EA3D558-BF63-C596-85BA-E3CAFA49EE5E}"/>
              </a:ext>
            </a:extLst>
          </p:cNvPr>
          <p:cNvSpPr/>
          <p:nvPr/>
        </p:nvSpPr>
        <p:spPr>
          <a:xfrm flipH="1">
            <a:off x="3252826" y="1509525"/>
            <a:ext cx="263783" cy="229817"/>
          </a:xfrm>
          <a:custGeom>
            <a:avLst/>
            <a:gdLst>
              <a:gd name="csX0" fmla="*/ 125239 w 263783"/>
              <a:gd name="csY0" fmla="*/ 1 h 229817"/>
              <a:gd name="csX1" fmla="*/ 100866 w 263783"/>
              <a:gd name="csY1" fmla="*/ 84422 h 229817"/>
              <a:gd name="csX2" fmla="*/ 76353 w 263783"/>
              <a:gd name="csY2" fmla="*/ 168594 h 229817"/>
              <a:gd name="csX3" fmla="*/ 62480 w 263783"/>
              <a:gd name="csY3" fmla="*/ 164108 h 229817"/>
              <a:gd name="csX4" fmla="*/ 44202 w 263783"/>
              <a:gd name="csY4" fmla="*/ 160428 h 229817"/>
              <a:gd name="csX5" fmla="*/ 37159 w 263783"/>
              <a:gd name="csY5" fmla="*/ 160874 h 229817"/>
              <a:gd name="csX6" fmla="*/ 2021 w 263783"/>
              <a:gd name="csY6" fmla="*/ 181722 h 229817"/>
              <a:gd name="csX7" fmla="*/ 8047 w 263783"/>
              <a:gd name="csY7" fmla="*/ 209360 h 229817"/>
              <a:gd name="csX8" fmla="*/ 30990 w 263783"/>
              <a:gd name="csY8" fmla="*/ 218826 h 229817"/>
              <a:gd name="csX9" fmla="*/ 54245 w 263783"/>
              <a:gd name="csY9" fmla="*/ 212693 h 229817"/>
              <a:gd name="csX10" fmla="*/ 90100 w 263783"/>
              <a:gd name="csY10" fmla="*/ 146448 h 229817"/>
              <a:gd name="csX11" fmla="*/ 107100 w 263783"/>
              <a:gd name="csY11" fmla="*/ 96287 h 229817"/>
              <a:gd name="csX12" fmla="*/ 112182 w 263783"/>
              <a:gd name="csY12" fmla="*/ 95524 h 229817"/>
              <a:gd name="csX13" fmla="*/ 175164 w 263783"/>
              <a:gd name="csY13" fmla="*/ 99992 h 229817"/>
              <a:gd name="csX14" fmla="*/ 223457 w 263783"/>
              <a:gd name="csY14" fmla="*/ 104961 h 229817"/>
              <a:gd name="csX15" fmla="*/ 229390 w 263783"/>
              <a:gd name="csY15" fmla="*/ 106609 h 229817"/>
              <a:gd name="csX16" fmla="*/ 218338 w 263783"/>
              <a:gd name="csY16" fmla="*/ 144069 h 229817"/>
              <a:gd name="csX17" fmla="*/ 204931 w 263783"/>
              <a:gd name="csY17" fmla="*/ 180246 h 229817"/>
              <a:gd name="csX18" fmla="*/ 204289 w 263783"/>
              <a:gd name="csY18" fmla="*/ 180063 h 229817"/>
              <a:gd name="csX19" fmla="*/ 190552 w 263783"/>
              <a:gd name="csY19" fmla="*/ 174348 h 229817"/>
              <a:gd name="csX20" fmla="*/ 175038 w 263783"/>
              <a:gd name="csY20" fmla="*/ 171794 h 229817"/>
              <a:gd name="csX21" fmla="*/ 132518 w 263783"/>
              <a:gd name="csY21" fmla="*/ 197703 h 229817"/>
              <a:gd name="csX22" fmla="*/ 152497 w 263783"/>
              <a:gd name="csY22" fmla="*/ 228794 h 229817"/>
              <a:gd name="csX23" fmla="*/ 161347 w 263783"/>
              <a:gd name="csY23" fmla="*/ 229818 h 229817"/>
              <a:gd name="csX24" fmla="*/ 192271 w 263783"/>
              <a:gd name="csY24" fmla="*/ 221686 h 229817"/>
              <a:gd name="csX25" fmla="*/ 237459 w 263783"/>
              <a:gd name="csY25" fmla="*/ 106739 h 229817"/>
              <a:gd name="csX26" fmla="*/ 263784 w 263783"/>
              <a:gd name="csY26" fmla="*/ 11672 h 229817"/>
              <a:gd name="csX27" fmla="*/ 258018 w 263783"/>
              <a:gd name="csY27" fmla="*/ 9437 h 229817"/>
              <a:gd name="csX28" fmla="*/ 251516 w 263783"/>
              <a:gd name="csY28" fmla="*/ 7727 h 229817"/>
              <a:gd name="csX29" fmla="*/ 250788 w 263783"/>
              <a:gd name="csY29" fmla="*/ 7851 h 229817"/>
              <a:gd name="csX30" fmla="*/ 249373 w 263783"/>
              <a:gd name="csY30" fmla="*/ 7928 h 229817"/>
              <a:gd name="csX31" fmla="*/ 141495 w 263783"/>
              <a:gd name="csY31" fmla="*/ 1350 h 229817"/>
              <a:gd name="csX32" fmla="*/ 125239 w 263783"/>
              <a:gd name="csY32" fmla="*/ 0 h 22981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</a:cxnLst>
            <a:rect l="l" t="t" r="r" b="b"/>
            <a:pathLst>
              <a:path w="263783" h="229817">
                <a:moveTo>
                  <a:pt x="125239" y="1"/>
                </a:moveTo>
                <a:lnTo>
                  <a:pt x="100866" y="84422"/>
                </a:lnTo>
                <a:lnTo>
                  <a:pt x="76353" y="168594"/>
                </a:lnTo>
                <a:lnTo>
                  <a:pt x="62480" y="164108"/>
                </a:lnTo>
                <a:cubicBezTo>
                  <a:pt x="54636" y="161473"/>
                  <a:pt x="49761" y="160428"/>
                  <a:pt x="44202" y="160428"/>
                </a:cubicBezTo>
                <a:cubicBezTo>
                  <a:pt x="42031" y="160428"/>
                  <a:pt x="39756" y="160587"/>
                  <a:pt x="37159" y="160874"/>
                </a:cubicBezTo>
                <a:cubicBezTo>
                  <a:pt x="23598" y="162807"/>
                  <a:pt x="6464" y="172826"/>
                  <a:pt x="2021" y="181722"/>
                </a:cubicBezTo>
                <a:cubicBezTo>
                  <a:pt x="-2115" y="190284"/>
                  <a:pt x="196" y="201691"/>
                  <a:pt x="8047" y="209360"/>
                </a:cubicBezTo>
                <a:cubicBezTo>
                  <a:pt x="14303" y="215663"/>
                  <a:pt x="22106" y="218826"/>
                  <a:pt x="30990" y="218826"/>
                </a:cubicBezTo>
                <a:cubicBezTo>
                  <a:pt x="38126" y="218826"/>
                  <a:pt x="45958" y="216785"/>
                  <a:pt x="54245" y="212693"/>
                </a:cubicBezTo>
                <a:cubicBezTo>
                  <a:pt x="73807" y="203139"/>
                  <a:pt x="74283" y="202215"/>
                  <a:pt x="90100" y="146448"/>
                </a:cubicBezTo>
                <a:cubicBezTo>
                  <a:pt x="100534" y="109661"/>
                  <a:pt x="104679" y="97302"/>
                  <a:pt x="107100" y="96287"/>
                </a:cubicBezTo>
                <a:cubicBezTo>
                  <a:pt x="108147" y="95813"/>
                  <a:pt x="109119" y="95524"/>
                  <a:pt x="112182" y="95524"/>
                </a:cubicBezTo>
                <a:cubicBezTo>
                  <a:pt x="118417" y="95524"/>
                  <a:pt x="133317" y="96722"/>
                  <a:pt x="175164" y="99992"/>
                </a:cubicBezTo>
                <a:cubicBezTo>
                  <a:pt x="198334" y="101784"/>
                  <a:pt x="220096" y="104028"/>
                  <a:pt x="223457" y="104961"/>
                </a:cubicBezTo>
                <a:lnTo>
                  <a:pt x="229390" y="106609"/>
                </a:lnTo>
                <a:lnTo>
                  <a:pt x="218338" y="144069"/>
                </a:lnTo>
                <a:cubicBezTo>
                  <a:pt x="209415" y="173478"/>
                  <a:pt x="207089" y="180246"/>
                  <a:pt x="204931" y="180246"/>
                </a:cubicBezTo>
                <a:cubicBezTo>
                  <a:pt x="204718" y="180246"/>
                  <a:pt x="204506" y="180180"/>
                  <a:pt x="204289" y="180063"/>
                </a:cubicBezTo>
                <a:cubicBezTo>
                  <a:pt x="202874" y="179037"/>
                  <a:pt x="196570" y="176442"/>
                  <a:pt x="190552" y="174348"/>
                </a:cubicBezTo>
                <a:cubicBezTo>
                  <a:pt x="185591" y="172604"/>
                  <a:pt x="180315" y="171794"/>
                  <a:pt x="175038" y="171794"/>
                </a:cubicBezTo>
                <a:cubicBezTo>
                  <a:pt x="155963" y="171794"/>
                  <a:pt x="136865" y="182377"/>
                  <a:pt x="132518" y="197703"/>
                </a:cubicBezTo>
                <a:cubicBezTo>
                  <a:pt x="128632" y="211401"/>
                  <a:pt x="137073" y="224510"/>
                  <a:pt x="152497" y="228794"/>
                </a:cubicBezTo>
                <a:cubicBezTo>
                  <a:pt x="155007" y="229491"/>
                  <a:pt x="158042" y="229818"/>
                  <a:pt x="161347" y="229818"/>
                </a:cubicBezTo>
                <a:cubicBezTo>
                  <a:pt x="171580" y="229818"/>
                  <a:pt x="184403" y="226682"/>
                  <a:pt x="192271" y="221686"/>
                </a:cubicBezTo>
                <a:cubicBezTo>
                  <a:pt x="208051" y="211926"/>
                  <a:pt x="208162" y="211535"/>
                  <a:pt x="237459" y="106739"/>
                </a:cubicBezTo>
                <a:lnTo>
                  <a:pt x="263784" y="11672"/>
                </a:lnTo>
                <a:lnTo>
                  <a:pt x="258018" y="9437"/>
                </a:lnTo>
                <a:cubicBezTo>
                  <a:pt x="255415" y="8376"/>
                  <a:pt x="252832" y="7727"/>
                  <a:pt x="251516" y="7727"/>
                </a:cubicBezTo>
                <a:cubicBezTo>
                  <a:pt x="251189" y="7727"/>
                  <a:pt x="250940" y="7767"/>
                  <a:pt x="250788" y="7851"/>
                </a:cubicBezTo>
                <a:cubicBezTo>
                  <a:pt x="250695" y="7903"/>
                  <a:pt x="250208" y="7928"/>
                  <a:pt x="249373" y="7928"/>
                </a:cubicBezTo>
                <a:cubicBezTo>
                  <a:pt x="238908" y="7928"/>
                  <a:pt x="173721" y="4044"/>
                  <a:pt x="141495" y="1350"/>
                </a:cubicBezTo>
                <a:lnTo>
                  <a:pt x="125239" y="0"/>
                </a:lnTo>
                <a:close/>
              </a:path>
            </a:pathLst>
          </a:custGeom>
          <a:solidFill>
            <a:schemeClr val="accent5">
              <a:lumMod val="50000"/>
            </a:schemeClr>
          </a:solidFill>
          <a:ln w="7382" cap="flat">
            <a:noFill/>
            <a:prstDash val="solid"/>
            <a:miter/>
          </a:ln>
        </p:spPr>
        <p:txBody>
          <a:bodyPr/>
          <a:lstStyle/>
          <a:p>
            <a:endParaRPr lang="en-AU"/>
          </a:p>
        </p:txBody>
      </p:sp>
      <p:sp>
        <p:nvSpPr>
          <p:cNvPr id="55" name="Freeform: Shape 54">
            <a:extLst>
              <a:ext uri="{FF2B5EF4-FFF2-40B4-BE49-F238E27FC236}">
                <a16:creationId xmlns:a16="http://schemas.microsoft.com/office/drawing/2014/main" id="{3C41B491-8EDA-C59E-8342-216652833A8E}"/>
              </a:ext>
            </a:extLst>
          </p:cNvPr>
          <p:cNvSpPr/>
          <p:nvPr/>
        </p:nvSpPr>
        <p:spPr>
          <a:xfrm flipH="1">
            <a:off x="1711908" y="3308593"/>
            <a:ext cx="133925" cy="205543"/>
          </a:xfrm>
          <a:custGeom>
            <a:avLst/>
            <a:gdLst>
              <a:gd name="csX0" fmla="*/ 91881 w 133925"/>
              <a:gd name="csY0" fmla="*/ 0 h 205543"/>
              <a:gd name="csX1" fmla="*/ 91308 w 133925"/>
              <a:gd name="csY1" fmla="*/ 267 h 205543"/>
              <a:gd name="csX2" fmla="*/ 78242 w 133925"/>
              <a:gd name="csY2" fmla="*/ 71152 h 205543"/>
              <a:gd name="csX3" fmla="*/ 64173 w 133925"/>
              <a:gd name="csY3" fmla="*/ 150837 h 205543"/>
              <a:gd name="csX4" fmla="*/ 61842 w 133925"/>
              <a:gd name="csY4" fmla="*/ 159055 h 205543"/>
              <a:gd name="csX5" fmla="*/ 53815 w 133925"/>
              <a:gd name="csY5" fmla="*/ 155771 h 205543"/>
              <a:gd name="csX6" fmla="*/ 41368 w 133925"/>
              <a:gd name="csY6" fmla="*/ 153503 h 205543"/>
              <a:gd name="csX7" fmla="*/ 34481 w 133925"/>
              <a:gd name="csY7" fmla="*/ 153990 h 205543"/>
              <a:gd name="csX8" fmla="*/ 883 w 133925"/>
              <a:gd name="csY8" fmla="*/ 178433 h 205543"/>
              <a:gd name="csX9" fmla="*/ 26537 w 133925"/>
              <a:gd name="csY9" fmla="*/ 205544 h 205543"/>
              <a:gd name="csX10" fmla="*/ 47561 w 133925"/>
              <a:gd name="csY10" fmla="*/ 199629 h 205543"/>
              <a:gd name="csX11" fmla="*/ 68309 w 133925"/>
              <a:gd name="csY11" fmla="*/ 166339 h 205543"/>
              <a:gd name="csX12" fmla="*/ 73733 w 133925"/>
              <a:gd name="csY12" fmla="*/ 132171 h 205543"/>
              <a:gd name="csX13" fmla="*/ 79022 w 133925"/>
              <a:gd name="csY13" fmla="*/ 99233 h 205543"/>
              <a:gd name="csX14" fmla="*/ 83210 w 133925"/>
              <a:gd name="csY14" fmla="*/ 89291 h 205543"/>
              <a:gd name="csX15" fmla="*/ 91597 w 133925"/>
              <a:gd name="csY15" fmla="*/ 91749 h 205543"/>
              <a:gd name="csX16" fmla="*/ 115390 w 133925"/>
              <a:gd name="csY16" fmla="*/ 111654 h 205543"/>
              <a:gd name="csX17" fmla="*/ 120475 w 133925"/>
              <a:gd name="csY17" fmla="*/ 125310 h 205543"/>
              <a:gd name="csX18" fmla="*/ 116851 w 133925"/>
              <a:gd name="csY18" fmla="*/ 164411 h 205543"/>
              <a:gd name="csX19" fmla="*/ 115390 w 133925"/>
              <a:gd name="csY19" fmla="*/ 170310 h 205543"/>
              <a:gd name="csX20" fmla="*/ 123016 w 133925"/>
              <a:gd name="csY20" fmla="*/ 161479 h 205543"/>
              <a:gd name="csX21" fmla="*/ 131302 w 133925"/>
              <a:gd name="csY21" fmla="*/ 117974 h 205543"/>
              <a:gd name="csX22" fmla="*/ 132550 w 133925"/>
              <a:gd name="csY22" fmla="*/ 95524 h 205543"/>
              <a:gd name="csX23" fmla="*/ 111009 w 133925"/>
              <a:gd name="csY23" fmla="*/ 32336 h 205543"/>
              <a:gd name="csX24" fmla="*/ 95277 w 133925"/>
              <a:gd name="csY24" fmla="*/ 4324 h 205543"/>
              <a:gd name="csX25" fmla="*/ 91881 w 133925"/>
              <a:gd name="csY25" fmla="*/ 0 h 20554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</a:cxnLst>
            <a:rect l="l" t="t" r="r" b="b"/>
            <a:pathLst>
              <a:path w="133925" h="205543">
                <a:moveTo>
                  <a:pt x="91881" y="0"/>
                </a:moveTo>
                <a:cubicBezTo>
                  <a:pt x="91667" y="0"/>
                  <a:pt x="91473" y="86"/>
                  <a:pt x="91308" y="267"/>
                </a:cubicBezTo>
                <a:cubicBezTo>
                  <a:pt x="89819" y="1754"/>
                  <a:pt x="84977" y="27852"/>
                  <a:pt x="78242" y="71152"/>
                </a:cubicBezTo>
                <a:cubicBezTo>
                  <a:pt x="72491" y="107973"/>
                  <a:pt x="66338" y="143205"/>
                  <a:pt x="64173" y="150837"/>
                </a:cubicBezTo>
                <a:lnTo>
                  <a:pt x="61842" y="159055"/>
                </a:lnTo>
                <a:lnTo>
                  <a:pt x="53815" y="155771"/>
                </a:lnTo>
                <a:cubicBezTo>
                  <a:pt x="49887" y="154248"/>
                  <a:pt x="45938" y="153503"/>
                  <a:pt x="41368" y="153503"/>
                </a:cubicBezTo>
                <a:cubicBezTo>
                  <a:pt x="39229" y="153503"/>
                  <a:pt x="36954" y="153667"/>
                  <a:pt x="34481" y="153990"/>
                </a:cubicBezTo>
                <a:cubicBezTo>
                  <a:pt x="15422" y="156506"/>
                  <a:pt x="4936" y="164148"/>
                  <a:pt x="883" y="178433"/>
                </a:cubicBezTo>
                <a:cubicBezTo>
                  <a:pt x="-3624" y="194325"/>
                  <a:pt x="9759" y="205544"/>
                  <a:pt x="26537" y="205544"/>
                </a:cubicBezTo>
                <a:cubicBezTo>
                  <a:pt x="33310" y="205544"/>
                  <a:pt x="40635" y="203716"/>
                  <a:pt x="47561" y="199629"/>
                </a:cubicBezTo>
                <a:cubicBezTo>
                  <a:pt x="59432" y="192372"/>
                  <a:pt x="66432" y="181228"/>
                  <a:pt x="68309" y="166339"/>
                </a:cubicBezTo>
                <a:cubicBezTo>
                  <a:pt x="69096" y="159804"/>
                  <a:pt x="71589" y="144243"/>
                  <a:pt x="73733" y="132171"/>
                </a:cubicBezTo>
                <a:cubicBezTo>
                  <a:pt x="75932" y="119905"/>
                  <a:pt x="78204" y="105126"/>
                  <a:pt x="79022" y="99233"/>
                </a:cubicBezTo>
                <a:cubicBezTo>
                  <a:pt x="79860" y="92016"/>
                  <a:pt x="80270" y="89291"/>
                  <a:pt x="83210" y="89291"/>
                </a:cubicBezTo>
                <a:cubicBezTo>
                  <a:pt x="84935" y="89291"/>
                  <a:pt x="87532" y="90229"/>
                  <a:pt x="91597" y="91749"/>
                </a:cubicBezTo>
                <a:cubicBezTo>
                  <a:pt x="98352" y="94257"/>
                  <a:pt x="111295" y="105029"/>
                  <a:pt x="115390" y="111654"/>
                </a:cubicBezTo>
                <a:cubicBezTo>
                  <a:pt x="117294" y="114717"/>
                  <a:pt x="119607" y="120848"/>
                  <a:pt x="120475" y="125310"/>
                </a:cubicBezTo>
                <a:cubicBezTo>
                  <a:pt x="122724" y="135434"/>
                  <a:pt x="120542" y="157414"/>
                  <a:pt x="116851" y="164411"/>
                </a:cubicBezTo>
                <a:cubicBezTo>
                  <a:pt x="114602" y="168482"/>
                  <a:pt x="114432" y="170310"/>
                  <a:pt x="115390" y="170310"/>
                </a:cubicBezTo>
                <a:cubicBezTo>
                  <a:pt x="116673" y="170310"/>
                  <a:pt x="119975" y="167037"/>
                  <a:pt x="123016" y="161479"/>
                </a:cubicBezTo>
                <a:cubicBezTo>
                  <a:pt x="129478" y="149975"/>
                  <a:pt x="132836" y="132120"/>
                  <a:pt x="131302" y="117974"/>
                </a:cubicBezTo>
                <a:cubicBezTo>
                  <a:pt x="130570" y="112282"/>
                  <a:pt x="131114" y="102090"/>
                  <a:pt x="132550" y="95524"/>
                </a:cubicBezTo>
                <a:cubicBezTo>
                  <a:pt x="136987" y="73115"/>
                  <a:pt x="130923" y="55387"/>
                  <a:pt x="111009" y="32336"/>
                </a:cubicBezTo>
                <a:cubicBezTo>
                  <a:pt x="103294" y="23438"/>
                  <a:pt x="101445" y="20181"/>
                  <a:pt x="95277" y="4324"/>
                </a:cubicBezTo>
                <a:cubicBezTo>
                  <a:pt x="94246" y="1785"/>
                  <a:pt x="92858" y="0"/>
                  <a:pt x="91881" y="0"/>
                </a:cubicBezTo>
                <a:close/>
              </a:path>
            </a:pathLst>
          </a:custGeom>
          <a:solidFill>
            <a:srgbClr val="000000"/>
          </a:solidFill>
          <a:ln w="7382" cap="flat">
            <a:noFill/>
            <a:prstDash val="solid"/>
            <a:miter/>
          </a:ln>
        </p:spPr>
        <p:txBody>
          <a:bodyPr/>
          <a:lstStyle/>
          <a:p>
            <a:endParaRPr lang="en-AU"/>
          </a:p>
        </p:txBody>
      </p:sp>
      <p:sp>
        <p:nvSpPr>
          <p:cNvPr id="56" name="Freeform: Shape 55">
            <a:extLst>
              <a:ext uri="{FF2B5EF4-FFF2-40B4-BE49-F238E27FC236}">
                <a16:creationId xmlns:a16="http://schemas.microsoft.com/office/drawing/2014/main" id="{7AA5B32C-076C-3CB1-2859-3E2BD003834E}"/>
              </a:ext>
            </a:extLst>
          </p:cNvPr>
          <p:cNvSpPr/>
          <p:nvPr/>
        </p:nvSpPr>
        <p:spPr>
          <a:xfrm flipH="1">
            <a:off x="1923166" y="3399474"/>
            <a:ext cx="112601" cy="128304"/>
          </a:xfrm>
          <a:custGeom>
            <a:avLst/>
            <a:gdLst>
              <a:gd name="csX0" fmla="*/ 111050 w 112601"/>
              <a:gd name="csY0" fmla="*/ 1 h 128304"/>
              <a:gd name="csX1" fmla="*/ 103698 w 112601"/>
              <a:gd name="csY1" fmla="*/ 1285 h 128304"/>
              <a:gd name="csX2" fmla="*/ 93385 w 112601"/>
              <a:gd name="csY2" fmla="*/ 1955 h 128304"/>
              <a:gd name="csX3" fmla="*/ 83358 w 112601"/>
              <a:gd name="csY3" fmla="*/ 1545 h 128304"/>
              <a:gd name="csX4" fmla="*/ 67107 w 112601"/>
              <a:gd name="csY4" fmla="*/ 1010 h 128304"/>
              <a:gd name="csX5" fmla="*/ 62789 w 112601"/>
              <a:gd name="csY5" fmla="*/ 1110 h 128304"/>
              <a:gd name="csX6" fmla="*/ 36643 w 112601"/>
              <a:gd name="csY6" fmla="*/ 14326 h 128304"/>
              <a:gd name="csX7" fmla="*/ 25706 w 112601"/>
              <a:gd name="csY7" fmla="*/ 22052 h 128304"/>
              <a:gd name="csX8" fmla="*/ 1197 w 112601"/>
              <a:gd name="csY8" fmla="*/ 47543 h 128304"/>
              <a:gd name="csX9" fmla="*/ 1299 w 112601"/>
              <a:gd name="csY9" fmla="*/ 47555 h 128304"/>
              <a:gd name="csX10" fmla="*/ 8589 w 112601"/>
              <a:gd name="csY10" fmla="*/ 41784 h 128304"/>
              <a:gd name="csX11" fmla="*/ 37646 w 112601"/>
              <a:gd name="csY11" fmla="*/ 29872 h 128304"/>
              <a:gd name="csX12" fmla="*/ 53632 w 112601"/>
              <a:gd name="csY12" fmla="*/ 33397 h 128304"/>
              <a:gd name="csX13" fmla="*/ 28729 w 112601"/>
              <a:gd name="csY13" fmla="*/ 70809 h 128304"/>
              <a:gd name="csX14" fmla="*/ 9711 w 112601"/>
              <a:gd name="csY14" fmla="*/ 94235 h 128304"/>
              <a:gd name="csX15" fmla="*/ 25982 w 112601"/>
              <a:gd name="csY15" fmla="*/ 128305 h 128304"/>
              <a:gd name="csX16" fmla="*/ 33899 w 112601"/>
              <a:gd name="csY16" fmla="*/ 126285 h 128304"/>
              <a:gd name="csX17" fmla="*/ 31948 w 112601"/>
              <a:gd name="csY17" fmla="*/ 83526 h 128304"/>
              <a:gd name="csX18" fmla="*/ 27126 w 112601"/>
              <a:gd name="csY18" fmla="*/ 77963 h 128304"/>
              <a:gd name="csX19" fmla="*/ 92247 w 112601"/>
              <a:gd name="csY19" fmla="*/ 19846 h 128304"/>
              <a:gd name="csX20" fmla="*/ 111086 w 112601"/>
              <a:gd name="csY20" fmla="*/ 0 h 12830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</a:cxnLst>
            <a:rect l="l" t="t" r="r" b="b"/>
            <a:pathLst>
              <a:path w="112601" h="128304">
                <a:moveTo>
                  <a:pt x="111050" y="1"/>
                </a:moveTo>
                <a:cubicBezTo>
                  <a:pt x="109575" y="5"/>
                  <a:pt x="107079" y="504"/>
                  <a:pt x="103698" y="1285"/>
                </a:cubicBezTo>
                <a:cubicBezTo>
                  <a:pt x="101728" y="1713"/>
                  <a:pt x="97820" y="1955"/>
                  <a:pt x="93385" y="1955"/>
                </a:cubicBezTo>
                <a:cubicBezTo>
                  <a:pt x="90140" y="1955"/>
                  <a:pt x="86613" y="1825"/>
                  <a:pt x="83358" y="1545"/>
                </a:cubicBezTo>
                <a:cubicBezTo>
                  <a:pt x="77807" y="1211"/>
                  <a:pt x="71565" y="1010"/>
                  <a:pt x="67107" y="1010"/>
                </a:cubicBezTo>
                <a:cubicBezTo>
                  <a:pt x="65333" y="1010"/>
                  <a:pt x="63842" y="1041"/>
                  <a:pt x="62789" y="1110"/>
                </a:cubicBezTo>
                <a:cubicBezTo>
                  <a:pt x="55289" y="1982"/>
                  <a:pt x="37642" y="10803"/>
                  <a:pt x="36643" y="14326"/>
                </a:cubicBezTo>
                <a:cubicBezTo>
                  <a:pt x="36255" y="15694"/>
                  <a:pt x="31419" y="19206"/>
                  <a:pt x="25706" y="22052"/>
                </a:cubicBezTo>
                <a:cubicBezTo>
                  <a:pt x="11437" y="29489"/>
                  <a:pt x="-4537" y="45950"/>
                  <a:pt x="1197" y="47543"/>
                </a:cubicBezTo>
                <a:cubicBezTo>
                  <a:pt x="1227" y="47551"/>
                  <a:pt x="1261" y="47555"/>
                  <a:pt x="1299" y="47555"/>
                </a:cubicBezTo>
                <a:cubicBezTo>
                  <a:pt x="2244" y="47555"/>
                  <a:pt x="5431" y="44968"/>
                  <a:pt x="8589" y="41784"/>
                </a:cubicBezTo>
                <a:cubicBezTo>
                  <a:pt x="16104" y="34040"/>
                  <a:pt x="27010" y="29872"/>
                  <a:pt x="37646" y="29872"/>
                </a:cubicBezTo>
                <a:cubicBezTo>
                  <a:pt x="43224" y="29872"/>
                  <a:pt x="48728" y="31018"/>
                  <a:pt x="53632" y="33397"/>
                </a:cubicBezTo>
                <a:cubicBezTo>
                  <a:pt x="64490" y="38734"/>
                  <a:pt x="63033" y="40863"/>
                  <a:pt x="28729" y="70809"/>
                </a:cubicBezTo>
                <a:cubicBezTo>
                  <a:pt x="14568" y="83130"/>
                  <a:pt x="11932" y="86408"/>
                  <a:pt x="9711" y="94235"/>
                </a:cubicBezTo>
                <a:cubicBezTo>
                  <a:pt x="4576" y="112340"/>
                  <a:pt x="13387" y="128305"/>
                  <a:pt x="25982" y="128305"/>
                </a:cubicBezTo>
                <a:cubicBezTo>
                  <a:pt x="28497" y="128305"/>
                  <a:pt x="31163" y="127668"/>
                  <a:pt x="33899" y="126285"/>
                </a:cubicBezTo>
                <a:cubicBezTo>
                  <a:pt x="46703" y="119498"/>
                  <a:pt x="45596" y="94071"/>
                  <a:pt x="31948" y="83526"/>
                </a:cubicBezTo>
                <a:cubicBezTo>
                  <a:pt x="29173" y="81276"/>
                  <a:pt x="26904" y="78746"/>
                  <a:pt x="27126" y="77963"/>
                </a:cubicBezTo>
                <a:cubicBezTo>
                  <a:pt x="27681" y="76008"/>
                  <a:pt x="65074" y="42697"/>
                  <a:pt x="92247" y="19846"/>
                </a:cubicBezTo>
                <a:cubicBezTo>
                  <a:pt x="110503" y="4624"/>
                  <a:pt x="115522" y="13"/>
                  <a:pt x="111086" y="0"/>
                </a:cubicBezTo>
                <a:close/>
              </a:path>
            </a:pathLst>
          </a:custGeom>
          <a:solidFill>
            <a:srgbClr val="000000"/>
          </a:solidFill>
          <a:ln w="7382" cap="flat">
            <a:noFill/>
            <a:prstDash val="solid"/>
            <a:miter/>
          </a:ln>
        </p:spPr>
        <p:txBody>
          <a:bodyPr/>
          <a:lstStyle/>
          <a:p>
            <a:endParaRPr lang="en-AU"/>
          </a:p>
        </p:txBody>
      </p:sp>
      <p:sp>
        <p:nvSpPr>
          <p:cNvPr id="57" name="Freeform: Shape 56">
            <a:extLst>
              <a:ext uri="{FF2B5EF4-FFF2-40B4-BE49-F238E27FC236}">
                <a16:creationId xmlns:a16="http://schemas.microsoft.com/office/drawing/2014/main" id="{194E3AFC-0EC4-CA06-684F-C647A0205D03}"/>
              </a:ext>
            </a:extLst>
          </p:cNvPr>
          <p:cNvSpPr/>
          <p:nvPr/>
        </p:nvSpPr>
        <p:spPr>
          <a:xfrm flipH="1">
            <a:off x="4729917" y="1544622"/>
            <a:ext cx="128607" cy="198507"/>
          </a:xfrm>
          <a:custGeom>
            <a:avLst/>
            <a:gdLst>
              <a:gd name="csX0" fmla="*/ 87742 w 128607"/>
              <a:gd name="csY0" fmla="*/ 1 h 198507"/>
              <a:gd name="csX1" fmla="*/ 83817 w 128607"/>
              <a:gd name="csY1" fmla="*/ 9795 h 198507"/>
              <a:gd name="csX2" fmla="*/ 77536 w 128607"/>
              <a:gd name="csY2" fmla="*/ 47737 h 198507"/>
              <a:gd name="csX3" fmla="*/ 70547 w 128607"/>
              <a:gd name="csY3" fmla="*/ 91178 h 198507"/>
              <a:gd name="csX4" fmla="*/ 66651 w 128607"/>
              <a:gd name="csY4" fmla="*/ 120705 h 198507"/>
              <a:gd name="csX5" fmla="*/ 62128 w 128607"/>
              <a:gd name="csY5" fmla="*/ 142668 h 198507"/>
              <a:gd name="csX6" fmla="*/ 59037 w 128607"/>
              <a:gd name="csY6" fmla="*/ 151310 h 198507"/>
              <a:gd name="csX7" fmla="*/ 47829 w 128607"/>
              <a:gd name="csY7" fmla="*/ 149463 h 198507"/>
              <a:gd name="csX8" fmla="*/ 35600 w 128607"/>
              <a:gd name="csY8" fmla="*/ 148325 h 198507"/>
              <a:gd name="csX9" fmla="*/ 17353 w 128607"/>
              <a:gd name="csY9" fmla="*/ 153875 h 198507"/>
              <a:gd name="csX10" fmla="*/ 1906 w 128607"/>
              <a:gd name="csY10" fmla="*/ 186526 h 198507"/>
              <a:gd name="csX11" fmla="*/ 16962 w 128607"/>
              <a:gd name="csY11" fmla="*/ 196618 h 198507"/>
              <a:gd name="csX12" fmla="*/ 28001 w 128607"/>
              <a:gd name="csY12" fmla="*/ 198508 h 198507"/>
              <a:gd name="csX13" fmla="*/ 38006 w 128607"/>
              <a:gd name="csY13" fmla="*/ 196130 h 198507"/>
              <a:gd name="csX14" fmla="*/ 58987 w 128607"/>
              <a:gd name="csY14" fmla="*/ 182325 h 198507"/>
              <a:gd name="csX15" fmla="*/ 72229 w 128607"/>
              <a:gd name="csY15" fmla="*/ 119088 h 198507"/>
              <a:gd name="csX16" fmla="*/ 77349 w 128607"/>
              <a:gd name="csY16" fmla="*/ 92013 h 198507"/>
              <a:gd name="csX17" fmla="*/ 81648 w 128607"/>
              <a:gd name="csY17" fmla="*/ 86348 h 198507"/>
              <a:gd name="csX18" fmla="*/ 87090 w 128607"/>
              <a:gd name="csY18" fmla="*/ 87752 h 198507"/>
              <a:gd name="csX19" fmla="*/ 113668 w 128607"/>
              <a:gd name="csY19" fmla="*/ 154238 h 198507"/>
              <a:gd name="csX20" fmla="*/ 111573 w 128607"/>
              <a:gd name="csY20" fmla="*/ 164454 h 198507"/>
              <a:gd name="csX21" fmla="*/ 114692 w 128607"/>
              <a:gd name="csY21" fmla="*/ 161911 h 198507"/>
              <a:gd name="csX22" fmla="*/ 126042 w 128607"/>
              <a:gd name="csY22" fmla="*/ 115880 h 198507"/>
              <a:gd name="csX23" fmla="*/ 126408 w 128607"/>
              <a:gd name="csY23" fmla="*/ 98039 h 198507"/>
              <a:gd name="csX24" fmla="*/ 105655 w 128607"/>
              <a:gd name="csY24" fmla="*/ 28314 h 198507"/>
              <a:gd name="csX25" fmla="*/ 92576 w 128607"/>
              <a:gd name="csY25" fmla="*/ 6739 h 198507"/>
              <a:gd name="csX26" fmla="*/ 88482 w 128607"/>
              <a:gd name="csY26" fmla="*/ 113 h 198507"/>
              <a:gd name="csX27" fmla="*/ 87741 w 128607"/>
              <a:gd name="csY27" fmla="*/ 0 h 19850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</a:cxnLst>
            <a:rect l="l" t="t" r="r" b="b"/>
            <a:pathLst>
              <a:path w="128607" h="198507">
                <a:moveTo>
                  <a:pt x="87742" y="1"/>
                </a:moveTo>
                <a:cubicBezTo>
                  <a:pt x="85921" y="1"/>
                  <a:pt x="85135" y="2474"/>
                  <a:pt x="83817" y="9795"/>
                </a:cubicBezTo>
                <a:cubicBezTo>
                  <a:pt x="82801" y="15634"/>
                  <a:pt x="80061" y="32816"/>
                  <a:pt x="77536" y="47737"/>
                </a:cubicBezTo>
                <a:cubicBezTo>
                  <a:pt x="75208" y="62710"/>
                  <a:pt x="72198" y="82349"/>
                  <a:pt x="70547" y="91178"/>
                </a:cubicBezTo>
                <a:cubicBezTo>
                  <a:pt x="69093" y="100063"/>
                  <a:pt x="67463" y="113331"/>
                  <a:pt x="66651" y="120705"/>
                </a:cubicBezTo>
                <a:cubicBezTo>
                  <a:pt x="65840" y="128078"/>
                  <a:pt x="63855" y="138082"/>
                  <a:pt x="62128" y="142668"/>
                </a:cubicBezTo>
                <a:lnTo>
                  <a:pt x="59037" y="151310"/>
                </a:lnTo>
                <a:lnTo>
                  <a:pt x="47829" y="149463"/>
                </a:lnTo>
                <a:cubicBezTo>
                  <a:pt x="42918" y="148732"/>
                  <a:pt x="39004" y="148325"/>
                  <a:pt x="35600" y="148325"/>
                </a:cubicBezTo>
                <a:cubicBezTo>
                  <a:pt x="28789" y="148325"/>
                  <a:pt x="24012" y="149953"/>
                  <a:pt x="17353" y="153875"/>
                </a:cubicBezTo>
                <a:cubicBezTo>
                  <a:pt x="2554" y="162430"/>
                  <a:pt x="-3394" y="175133"/>
                  <a:pt x="1906" y="186526"/>
                </a:cubicBezTo>
                <a:cubicBezTo>
                  <a:pt x="4869" y="192626"/>
                  <a:pt x="6482" y="193707"/>
                  <a:pt x="16962" y="196618"/>
                </a:cubicBezTo>
                <a:cubicBezTo>
                  <a:pt x="21761" y="197849"/>
                  <a:pt x="25033" y="198508"/>
                  <a:pt x="28001" y="198508"/>
                </a:cubicBezTo>
                <a:cubicBezTo>
                  <a:pt x="31182" y="198508"/>
                  <a:pt x="34015" y="197751"/>
                  <a:pt x="38006" y="196130"/>
                </a:cubicBezTo>
                <a:cubicBezTo>
                  <a:pt x="49495" y="191722"/>
                  <a:pt x="52899" y="189500"/>
                  <a:pt x="58987" y="182325"/>
                </a:cubicBezTo>
                <a:cubicBezTo>
                  <a:pt x="64093" y="176356"/>
                  <a:pt x="67155" y="161796"/>
                  <a:pt x="72229" y="119088"/>
                </a:cubicBezTo>
                <a:cubicBezTo>
                  <a:pt x="73501" y="107832"/>
                  <a:pt x="75899" y="95620"/>
                  <a:pt x="77349" y="92013"/>
                </a:cubicBezTo>
                <a:cubicBezTo>
                  <a:pt x="78916" y="87914"/>
                  <a:pt x="79594" y="86348"/>
                  <a:pt x="81648" y="86348"/>
                </a:cubicBezTo>
                <a:cubicBezTo>
                  <a:pt x="82845" y="86348"/>
                  <a:pt x="84509" y="86880"/>
                  <a:pt x="87090" y="87752"/>
                </a:cubicBezTo>
                <a:cubicBezTo>
                  <a:pt x="110232" y="95657"/>
                  <a:pt x="121851" y="124638"/>
                  <a:pt x="113668" y="154238"/>
                </a:cubicBezTo>
                <a:cubicBezTo>
                  <a:pt x="111568" y="161640"/>
                  <a:pt x="110771" y="164454"/>
                  <a:pt x="111573" y="164454"/>
                </a:cubicBezTo>
                <a:cubicBezTo>
                  <a:pt x="112043" y="164454"/>
                  <a:pt x="113062" y="163487"/>
                  <a:pt x="114692" y="161911"/>
                </a:cubicBezTo>
                <a:cubicBezTo>
                  <a:pt x="121879" y="154620"/>
                  <a:pt x="128414" y="128572"/>
                  <a:pt x="126042" y="115880"/>
                </a:cubicBezTo>
                <a:cubicBezTo>
                  <a:pt x="125055" y="110330"/>
                  <a:pt x="125187" y="102344"/>
                  <a:pt x="126408" y="98039"/>
                </a:cubicBezTo>
                <a:cubicBezTo>
                  <a:pt x="132402" y="76906"/>
                  <a:pt x="126356" y="56862"/>
                  <a:pt x="105655" y="28314"/>
                </a:cubicBezTo>
                <a:cubicBezTo>
                  <a:pt x="99181" y="19550"/>
                  <a:pt x="93381" y="9917"/>
                  <a:pt x="92576" y="6739"/>
                </a:cubicBezTo>
                <a:cubicBezTo>
                  <a:pt x="91968" y="3614"/>
                  <a:pt x="90064" y="553"/>
                  <a:pt x="88482" y="113"/>
                </a:cubicBezTo>
                <a:cubicBezTo>
                  <a:pt x="88216" y="40"/>
                  <a:pt x="87971" y="0"/>
                  <a:pt x="87741" y="0"/>
                </a:cubicBezTo>
                <a:close/>
              </a:path>
            </a:pathLst>
          </a:custGeom>
          <a:solidFill>
            <a:srgbClr val="FFC000"/>
          </a:solidFill>
          <a:ln w="7382" cap="flat">
            <a:noFill/>
            <a:prstDash val="solid"/>
            <a:miter/>
          </a:ln>
        </p:spPr>
        <p:txBody>
          <a:bodyPr/>
          <a:lstStyle/>
          <a:p>
            <a:endParaRPr lang="en-AU"/>
          </a:p>
        </p:txBody>
      </p:sp>
      <p:sp>
        <p:nvSpPr>
          <p:cNvPr id="58" name="Freeform: Shape 57">
            <a:extLst>
              <a:ext uri="{FF2B5EF4-FFF2-40B4-BE49-F238E27FC236}">
                <a16:creationId xmlns:a16="http://schemas.microsoft.com/office/drawing/2014/main" id="{B9242026-80BF-5907-89F2-B776005484EC}"/>
              </a:ext>
            </a:extLst>
          </p:cNvPr>
          <p:cNvSpPr/>
          <p:nvPr/>
        </p:nvSpPr>
        <p:spPr>
          <a:xfrm flipH="1">
            <a:off x="4229758" y="1629469"/>
            <a:ext cx="110269" cy="193730"/>
          </a:xfrm>
          <a:custGeom>
            <a:avLst/>
            <a:gdLst>
              <a:gd name="csX0" fmla="*/ 57264 w 110269"/>
              <a:gd name="csY0" fmla="*/ 0 h 193730"/>
              <a:gd name="csX1" fmla="*/ 56187 w 110269"/>
              <a:gd name="csY1" fmla="*/ 1672 h 193730"/>
              <a:gd name="csX2" fmla="*/ 54361 w 110269"/>
              <a:gd name="csY2" fmla="*/ 99111 h 193730"/>
              <a:gd name="csX3" fmla="*/ 54226 w 110269"/>
              <a:gd name="csY3" fmla="*/ 124405 h 193730"/>
              <a:gd name="csX4" fmla="*/ 50147 w 110269"/>
              <a:gd name="csY4" fmla="*/ 144804 h 193730"/>
              <a:gd name="csX5" fmla="*/ 45310 w 110269"/>
              <a:gd name="csY5" fmla="*/ 145547 h 193730"/>
              <a:gd name="csX6" fmla="*/ 41121 w 110269"/>
              <a:gd name="csY6" fmla="*/ 145041 h 193730"/>
              <a:gd name="csX7" fmla="*/ 35021 w 110269"/>
              <a:gd name="csY7" fmla="*/ 144248 h 193730"/>
              <a:gd name="csX8" fmla="*/ 4522 w 110269"/>
              <a:gd name="csY8" fmla="*/ 161262 h 193730"/>
              <a:gd name="csX9" fmla="*/ 22040 w 110269"/>
              <a:gd name="csY9" fmla="*/ 193731 h 193730"/>
              <a:gd name="csX10" fmla="*/ 33187 w 110269"/>
              <a:gd name="csY10" fmla="*/ 191810 h 193730"/>
              <a:gd name="csX11" fmla="*/ 57765 w 110269"/>
              <a:gd name="csY11" fmla="*/ 169084 h 193730"/>
              <a:gd name="csX12" fmla="*/ 59440 w 110269"/>
              <a:gd name="csY12" fmla="*/ 147384 h 193730"/>
              <a:gd name="csX13" fmla="*/ 59297 w 110269"/>
              <a:gd name="csY13" fmla="*/ 111036 h 193730"/>
              <a:gd name="csX14" fmla="*/ 59043 w 110269"/>
              <a:gd name="csY14" fmla="*/ 75081 h 193730"/>
              <a:gd name="csX15" fmla="*/ 63687 w 110269"/>
              <a:gd name="csY15" fmla="*/ 52618 h 193730"/>
              <a:gd name="csX16" fmla="*/ 77248 w 110269"/>
              <a:gd name="csY16" fmla="*/ 59028 h 193730"/>
              <a:gd name="csX17" fmla="*/ 99115 w 110269"/>
              <a:gd name="csY17" fmla="*/ 119562 h 193730"/>
              <a:gd name="csX18" fmla="*/ 97689 w 110269"/>
              <a:gd name="csY18" fmla="*/ 134366 h 193730"/>
              <a:gd name="csX19" fmla="*/ 98026 w 110269"/>
              <a:gd name="csY19" fmla="*/ 134532 h 193730"/>
              <a:gd name="csX20" fmla="*/ 109449 w 110269"/>
              <a:gd name="csY20" fmla="*/ 103435 h 193730"/>
              <a:gd name="csX21" fmla="*/ 84688 w 110269"/>
              <a:gd name="csY21" fmla="*/ 39564 h 193730"/>
              <a:gd name="csX22" fmla="*/ 65094 w 110269"/>
              <a:gd name="csY22" fmla="*/ 12380 h 193730"/>
              <a:gd name="csX23" fmla="*/ 57263 w 110269"/>
              <a:gd name="csY23" fmla="*/ 1 h 19373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</a:cxnLst>
            <a:rect l="l" t="t" r="r" b="b"/>
            <a:pathLst>
              <a:path w="110269" h="193730">
                <a:moveTo>
                  <a:pt x="57264" y="0"/>
                </a:moveTo>
                <a:cubicBezTo>
                  <a:pt x="56795" y="0"/>
                  <a:pt x="56486" y="616"/>
                  <a:pt x="56187" y="1672"/>
                </a:cubicBezTo>
                <a:cubicBezTo>
                  <a:pt x="55410" y="4411"/>
                  <a:pt x="54512" y="47435"/>
                  <a:pt x="54361" y="99111"/>
                </a:cubicBezTo>
                <a:cubicBezTo>
                  <a:pt x="54264" y="102462"/>
                  <a:pt x="54233" y="113853"/>
                  <a:pt x="54226" y="124405"/>
                </a:cubicBezTo>
                <a:cubicBezTo>
                  <a:pt x="54025" y="141658"/>
                  <a:pt x="53724" y="143475"/>
                  <a:pt x="50147" y="144804"/>
                </a:cubicBezTo>
                <a:cubicBezTo>
                  <a:pt x="48943" y="145290"/>
                  <a:pt x="47145" y="145547"/>
                  <a:pt x="45310" y="145547"/>
                </a:cubicBezTo>
                <a:cubicBezTo>
                  <a:pt x="43842" y="145547"/>
                  <a:pt x="42351" y="145383"/>
                  <a:pt x="41121" y="145041"/>
                </a:cubicBezTo>
                <a:cubicBezTo>
                  <a:pt x="39189" y="144504"/>
                  <a:pt x="37137" y="144248"/>
                  <a:pt x="35021" y="144248"/>
                </a:cubicBezTo>
                <a:cubicBezTo>
                  <a:pt x="24140" y="144248"/>
                  <a:pt x="11536" y="151017"/>
                  <a:pt x="4522" y="161262"/>
                </a:cubicBezTo>
                <a:cubicBezTo>
                  <a:pt x="-6596" y="177791"/>
                  <a:pt x="4136" y="193731"/>
                  <a:pt x="22040" y="193731"/>
                </a:cubicBezTo>
                <a:cubicBezTo>
                  <a:pt x="25520" y="193731"/>
                  <a:pt x="29272" y="193128"/>
                  <a:pt x="33187" y="191810"/>
                </a:cubicBezTo>
                <a:cubicBezTo>
                  <a:pt x="44313" y="187934"/>
                  <a:pt x="55212" y="178086"/>
                  <a:pt x="57765" y="169084"/>
                </a:cubicBezTo>
                <a:cubicBezTo>
                  <a:pt x="58764" y="165562"/>
                  <a:pt x="59395" y="155816"/>
                  <a:pt x="59440" y="147384"/>
                </a:cubicBezTo>
                <a:cubicBezTo>
                  <a:pt x="59232" y="139094"/>
                  <a:pt x="59211" y="122622"/>
                  <a:pt x="59297" y="111036"/>
                </a:cubicBezTo>
                <a:cubicBezTo>
                  <a:pt x="59383" y="99451"/>
                  <a:pt x="59251" y="83371"/>
                  <a:pt x="59043" y="75081"/>
                </a:cubicBezTo>
                <a:cubicBezTo>
                  <a:pt x="58791" y="59088"/>
                  <a:pt x="59155" y="52618"/>
                  <a:pt x="63687" y="52618"/>
                </a:cubicBezTo>
                <a:cubicBezTo>
                  <a:pt x="66425" y="52618"/>
                  <a:pt x="70684" y="54979"/>
                  <a:pt x="77248" y="59028"/>
                </a:cubicBezTo>
                <a:cubicBezTo>
                  <a:pt x="95754" y="70500"/>
                  <a:pt x="104298" y="93772"/>
                  <a:pt x="99115" y="119562"/>
                </a:cubicBezTo>
                <a:cubicBezTo>
                  <a:pt x="97456" y="126912"/>
                  <a:pt x="96813" y="133699"/>
                  <a:pt x="97689" y="134366"/>
                </a:cubicBezTo>
                <a:cubicBezTo>
                  <a:pt x="97787" y="134478"/>
                  <a:pt x="97899" y="134532"/>
                  <a:pt x="98026" y="134532"/>
                </a:cubicBezTo>
                <a:cubicBezTo>
                  <a:pt x="100408" y="134532"/>
                  <a:pt x="107683" y="115371"/>
                  <a:pt x="109449" y="103435"/>
                </a:cubicBezTo>
                <a:cubicBezTo>
                  <a:pt x="112872" y="81588"/>
                  <a:pt x="105763" y="63781"/>
                  <a:pt x="84688" y="39564"/>
                </a:cubicBezTo>
                <a:cubicBezTo>
                  <a:pt x="77399" y="31417"/>
                  <a:pt x="68737" y="19091"/>
                  <a:pt x="65094" y="12380"/>
                </a:cubicBezTo>
                <a:cubicBezTo>
                  <a:pt x="60330" y="3369"/>
                  <a:pt x="58359" y="1"/>
                  <a:pt x="57263" y="1"/>
                </a:cubicBezTo>
                <a:close/>
              </a:path>
            </a:pathLst>
          </a:custGeom>
          <a:solidFill>
            <a:schemeClr val="accent6">
              <a:lumMod val="50000"/>
            </a:schemeClr>
          </a:solidFill>
          <a:ln w="7382" cap="flat">
            <a:noFill/>
            <a:prstDash val="solid"/>
            <a:miter/>
          </a:ln>
        </p:spPr>
        <p:txBody>
          <a:bodyPr/>
          <a:lstStyle/>
          <a:p>
            <a:endParaRPr lang="en-AU"/>
          </a:p>
        </p:txBody>
      </p:sp>
      <p:sp>
        <p:nvSpPr>
          <p:cNvPr id="59" name="Freeform: Shape 58">
            <a:extLst>
              <a:ext uri="{FF2B5EF4-FFF2-40B4-BE49-F238E27FC236}">
                <a16:creationId xmlns:a16="http://schemas.microsoft.com/office/drawing/2014/main" id="{9F2A8584-7D15-D7FA-B775-5FEAF15C5E44}"/>
              </a:ext>
            </a:extLst>
          </p:cNvPr>
          <p:cNvSpPr/>
          <p:nvPr/>
        </p:nvSpPr>
        <p:spPr>
          <a:xfrm flipH="1">
            <a:off x="4435715" y="1638936"/>
            <a:ext cx="168592" cy="281825"/>
          </a:xfrm>
          <a:custGeom>
            <a:avLst/>
            <a:gdLst>
              <a:gd name="csX0" fmla="*/ 31795 w 168592"/>
              <a:gd name="csY0" fmla="*/ 0 h 281825"/>
              <a:gd name="csX1" fmla="*/ 3617 w 168592"/>
              <a:gd name="csY1" fmla="*/ 43872 h 281825"/>
              <a:gd name="csX2" fmla="*/ 36740 w 168592"/>
              <a:gd name="csY2" fmla="*/ 68482 h 281825"/>
              <a:gd name="csX3" fmla="*/ 53501 w 168592"/>
              <a:gd name="csY3" fmla="*/ 71520 h 281825"/>
              <a:gd name="csX4" fmla="*/ 65749 w 168592"/>
              <a:gd name="csY4" fmla="*/ 69995 h 281825"/>
              <a:gd name="csX5" fmla="*/ 77281 w 168592"/>
              <a:gd name="csY5" fmla="*/ 68601 h 281825"/>
              <a:gd name="csX6" fmla="*/ 81065 w 168592"/>
              <a:gd name="csY6" fmla="*/ 69394 h 281825"/>
              <a:gd name="csX7" fmla="*/ 84931 w 168592"/>
              <a:gd name="csY7" fmla="*/ 111419 h 281825"/>
              <a:gd name="csX8" fmla="*/ 89760 w 168592"/>
              <a:gd name="csY8" fmla="*/ 166588 h 281825"/>
              <a:gd name="csX9" fmla="*/ 92668 w 168592"/>
              <a:gd name="csY9" fmla="*/ 196948 h 281825"/>
              <a:gd name="csX10" fmla="*/ 95684 w 168592"/>
              <a:gd name="csY10" fmla="*/ 244227 h 281825"/>
              <a:gd name="csX11" fmla="*/ 98898 w 168592"/>
              <a:gd name="csY11" fmla="*/ 279527 h 281825"/>
              <a:gd name="csX12" fmla="*/ 101500 w 168592"/>
              <a:gd name="csY12" fmla="*/ 281826 h 281825"/>
              <a:gd name="csX13" fmla="*/ 109434 w 168592"/>
              <a:gd name="csY13" fmla="*/ 270210 h 281825"/>
              <a:gd name="csX14" fmla="*/ 136536 w 168592"/>
              <a:gd name="csY14" fmla="*/ 232565 h 281825"/>
              <a:gd name="csX15" fmla="*/ 165535 w 168592"/>
              <a:gd name="csY15" fmla="*/ 148374 h 281825"/>
              <a:gd name="csX16" fmla="*/ 166600 w 168592"/>
              <a:gd name="csY16" fmla="*/ 128827 h 281825"/>
              <a:gd name="csX17" fmla="*/ 157364 w 168592"/>
              <a:gd name="csY17" fmla="*/ 60612 h 281825"/>
              <a:gd name="csX18" fmla="*/ 150803 w 168592"/>
              <a:gd name="csY18" fmla="*/ 51402 h 281825"/>
              <a:gd name="csX19" fmla="*/ 149022 w 168592"/>
              <a:gd name="csY19" fmla="*/ 49839 h 281825"/>
              <a:gd name="csX20" fmla="*/ 148986 w 168592"/>
              <a:gd name="csY20" fmla="*/ 49839 h 281825"/>
              <a:gd name="csX21" fmla="*/ 150214 w 168592"/>
              <a:gd name="csY21" fmla="*/ 57994 h 281825"/>
              <a:gd name="csX22" fmla="*/ 153723 w 168592"/>
              <a:gd name="csY22" fmla="*/ 114063 h 281825"/>
              <a:gd name="csX23" fmla="*/ 128946 w 168592"/>
              <a:gd name="csY23" fmla="*/ 148766 h 281825"/>
              <a:gd name="csX24" fmla="*/ 101420 w 168592"/>
              <a:gd name="csY24" fmla="*/ 161743 h 281825"/>
              <a:gd name="csX25" fmla="*/ 99184 w 168592"/>
              <a:gd name="csY25" fmla="*/ 161186 h 281825"/>
              <a:gd name="csX26" fmla="*/ 95524 w 168592"/>
              <a:gd name="csY26" fmla="*/ 144761 h 281825"/>
              <a:gd name="csX27" fmla="*/ 89552 w 168592"/>
              <a:gd name="csY27" fmla="*/ 68799 h 281825"/>
              <a:gd name="csX28" fmla="*/ 86756 w 168592"/>
              <a:gd name="csY28" fmla="*/ 38047 h 281825"/>
              <a:gd name="csX29" fmla="*/ 36672 w 168592"/>
              <a:gd name="csY29" fmla="*/ 283 h 281825"/>
              <a:gd name="csX30" fmla="*/ 31793 w 168592"/>
              <a:gd name="csY30" fmla="*/ 2 h 28182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</a:cxnLst>
            <a:rect l="l" t="t" r="r" b="b"/>
            <a:pathLst>
              <a:path w="168592" h="281825">
                <a:moveTo>
                  <a:pt x="31795" y="0"/>
                </a:moveTo>
                <a:cubicBezTo>
                  <a:pt x="7555" y="0"/>
                  <a:pt x="-7238" y="21442"/>
                  <a:pt x="3617" y="43872"/>
                </a:cubicBezTo>
                <a:cubicBezTo>
                  <a:pt x="9772" y="56771"/>
                  <a:pt x="18747" y="63485"/>
                  <a:pt x="36740" y="68482"/>
                </a:cubicBezTo>
                <a:cubicBezTo>
                  <a:pt x="44164" y="70544"/>
                  <a:pt x="48693" y="71520"/>
                  <a:pt x="53501" y="71520"/>
                </a:cubicBezTo>
                <a:cubicBezTo>
                  <a:pt x="57020" y="71520"/>
                  <a:pt x="60688" y="70998"/>
                  <a:pt x="65749" y="69995"/>
                </a:cubicBezTo>
                <a:cubicBezTo>
                  <a:pt x="70301" y="69076"/>
                  <a:pt x="74444" y="68601"/>
                  <a:pt x="77281" y="68601"/>
                </a:cubicBezTo>
                <a:cubicBezTo>
                  <a:pt x="79379" y="68601"/>
                  <a:pt x="80763" y="68860"/>
                  <a:pt x="81065" y="69394"/>
                </a:cubicBezTo>
                <a:cubicBezTo>
                  <a:pt x="81776" y="70647"/>
                  <a:pt x="83473" y="89483"/>
                  <a:pt x="84931" y="111419"/>
                </a:cubicBezTo>
                <a:cubicBezTo>
                  <a:pt x="86586" y="133409"/>
                  <a:pt x="88761" y="158079"/>
                  <a:pt x="89760" y="166588"/>
                </a:cubicBezTo>
                <a:cubicBezTo>
                  <a:pt x="90816" y="174903"/>
                  <a:pt x="92262" y="188602"/>
                  <a:pt x="92668" y="196948"/>
                </a:cubicBezTo>
                <a:cubicBezTo>
                  <a:pt x="93328" y="205153"/>
                  <a:pt x="94557" y="226393"/>
                  <a:pt x="95684" y="244227"/>
                </a:cubicBezTo>
                <a:cubicBezTo>
                  <a:pt x="96670" y="261810"/>
                  <a:pt x="98100" y="277829"/>
                  <a:pt x="98898" y="279527"/>
                </a:cubicBezTo>
                <a:cubicBezTo>
                  <a:pt x="99552" y="281100"/>
                  <a:pt x="100465" y="281826"/>
                  <a:pt x="101500" y="281826"/>
                </a:cubicBezTo>
                <a:cubicBezTo>
                  <a:pt x="104076" y="281826"/>
                  <a:pt x="107414" y="277329"/>
                  <a:pt x="109434" y="270210"/>
                </a:cubicBezTo>
                <a:cubicBezTo>
                  <a:pt x="112431" y="259644"/>
                  <a:pt x="116635" y="253846"/>
                  <a:pt x="136536" y="232565"/>
                </a:cubicBezTo>
                <a:cubicBezTo>
                  <a:pt x="164100" y="203068"/>
                  <a:pt x="171447" y="181679"/>
                  <a:pt x="165535" y="148374"/>
                </a:cubicBezTo>
                <a:cubicBezTo>
                  <a:pt x="164407" y="142572"/>
                  <a:pt x="164823" y="135088"/>
                  <a:pt x="166600" y="128827"/>
                </a:cubicBezTo>
                <a:cubicBezTo>
                  <a:pt x="171650" y="111020"/>
                  <a:pt x="166564" y="73300"/>
                  <a:pt x="157364" y="60612"/>
                </a:cubicBezTo>
                <a:cubicBezTo>
                  <a:pt x="154724" y="57134"/>
                  <a:pt x="151656" y="52906"/>
                  <a:pt x="150803" y="51402"/>
                </a:cubicBezTo>
                <a:cubicBezTo>
                  <a:pt x="150020" y="50337"/>
                  <a:pt x="149425" y="49854"/>
                  <a:pt x="149022" y="49839"/>
                </a:cubicBezTo>
                <a:lnTo>
                  <a:pt x="148986" y="49839"/>
                </a:lnTo>
                <a:cubicBezTo>
                  <a:pt x="147929" y="49878"/>
                  <a:pt x="148291" y="53332"/>
                  <a:pt x="150214" y="57994"/>
                </a:cubicBezTo>
                <a:cubicBezTo>
                  <a:pt x="155467" y="71060"/>
                  <a:pt x="157354" y="100505"/>
                  <a:pt x="153723" y="114063"/>
                </a:cubicBezTo>
                <a:cubicBezTo>
                  <a:pt x="151280" y="122672"/>
                  <a:pt x="138191" y="140990"/>
                  <a:pt x="128946" y="148766"/>
                </a:cubicBezTo>
                <a:cubicBezTo>
                  <a:pt x="120614" y="155650"/>
                  <a:pt x="107212" y="161743"/>
                  <a:pt x="101420" y="161743"/>
                </a:cubicBezTo>
                <a:cubicBezTo>
                  <a:pt x="100433" y="161743"/>
                  <a:pt x="99667" y="161566"/>
                  <a:pt x="99184" y="161186"/>
                </a:cubicBezTo>
                <a:cubicBezTo>
                  <a:pt x="97967" y="160216"/>
                  <a:pt x="96239" y="152769"/>
                  <a:pt x="95524" y="144761"/>
                </a:cubicBezTo>
                <a:cubicBezTo>
                  <a:pt x="92013" y="106000"/>
                  <a:pt x="90844" y="91322"/>
                  <a:pt x="89552" y="68799"/>
                </a:cubicBezTo>
                <a:cubicBezTo>
                  <a:pt x="88699" y="55262"/>
                  <a:pt x="87504" y="41422"/>
                  <a:pt x="86756" y="38047"/>
                </a:cubicBezTo>
                <a:cubicBezTo>
                  <a:pt x="83293" y="21675"/>
                  <a:pt x="57982" y="2613"/>
                  <a:pt x="36672" y="283"/>
                </a:cubicBezTo>
                <a:cubicBezTo>
                  <a:pt x="35008" y="94"/>
                  <a:pt x="33380" y="2"/>
                  <a:pt x="31793" y="2"/>
                </a:cubicBezTo>
                <a:close/>
              </a:path>
            </a:pathLst>
          </a:custGeom>
          <a:solidFill>
            <a:srgbClr val="C00000"/>
          </a:solidFill>
          <a:ln w="7382" cap="flat">
            <a:noFill/>
            <a:prstDash val="solid"/>
            <a:miter/>
          </a:ln>
        </p:spPr>
        <p:txBody>
          <a:bodyPr/>
          <a:lstStyle/>
          <a:p>
            <a:endParaRPr lang="en-AU"/>
          </a:p>
        </p:txBody>
      </p:sp>
      <p:sp>
        <p:nvSpPr>
          <p:cNvPr id="60" name="Freeform: Shape 59">
            <a:extLst>
              <a:ext uri="{FF2B5EF4-FFF2-40B4-BE49-F238E27FC236}">
                <a16:creationId xmlns:a16="http://schemas.microsoft.com/office/drawing/2014/main" id="{7B69528F-5BBD-8E68-7DCB-E160B6F684C6}"/>
              </a:ext>
            </a:extLst>
          </p:cNvPr>
          <p:cNvSpPr/>
          <p:nvPr/>
        </p:nvSpPr>
        <p:spPr>
          <a:xfrm flipH="1">
            <a:off x="725363" y="3507192"/>
            <a:ext cx="4129925" cy="2225772"/>
          </a:xfrm>
          <a:custGeom>
            <a:avLst/>
            <a:gdLst>
              <a:gd name="csX0" fmla="*/ 2074117 w 4129925"/>
              <a:gd name="csY0" fmla="*/ 569749 h 2225772"/>
              <a:gd name="csX1" fmla="*/ 2074117 w 4129925"/>
              <a:gd name="csY1" fmla="*/ 820228 h 2225772"/>
              <a:gd name="csX2" fmla="*/ 534486 w 4129925"/>
              <a:gd name="csY2" fmla="*/ 829206 h 2225772"/>
              <a:gd name="csX3" fmla="*/ 2074117 w 4129925"/>
              <a:gd name="csY3" fmla="*/ 569746 h 2225772"/>
              <a:gd name="csX4" fmla="*/ 4016026 w 4129925"/>
              <a:gd name="csY4" fmla="*/ 1267368 h 2225772"/>
              <a:gd name="csX5" fmla="*/ 4021693 w 4129925"/>
              <a:gd name="csY5" fmla="*/ 1367130 h 2225772"/>
              <a:gd name="csX6" fmla="*/ 4028246 w 4129925"/>
              <a:gd name="csY6" fmla="*/ 1482361 h 2225772"/>
              <a:gd name="csX7" fmla="*/ 4033624 w 4129925"/>
              <a:gd name="csY7" fmla="*/ 1522870 h 2225772"/>
              <a:gd name="csX8" fmla="*/ 4052927 w 4129925"/>
              <a:gd name="csY8" fmla="*/ 1630715 h 2225772"/>
              <a:gd name="csX9" fmla="*/ 4071574 w 4129925"/>
              <a:gd name="csY9" fmla="*/ 2011658 h 2225772"/>
              <a:gd name="csX10" fmla="*/ 4058854 w 4129925"/>
              <a:gd name="csY10" fmla="*/ 2040618 h 2225772"/>
              <a:gd name="csX11" fmla="*/ 3993550 w 4129925"/>
              <a:gd name="csY11" fmla="*/ 2109648 h 2225772"/>
              <a:gd name="csX12" fmla="*/ 3973355 w 4129925"/>
              <a:gd name="csY12" fmla="*/ 2117043 h 2225772"/>
              <a:gd name="csX13" fmla="*/ 3927401 w 4129925"/>
              <a:gd name="csY13" fmla="*/ 2130630 h 2225772"/>
              <a:gd name="csX14" fmla="*/ 3927355 w 4129925"/>
              <a:gd name="csY14" fmla="*/ 2130630 h 2225772"/>
              <a:gd name="csX15" fmla="*/ 3922325 w 4129925"/>
              <a:gd name="csY15" fmla="*/ 2129747 h 2225772"/>
              <a:gd name="csX16" fmla="*/ 3939834 w 4129925"/>
              <a:gd name="csY16" fmla="*/ 2103935 h 2225772"/>
              <a:gd name="csX17" fmla="*/ 3983348 w 4129925"/>
              <a:gd name="csY17" fmla="*/ 2043359 h 2225772"/>
              <a:gd name="csX18" fmla="*/ 4000795 w 4129925"/>
              <a:gd name="csY18" fmla="*/ 1975453 h 2225772"/>
              <a:gd name="csX19" fmla="*/ 3970359 w 4129925"/>
              <a:gd name="csY19" fmla="*/ 1890778 h 2225772"/>
              <a:gd name="csX20" fmla="*/ 3890549 w 4129925"/>
              <a:gd name="csY20" fmla="*/ 1860374 h 2225772"/>
              <a:gd name="csX21" fmla="*/ 3866616 w 4129925"/>
              <a:gd name="csY21" fmla="*/ 1856725 h 2225772"/>
              <a:gd name="csX22" fmla="*/ 3863339 w 4129925"/>
              <a:gd name="csY22" fmla="*/ 1798846 h 2225772"/>
              <a:gd name="csX23" fmla="*/ 3852042 w 4129925"/>
              <a:gd name="csY23" fmla="*/ 1712039 h 2225772"/>
              <a:gd name="csX24" fmla="*/ 3833282 w 4129925"/>
              <a:gd name="csY24" fmla="*/ 1611560 h 2225772"/>
              <a:gd name="csX25" fmla="*/ 3867869 w 4129925"/>
              <a:gd name="csY25" fmla="*/ 1572227 h 2225772"/>
              <a:gd name="csX26" fmla="*/ 3867878 w 4129925"/>
              <a:gd name="csY26" fmla="*/ 1572227 h 2225772"/>
              <a:gd name="csX27" fmla="*/ 3869383 w 4129925"/>
              <a:gd name="csY27" fmla="*/ 1572569 h 2225772"/>
              <a:gd name="csX28" fmla="*/ 3874189 w 4129925"/>
              <a:gd name="csY28" fmla="*/ 1585716 h 2225772"/>
              <a:gd name="csX29" fmla="*/ 3917319 w 4129925"/>
              <a:gd name="csY29" fmla="*/ 1627751 h 2225772"/>
              <a:gd name="csX30" fmla="*/ 3917324 w 4129925"/>
              <a:gd name="csY30" fmla="*/ 1627751 h 2225772"/>
              <a:gd name="csX31" fmla="*/ 3938576 w 4129925"/>
              <a:gd name="csY31" fmla="*/ 1615618 h 2225772"/>
              <a:gd name="csX32" fmla="*/ 3960310 w 4129925"/>
              <a:gd name="csY32" fmla="*/ 1569805 h 2225772"/>
              <a:gd name="csX33" fmla="*/ 3969784 w 4129925"/>
              <a:gd name="csY33" fmla="*/ 1504015 h 2225772"/>
              <a:gd name="csX34" fmla="*/ 3980329 w 4129925"/>
              <a:gd name="csY34" fmla="*/ 1443486 h 2225772"/>
              <a:gd name="csX35" fmla="*/ 3990346 w 4129925"/>
              <a:gd name="csY35" fmla="*/ 1385588 h 2225772"/>
              <a:gd name="csX36" fmla="*/ 4000356 w 4129925"/>
              <a:gd name="csY36" fmla="*/ 1322429 h 2225772"/>
              <a:gd name="csX37" fmla="*/ 4012512 w 4129925"/>
              <a:gd name="csY37" fmla="*/ 1272422 h 2225772"/>
              <a:gd name="csX38" fmla="*/ 4016024 w 4129925"/>
              <a:gd name="csY38" fmla="*/ 1267362 h 2225772"/>
              <a:gd name="csX39" fmla="*/ 3411761 w 4129925"/>
              <a:gd name="csY39" fmla="*/ 2 h 2225772"/>
              <a:gd name="csX40" fmla="*/ 3410794 w 4129925"/>
              <a:gd name="csY40" fmla="*/ 3 h 2225772"/>
              <a:gd name="csX41" fmla="*/ 3371557 w 4129925"/>
              <a:gd name="csY41" fmla="*/ 2330 h 2225772"/>
              <a:gd name="csX42" fmla="*/ 3331945 w 4129925"/>
              <a:gd name="csY42" fmla="*/ 9419 h 2225772"/>
              <a:gd name="csX43" fmla="*/ 3323041 w 4129925"/>
              <a:gd name="csY43" fmla="*/ 11853 h 2225772"/>
              <a:gd name="csX44" fmla="*/ 3221986 w 4129925"/>
              <a:gd name="csY44" fmla="*/ 68775 h 2225772"/>
              <a:gd name="csX45" fmla="*/ 3186835 w 4129925"/>
              <a:gd name="csY45" fmla="*/ 118089 h 2225772"/>
              <a:gd name="csX46" fmla="*/ 3169629 w 4129925"/>
              <a:gd name="csY46" fmla="*/ 192060 h 2225772"/>
              <a:gd name="csX47" fmla="*/ 3178142 w 4129925"/>
              <a:gd name="csY47" fmla="*/ 227371 h 2225772"/>
              <a:gd name="csX48" fmla="*/ 3180002 w 4129925"/>
              <a:gd name="csY48" fmla="*/ 230235 h 2225772"/>
              <a:gd name="csX49" fmla="*/ 3177730 w 4129925"/>
              <a:gd name="csY49" fmla="*/ 235426 h 2225772"/>
              <a:gd name="csX50" fmla="*/ 3157438 w 4129925"/>
              <a:gd name="csY50" fmla="*/ 275758 h 2225772"/>
              <a:gd name="csX51" fmla="*/ 3130884 w 4129925"/>
              <a:gd name="csY51" fmla="*/ 331947 h 2225772"/>
              <a:gd name="csX52" fmla="*/ 3130047 w 4129925"/>
              <a:gd name="csY52" fmla="*/ 350210 h 2225772"/>
              <a:gd name="csX53" fmla="*/ 3148963 w 4129925"/>
              <a:gd name="csY53" fmla="*/ 361222 h 2225772"/>
              <a:gd name="csX54" fmla="*/ 3158116 w 4129925"/>
              <a:gd name="csY54" fmla="*/ 363004 h 2225772"/>
              <a:gd name="csX55" fmla="*/ 3158141 w 4129925"/>
              <a:gd name="csY55" fmla="*/ 363004 h 2225772"/>
              <a:gd name="csX56" fmla="*/ 3159593 w 4129925"/>
              <a:gd name="csY56" fmla="*/ 362950 h 2225772"/>
              <a:gd name="csX57" fmla="*/ 3164753 w 4129925"/>
              <a:gd name="csY57" fmla="*/ 362779 h 2225772"/>
              <a:gd name="csX58" fmla="*/ 3164841 w 4129925"/>
              <a:gd name="csY58" fmla="*/ 362779 h 2225772"/>
              <a:gd name="csX59" fmla="*/ 3176525 w 4129925"/>
              <a:gd name="csY59" fmla="*/ 366035 h 2225772"/>
              <a:gd name="csX60" fmla="*/ 3177992 w 4129925"/>
              <a:gd name="csY60" fmla="*/ 376803 h 2225772"/>
              <a:gd name="csX61" fmla="*/ 3177475 w 4129925"/>
              <a:gd name="csY61" fmla="*/ 384340 h 2225772"/>
              <a:gd name="csX62" fmla="*/ 3174531 w 4129925"/>
              <a:gd name="csY62" fmla="*/ 394556 h 2225772"/>
              <a:gd name="csX63" fmla="*/ 3171879 w 4129925"/>
              <a:gd name="csY63" fmla="*/ 405496 h 2225772"/>
              <a:gd name="csX64" fmla="*/ 3184634 w 4129925"/>
              <a:gd name="csY64" fmla="*/ 416836 h 2225772"/>
              <a:gd name="csX65" fmla="*/ 3188509 w 4129925"/>
              <a:gd name="csY65" fmla="*/ 419157 h 2225772"/>
              <a:gd name="csX66" fmla="*/ 3184968 w 4129925"/>
              <a:gd name="csY66" fmla="*/ 428120 h 2225772"/>
              <a:gd name="csX67" fmla="*/ 3181482 w 4129925"/>
              <a:gd name="csY67" fmla="*/ 437609 h 2225772"/>
              <a:gd name="csX68" fmla="*/ 3189248 w 4129925"/>
              <a:gd name="csY68" fmla="*/ 445282 h 2225772"/>
              <a:gd name="csX69" fmla="*/ 3201815 w 4129925"/>
              <a:gd name="csY69" fmla="*/ 460622 h 2225772"/>
              <a:gd name="csX70" fmla="*/ 3201009 w 4129925"/>
              <a:gd name="csY70" fmla="*/ 477805 h 2225772"/>
              <a:gd name="csX71" fmla="*/ 3201861 w 4129925"/>
              <a:gd name="csY71" fmla="*/ 510903 h 2225772"/>
              <a:gd name="csX72" fmla="*/ 3228305 w 4129925"/>
              <a:gd name="csY72" fmla="*/ 530856 h 2225772"/>
              <a:gd name="csX73" fmla="*/ 3242423 w 4129925"/>
              <a:gd name="csY73" fmla="*/ 533221 h 2225772"/>
              <a:gd name="csX74" fmla="*/ 3246931 w 4129925"/>
              <a:gd name="csY74" fmla="*/ 533510 h 2225772"/>
              <a:gd name="csX75" fmla="*/ 3288120 w 4129925"/>
              <a:gd name="csY75" fmla="*/ 525669 h 2225772"/>
              <a:gd name="csX76" fmla="*/ 3329255 w 4129925"/>
              <a:gd name="csY76" fmla="*/ 517789 h 2225772"/>
              <a:gd name="csX77" fmla="*/ 3331523 w 4129925"/>
              <a:gd name="csY77" fmla="*/ 519496 h 2225772"/>
              <a:gd name="csX78" fmla="*/ 3343948 w 4129925"/>
              <a:gd name="csY78" fmla="*/ 535843 h 2225772"/>
              <a:gd name="csX79" fmla="*/ 3351257 w 4129925"/>
              <a:gd name="csY79" fmla="*/ 550312 h 2225772"/>
              <a:gd name="csX80" fmla="*/ 3351193 w 4129925"/>
              <a:gd name="csY80" fmla="*/ 550312 h 2225772"/>
              <a:gd name="csX81" fmla="*/ 3346611 w 4129925"/>
              <a:gd name="csY81" fmla="*/ 552554 h 2225772"/>
              <a:gd name="csX82" fmla="*/ 3346675 w 4129925"/>
              <a:gd name="csY82" fmla="*/ 552554 h 2225772"/>
              <a:gd name="csX83" fmla="*/ 3348345 w 4129925"/>
              <a:gd name="csY83" fmla="*/ 555170 h 2225772"/>
              <a:gd name="csX84" fmla="*/ 3352652 w 4129925"/>
              <a:gd name="csY84" fmla="*/ 590945 h 2225772"/>
              <a:gd name="csX85" fmla="*/ 3309311 w 4129925"/>
              <a:gd name="csY85" fmla="*/ 767288 h 2225772"/>
              <a:gd name="csX86" fmla="*/ 3285537 w 4129925"/>
              <a:gd name="csY86" fmla="*/ 870986 h 2225772"/>
              <a:gd name="csX87" fmla="*/ 3247926 w 4129925"/>
              <a:gd name="csY87" fmla="*/ 968389 h 2225772"/>
              <a:gd name="csX88" fmla="*/ 3227425 w 4129925"/>
              <a:gd name="csY88" fmla="*/ 1127857 h 2225772"/>
              <a:gd name="csX89" fmla="*/ 3221650 w 4129925"/>
              <a:gd name="csY89" fmla="*/ 1177330 h 2225772"/>
              <a:gd name="csX90" fmla="*/ 3214820 w 4129925"/>
              <a:gd name="csY90" fmla="*/ 1233644 h 2225772"/>
              <a:gd name="csX91" fmla="*/ 3211704 w 4129925"/>
              <a:gd name="csY91" fmla="*/ 1283638 h 2225772"/>
              <a:gd name="csX92" fmla="*/ 3164907 w 4129925"/>
              <a:gd name="csY92" fmla="*/ 1282127 h 2225772"/>
              <a:gd name="csX93" fmla="*/ 3148539 w 4129925"/>
              <a:gd name="csY93" fmla="*/ 1281840 h 2225772"/>
              <a:gd name="csX94" fmla="*/ 3147979 w 4129925"/>
              <a:gd name="csY94" fmla="*/ 1281840 h 2225772"/>
              <a:gd name="csX95" fmla="*/ 3110144 w 4129925"/>
              <a:gd name="csY95" fmla="*/ 1287469 h 2225772"/>
              <a:gd name="csX96" fmla="*/ 3069743 w 4129925"/>
              <a:gd name="csY96" fmla="*/ 1295947 h 2225772"/>
              <a:gd name="csX97" fmla="*/ 3057352 w 4129925"/>
              <a:gd name="csY97" fmla="*/ 1296319 h 2225772"/>
              <a:gd name="csX98" fmla="*/ 3057142 w 4129925"/>
              <a:gd name="csY98" fmla="*/ 1296319 h 2225772"/>
              <a:gd name="csX99" fmla="*/ 2975030 w 4129925"/>
              <a:gd name="csY99" fmla="*/ 1255567 h 2225772"/>
              <a:gd name="csX100" fmla="*/ 2932459 w 4129925"/>
              <a:gd name="csY100" fmla="*/ 1234581 h 2225772"/>
              <a:gd name="csX101" fmla="*/ 2902130 w 4129925"/>
              <a:gd name="csY101" fmla="*/ 1222522 h 2225772"/>
              <a:gd name="csX102" fmla="*/ 2886664 w 4129925"/>
              <a:gd name="csY102" fmla="*/ 1220078 h 2225772"/>
              <a:gd name="csX103" fmla="*/ 2886527 w 4129925"/>
              <a:gd name="csY103" fmla="*/ 1220078 h 2225772"/>
              <a:gd name="csX104" fmla="*/ 2872882 w 4129925"/>
              <a:gd name="csY104" fmla="*/ 1220987 h 2225772"/>
              <a:gd name="csX105" fmla="*/ 2812803 w 4129925"/>
              <a:gd name="csY105" fmla="*/ 1227388 h 2225772"/>
              <a:gd name="csX106" fmla="*/ 2757006 w 4129925"/>
              <a:gd name="csY106" fmla="*/ 1252200 h 2225772"/>
              <a:gd name="csX107" fmla="*/ 2741087 w 4129925"/>
              <a:gd name="csY107" fmla="*/ 1275377 h 2225772"/>
              <a:gd name="csX108" fmla="*/ 2733611 w 4129925"/>
              <a:gd name="csY108" fmla="*/ 1284900 h 2225772"/>
              <a:gd name="csX109" fmla="*/ 2498750 w 4129925"/>
              <a:gd name="csY109" fmla="*/ 1276646 h 2225772"/>
              <a:gd name="csX110" fmla="*/ 2495909 w 4129925"/>
              <a:gd name="csY110" fmla="*/ 817827 h 2225772"/>
              <a:gd name="csX111" fmla="*/ 2107695 w 4129925"/>
              <a:gd name="csY111" fmla="*/ 820091 h 2225772"/>
              <a:gd name="csX112" fmla="*/ 2107695 w 4129925"/>
              <a:gd name="csY112" fmla="*/ 564144 h 2225772"/>
              <a:gd name="csX113" fmla="*/ 2510630 w 4129925"/>
              <a:gd name="csY113" fmla="*/ 496239 h 2225772"/>
              <a:gd name="csX114" fmla="*/ 2501996 w 4129925"/>
              <a:gd name="csY114" fmla="*/ 441479 h 2225772"/>
              <a:gd name="csX115" fmla="*/ 2501873 w 4129925"/>
              <a:gd name="csY115" fmla="*/ 440762 h 2225772"/>
              <a:gd name="csX116" fmla="*/ 184473 w 4129925"/>
              <a:gd name="csY116" fmla="*/ 831302 h 2225772"/>
              <a:gd name="csX117" fmla="*/ 3173 w 4129925"/>
              <a:gd name="csY117" fmla="*/ 832359 h 2225772"/>
              <a:gd name="csX118" fmla="*/ 0 w 4129925"/>
              <a:gd name="csY118" fmla="*/ 832379 h 2225772"/>
              <a:gd name="csX119" fmla="*/ 4301 w 4129925"/>
              <a:gd name="csY119" fmla="*/ 1527099 h 2225772"/>
              <a:gd name="csX120" fmla="*/ 94600 w 4129925"/>
              <a:gd name="csY120" fmla="*/ 1526556 h 2225772"/>
              <a:gd name="csX121" fmla="*/ 101106 w 4129925"/>
              <a:gd name="csY121" fmla="*/ 2225773 h 2225772"/>
              <a:gd name="csX122" fmla="*/ 205667 w 4129925"/>
              <a:gd name="csY122" fmla="*/ 2225773 h 2225772"/>
              <a:gd name="csX123" fmla="*/ 199347 w 4129925"/>
              <a:gd name="csY123" fmla="*/ 1525929 h 2225772"/>
              <a:gd name="csX124" fmla="*/ 369454 w 4129925"/>
              <a:gd name="csY124" fmla="*/ 1524906 h 2225772"/>
              <a:gd name="csX125" fmla="*/ 368885 w 4129925"/>
              <a:gd name="csY125" fmla="*/ 1672268 h 2225772"/>
              <a:gd name="csX126" fmla="*/ 370087 w 4129925"/>
              <a:gd name="csY126" fmla="*/ 1673522 h 2225772"/>
              <a:gd name="csX127" fmla="*/ 371356 w 4129925"/>
              <a:gd name="csY127" fmla="*/ 1673446 h 2225772"/>
              <a:gd name="csX128" fmla="*/ 1373258 w 4129925"/>
              <a:gd name="csY128" fmla="*/ 1677217 h 2225772"/>
              <a:gd name="csX129" fmla="*/ 1375394 w 4129925"/>
              <a:gd name="csY129" fmla="*/ 1907768 h 2225772"/>
              <a:gd name="csX130" fmla="*/ 1378339 w 4129925"/>
              <a:gd name="csY130" fmla="*/ 2225769 h 2225772"/>
              <a:gd name="csX131" fmla="*/ 1469037 w 4129925"/>
              <a:gd name="csY131" fmla="*/ 2225769 h 2225772"/>
              <a:gd name="csX132" fmla="*/ 1470049 w 4129925"/>
              <a:gd name="csY132" fmla="*/ 1909733 h 2225772"/>
              <a:gd name="csX133" fmla="*/ 1470952 w 4129925"/>
              <a:gd name="csY133" fmla="*/ 1677584 h 2225772"/>
              <a:gd name="csX134" fmla="*/ 1470973 w 4129925"/>
              <a:gd name="csY134" fmla="*/ 1677584 h 2225772"/>
              <a:gd name="csX135" fmla="*/ 1905873 w 4129925"/>
              <a:gd name="csY135" fmla="*/ 1679221 h 2225772"/>
              <a:gd name="csX136" fmla="*/ 1906313 w 4129925"/>
              <a:gd name="csY136" fmla="*/ 1565308 h 2225772"/>
              <a:gd name="csX137" fmla="*/ 1906339 w 4129925"/>
              <a:gd name="csY137" fmla="*/ 1565308 h 2225772"/>
              <a:gd name="csX138" fmla="*/ 2189536 w 4129925"/>
              <a:gd name="csY138" fmla="*/ 1566651 h 2225772"/>
              <a:gd name="csX139" fmla="*/ 2189536 w 4129925"/>
              <a:gd name="csY139" fmla="*/ 1566651 h 2225772"/>
              <a:gd name="csX140" fmla="*/ 2195360 w 4129925"/>
              <a:gd name="csY140" fmla="*/ 1907621 h 2225772"/>
              <a:gd name="csX141" fmla="*/ 2197322 w 4129925"/>
              <a:gd name="csY141" fmla="*/ 2225764 h 2225772"/>
              <a:gd name="csX142" fmla="*/ 2287935 w 4129925"/>
              <a:gd name="csY142" fmla="*/ 2225764 h 2225772"/>
              <a:gd name="csX143" fmla="*/ 2288952 w 4129925"/>
              <a:gd name="csY143" fmla="*/ 1909585 h 2225772"/>
              <a:gd name="csX144" fmla="*/ 2294292 w 4129925"/>
              <a:gd name="csY144" fmla="*/ 1567018 h 2225772"/>
              <a:gd name="csX145" fmla="*/ 2621854 w 4129925"/>
              <a:gd name="csY145" fmla="*/ 1563909 h 2225772"/>
              <a:gd name="csX146" fmla="*/ 2945518 w 4129925"/>
              <a:gd name="csY146" fmla="*/ 1560065 h 2225772"/>
              <a:gd name="csX147" fmla="*/ 2945554 w 4129925"/>
              <a:gd name="csY147" fmla="*/ 1560065 h 2225772"/>
              <a:gd name="csX148" fmla="*/ 2984580 w 4129925"/>
              <a:gd name="csY148" fmla="*/ 1561453 h 2225772"/>
              <a:gd name="csX149" fmla="*/ 3007820 w 4129925"/>
              <a:gd name="csY149" fmla="*/ 1561950 h 2225772"/>
              <a:gd name="csX150" fmla="*/ 3012774 w 4129925"/>
              <a:gd name="csY150" fmla="*/ 1422304 h 2225772"/>
              <a:gd name="csX151" fmla="*/ 3012811 w 4129925"/>
              <a:gd name="csY151" fmla="*/ 1422304 h 2225772"/>
              <a:gd name="csX152" fmla="*/ 3030067 w 4129925"/>
              <a:gd name="csY152" fmla="*/ 1449127 h 2225772"/>
              <a:gd name="csX153" fmla="*/ 3060957 w 4129925"/>
              <a:gd name="csY153" fmla="*/ 1480655 h 2225772"/>
              <a:gd name="csX154" fmla="*/ 3099261 w 4129925"/>
              <a:gd name="csY154" fmla="*/ 1492177 h 2225772"/>
              <a:gd name="csX155" fmla="*/ 3112552 w 4129925"/>
              <a:gd name="csY155" fmla="*/ 1502681 h 2225772"/>
              <a:gd name="csX156" fmla="*/ 3112612 w 4129925"/>
              <a:gd name="csY156" fmla="*/ 1502681 h 2225772"/>
              <a:gd name="csX157" fmla="*/ 3126402 w 4129925"/>
              <a:gd name="csY157" fmla="*/ 1507398 h 2225772"/>
              <a:gd name="csX158" fmla="*/ 3083370 w 4129925"/>
              <a:gd name="csY158" fmla="*/ 1534295 h 2225772"/>
              <a:gd name="csX159" fmla="*/ 3052025 w 4129925"/>
              <a:gd name="csY159" fmla="*/ 1553812 h 2225772"/>
              <a:gd name="csX160" fmla="*/ 2982978 w 4129925"/>
              <a:gd name="csY160" fmla="*/ 1608111 h 2225772"/>
              <a:gd name="csX161" fmla="*/ 2961199 w 4129925"/>
              <a:gd name="csY161" fmla="*/ 1623929 h 2225772"/>
              <a:gd name="csX162" fmla="*/ 2887309 w 4129925"/>
              <a:gd name="csY162" fmla="*/ 1639823 h 2225772"/>
              <a:gd name="csX163" fmla="*/ 2813934 w 4129925"/>
              <a:gd name="csY163" fmla="*/ 1645191 h 2225772"/>
              <a:gd name="csX164" fmla="*/ 2717714 w 4129925"/>
              <a:gd name="csY164" fmla="*/ 1663749 h 2225772"/>
              <a:gd name="csX165" fmla="*/ 2497107 w 4129925"/>
              <a:gd name="csY165" fmla="*/ 1714060 h 2225772"/>
              <a:gd name="csX166" fmla="*/ 2449329 w 4129925"/>
              <a:gd name="csY166" fmla="*/ 1767803 h 2225772"/>
              <a:gd name="csX167" fmla="*/ 2440379 w 4129925"/>
              <a:gd name="csY167" fmla="*/ 1828330 h 2225772"/>
              <a:gd name="csX168" fmla="*/ 2474017 w 4129925"/>
              <a:gd name="csY168" fmla="*/ 1920368 h 2225772"/>
              <a:gd name="csX169" fmla="*/ 2497464 w 4129925"/>
              <a:gd name="csY169" fmla="*/ 1954536 h 2225772"/>
              <a:gd name="csX170" fmla="*/ 2508680 w 4129925"/>
              <a:gd name="csY170" fmla="*/ 1987671 h 2225772"/>
              <a:gd name="csX171" fmla="*/ 2527370 w 4129925"/>
              <a:gd name="csY171" fmla="*/ 2040264 h 2225772"/>
              <a:gd name="csX172" fmla="*/ 2566333 w 4129925"/>
              <a:gd name="csY172" fmla="*/ 2136503 h 2225772"/>
              <a:gd name="csX173" fmla="*/ 2601539 w 4129925"/>
              <a:gd name="csY173" fmla="*/ 2210647 h 2225772"/>
              <a:gd name="csX174" fmla="*/ 2609296 w 4129925"/>
              <a:gd name="csY174" fmla="*/ 2225766 h 2225772"/>
              <a:gd name="csX175" fmla="*/ 2937540 w 4129925"/>
              <a:gd name="csY175" fmla="*/ 2225766 h 2225772"/>
              <a:gd name="csX176" fmla="*/ 2938144 w 4129925"/>
              <a:gd name="csY176" fmla="*/ 2211736 h 2225772"/>
              <a:gd name="csX177" fmla="*/ 2929022 w 4129925"/>
              <a:gd name="csY177" fmla="*/ 2156497 h 2225772"/>
              <a:gd name="csX178" fmla="*/ 2911937 w 4129925"/>
              <a:gd name="csY178" fmla="*/ 2110742 h 2225772"/>
              <a:gd name="csX179" fmla="*/ 2886845 w 4129925"/>
              <a:gd name="csY179" fmla="*/ 2043950 h 2225772"/>
              <a:gd name="csX180" fmla="*/ 2874090 w 4129925"/>
              <a:gd name="csY180" fmla="*/ 1995960 h 2225772"/>
              <a:gd name="csX181" fmla="*/ 2874149 w 4129925"/>
              <a:gd name="csY181" fmla="*/ 1995960 h 2225772"/>
              <a:gd name="csX182" fmla="*/ 2889979 w 4129925"/>
              <a:gd name="csY182" fmla="*/ 2005532 h 2225772"/>
              <a:gd name="csX183" fmla="*/ 2922489 w 4129925"/>
              <a:gd name="csY183" fmla="*/ 2018128 h 2225772"/>
              <a:gd name="csX184" fmla="*/ 2922682 w 4129925"/>
              <a:gd name="csY184" fmla="*/ 2018128 h 2225772"/>
              <a:gd name="csX185" fmla="*/ 2953807 w 4129925"/>
              <a:gd name="csY185" fmla="*/ 2016491 h 2225772"/>
              <a:gd name="csX186" fmla="*/ 2999312 w 4129925"/>
              <a:gd name="csY186" fmla="*/ 2015506 h 2225772"/>
              <a:gd name="csX187" fmla="*/ 3002141 w 4129925"/>
              <a:gd name="csY187" fmla="*/ 2015504 h 2225772"/>
              <a:gd name="csX188" fmla="*/ 3098448 w 4129925"/>
              <a:gd name="csY188" fmla="*/ 2017332 h 2225772"/>
              <a:gd name="csX189" fmla="*/ 3196296 w 4129925"/>
              <a:gd name="csY189" fmla="*/ 2020873 h 2225772"/>
              <a:gd name="csX190" fmla="*/ 3194742 w 4129925"/>
              <a:gd name="csY190" fmla="*/ 2048237 h 2225772"/>
              <a:gd name="csX191" fmla="*/ 3200130 w 4129925"/>
              <a:gd name="csY191" fmla="*/ 2095589 h 2225772"/>
              <a:gd name="csX192" fmla="*/ 3231572 w 4129925"/>
              <a:gd name="csY192" fmla="*/ 2144481 h 2225772"/>
              <a:gd name="csX193" fmla="*/ 3231578 w 4129925"/>
              <a:gd name="csY193" fmla="*/ 2144481 h 2225772"/>
              <a:gd name="csX194" fmla="*/ 3270959 w 4129925"/>
              <a:gd name="csY194" fmla="*/ 2165999 h 2225772"/>
              <a:gd name="csX195" fmla="*/ 3314598 w 4129925"/>
              <a:gd name="csY195" fmla="*/ 2185030 h 2225772"/>
              <a:gd name="csX196" fmla="*/ 3314654 w 4129925"/>
              <a:gd name="csY196" fmla="*/ 2185030 h 2225772"/>
              <a:gd name="csX197" fmla="*/ 3325756 w 4129925"/>
              <a:gd name="csY197" fmla="*/ 2183808 h 2225772"/>
              <a:gd name="csX198" fmla="*/ 3424653 w 4129925"/>
              <a:gd name="csY198" fmla="*/ 2177350 h 2225772"/>
              <a:gd name="csX199" fmla="*/ 3502819 w 4129925"/>
              <a:gd name="csY199" fmla="*/ 2175131 h 2225772"/>
              <a:gd name="csX200" fmla="*/ 3502862 w 4129925"/>
              <a:gd name="csY200" fmla="*/ 2204073 h 2225772"/>
              <a:gd name="csX201" fmla="*/ 3503913 w 4129925"/>
              <a:gd name="csY201" fmla="*/ 2225766 h 2225772"/>
              <a:gd name="csX202" fmla="*/ 3677691 w 4129925"/>
              <a:gd name="csY202" fmla="*/ 2225766 h 2225772"/>
              <a:gd name="csX203" fmla="*/ 3675174 w 4129925"/>
              <a:gd name="csY203" fmla="*/ 2215924 h 2225772"/>
              <a:gd name="csX204" fmla="*/ 3678870 w 4129925"/>
              <a:gd name="csY204" fmla="*/ 2175834 h 2225772"/>
              <a:gd name="csX205" fmla="*/ 3678941 w 4129925"/>
              <a:gd name="csY205" fmla="*/ 2175834 h 2225772"/>
              <a:gd name="csX206" fmla="*/ 3689473 w 4129925"/>
              <a:gd name="csY206" fmla="*/ 2176438 h 2225772"/>
              <a:gd name="csX207" fmla="*/ 3720356 w 4129925"/>
              <a:gd name="csY207" fmla="*/ 2204282 h 2225772"/>
              <a:gd name="csX208" fmla="*/ 3727449 w 4129925"/>
              <a:gd name="csY208" fmla="*/ 2225766 h 2225772"/>
              <a:gd name="csX209" fmla="*/ 3895056 w 4129925"/>
              <a:gd name="csY209" fmla="*/ 2225766 h 2225772"/>
              <a:gd name="csX210" fmla="*/ 3895332 w 4129925"/>
              <a:gd name="csY210" fmla="*/ 2221392 h 2225772"/>
              <a:gd name="csX211" fmla="*/ 3938872 w 4129925"/>
              <a:gd name="csY211" fmla="*/ 2178180 h 2225772"/>
              <a:gd name="csX212" fmla="*/ 3996268 w 4129925"/>
              <a:gd name="csY212" fmla="*/ 2155995 h 2225772"/>
              <a:gd name="csX213" fmla="*/ 4029750 w 4129925"/>
              <a:gd name="csY213" fmla="*/ 2143317 h 2225772"/>
              <a:gd name="csX214" fmla="*/ 4108864 w 4129925"/>
              <a:gd name="csY214" fmla="*/ 2063745 h 2225772"/>
              <a:gd name="csX215" fmla="*/ 4114163 w 4129925"/>
              <a:gd name="csY215" fmla="*/ 2051109 h 2225772"/>
              <a:gd name="csX216" fmla="*/ 4119457 w 4129925"/>
              <a:gd name="csY216" fmla="*/ 2035315 h 2225772"/>
              <a:gd name="csX217" fmla="*/ 4124750 w 4129925"/>
              <a:gd name="csY217" fmla="*/ 2019520 h 2225772"/>
              <a:gd name="csX218" fmla="*/ 4129924 w 4129925"/>
              <a:gd name="csY218" fmla="*/ 1922165 h 2225772"/>
              <a:gd name="csX219" fmla="*/ 4124460 w 4129925"/>
              <a:gd name="csY219" fmla="*/ 1824825 h 2225772"/>
              <a:gd name="csX220" fmla="*/ 4119066 w 4129925"/>
              <a:gd name="csY220" fmla="*/ 1772738 h 2225772"/>
              <a:gd name="csX221" fmla="*/ 4114201 w 4129925"/>
              <a:gd name="csY221" fmla="*/ 1719599 h 2225772"/>
              <a:gd name="csX222" fmla="*/ 4106685 w 4129925"/>
              <a:gd name="csY222" fmla="*/ 1672251 h 2225772"/>
              <a:gd name="csX223" fmla="*/ 4098068 w 4129925"/>
              <a:gd name="csY223" fmla="*/ 1598593 h 2225772"/>
              <a:gd name="csX224" fmla="*/ 4074996 w 4129925"/>
              <a:gd name="csY224" fmla="*/ 1459183 h 2225772"/>
              <a:gd name="csX225" fmla="*/ 4078459 w 4129925"/>
              <a:gd name="csY225" fmla="*/ 1285006 h 2225772"/>
              <a:gd name="csX226" fmla="*/ 4079900 w 4129925"/>
              <a:gd name="csY226" fmla="*/ 1181340 h 2225772"/>
              <a:gd name="csX227" fmla="*/ 4057024 w 4129925"/>
              <a:gd name="csY227" fmla="*/ 1174006 h 2225772"/>
              <a:gd name="csX228" fmla="*/ 4042100 w 4129925"/>
              <a:gd name="csY228" fmla="*/ 1151401 h 2225772"/>
              <a:gd name="csX229" fmla="*/ 4052665 w 4129925"/>
              <a:gd name="csY229" fmla="*/ 1104027 h 2225772"/>
              <a:gd name="csX230" fmla="*/ 4037105 w 4129925"/>
              <a:gd name="csY230" fmla="*/ 1010386 h 2225772"/>
              <a:gd name="csX231" fmla="*/ 4029065 w 4129925"/>
              <a:gd name="csY231" fmla="*/ 1009496 h 2225772"/>
              <a:gd name="csX232" fmla="*/ 4028995 w 4129925"/>
              <a:gd name="csY232" fmla="*/ 1009496 h 2225772"/>
              <a:gd name="csX233" fmla="*/ 3958442 w 4129925"/>
              <a:gd name="csY233" fmla="*/ 1035757 h 2225772"/>
              <a:gd name="csX234" fmla="*/ 3940268 w 4129925"/>
              <a:gd name="csY234" fmla="*/ 1047333 h 2225772"/>
              <a:gd name="csX235" fmla="*/ 3940264 w 4129925"/>
              <a:gd name="csY235" fmla="*/ 1047333 h 2225772"/>
              <a:gd name="csX236" fmla="*/ 3938784 w 4129925"/>
              <a:gd name="csY236" fmla="*/ 1046837 h 2225772"/>
              <a:gd name="csX237" fmla="*/ 3936071 w 4129925"/>
              <a:gd name="csY237" fmla="*/ 1010532 h 2225772"/>
              <a:gd name="csX238" fmla="*/ 3904978 w 4129925"/>
              <a:gd name="csY238" fmla="*/ 841136 h 2225772"/>
              <a:gd name="csX239" fmla="*/ 3847947 w 4129925"/>
              <a:gd name="csY239" fmla="*/ 752290 h 2225772"/>
              <a:gd name="csX240" fmla="*/ 3830361 w 4129925"/>
              <a:gd name="csY240" fmla="*/ 726532 h 2225772"/>
              <a:gd name="csX241" fmla="*/ 3716380 w 4129925"/>
              <a:gd name="csY241" fmla="*/ 602517 h 2225772"/>
              <a:gd name="csX242" fmla="*/ 3702537 w 4129925"/>
              <a:gd name="csY242" fmla="*/ 591487 h 2225772"/>
              <a:gd name="csX243" fmla="*/ 3680708 w 4129925"/>
              <a:gd name="csY243" fmla="*/ 574154 h 2225772"/>
              <a:gd name="csX244" fmla="*/ 3657790 w 4129925"/>
              <a:gd name="csY244" fmla="*/ 538932 h 2225772"/>
              <a:gd name="csX245" fmla="*/ 3639655 w 4129925"/>
              <a:gd name="csY245" fmla="*/ 501072 h 2225772"/>
              <a:gd name="csX246" fmla="*/ 3617560 w 4129925"/>
              <a:gd name="csY246" fmla="*/ 472305 h 2225772"/>
              <a:gd name="csX247" fmla="*/ 3617493 w 4129925"/>
              <a:gd name="csY247" fmla="*/ 472305 h 2225772"/>
              <a:gd name="csX248" fmla="*/ 3607170 w 4129925"/>
              <a:gd name="csY248" fmla="*/ 443804 h 2225772"/>
              <a:gd name="csX249" fmla="*/ 3602957 w 4129925"/>
              <a:gd name="csY249" fmla="*/ 431667 h 2225772"/>
              <a:gd name="csX250" fmla="*/ 3590944 w 4129925"/>
              <a:gd name="csY250" fmla="*/ 390488 h 2225772"/>
              <a:gd name="csX251" fmla="*/ 3591869 w 4129925"/>
              <a:gd name="csY251" fmla="*/ 347257 h 2225772"/>
              <a:gd name="csX252" fmla="*/ 3606957 w 4129925"/>
              <a:gd name="csY252" fmla="*/ 307604 h 2225772"/>
              <a:gd name="csX253" fmla="*/ 3624973 w 4129925"/>
              <a:gd name="csY253" fmla="*/ 250991 h 2225772"/>
              <a:gd name="csX254" fmla="*/ 3621784 w 4129925"/>
              <a:gd name="csY254" fmla="*/ 150989 h 2225772"/>
              <a:gd name="csX255" fmla="*/ 3574989 w 4129925"/>
              <a:gd name="csY255" fmla="*/ 62822 h 2225772"/>
              <a:gd name="csX256" fmla="*/ 3412823 w 4129925"/>
              <a:gd name="csY256" fmla="*/ 1 h 2225772"/>
              <a:gd name="csX257" fmla="*/ 3412560 w 4129925"/>
              <a:gd name="csY257" fmla="*/ 1 h 2225772"/>
              <a:gd name="csX258" fmla="*/ 3411752 w 4129925"/>
              <a:gd name="csY258" fmla="*/ 0 h 222577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  <a:cxn ang="0">
                <a:pos x="csX91" y="csY91"/>
              </a:cxn>
              <a:cxn ang="0">
                <a:pos x="csX92" y="csY92"/>
              </a:cxn>
              <a:cxn ang="0">
                <a:pos x="csX93" y="csY93"/>
              </a:cxn>
              <a:cxn ang="0">
                <a:pos x="csX94" y="csY94"/>
              </a:cxn>
              <a:cxn ang="0">
                <a:pos x="csX95" y="csY95"/>
              </a:cxn>
              <a:cxn ang="0">
                <a:pos x="csX96" y="csY96"/>
              </a:cxn>
              <a:cxn ang="0">
                <a:pos x="csX97" y="csY97"/>
              </a:cxn>
              <a:cxn ang="0">
                <a:pos x="csX98" y="csY98"/>
              </a:cxn>
              <a:cxn ang="0">
                <a:pos x="csX99" y="csY99"/>
              </a:cxn>
              <a:cxn ang="0">
                <a:pos x="csX100" y="csY100"/>
              </a:cxn>
              <a:cxn ang="0">
                <a:pos x="csX101" y="csY101"/>
              </a:cxn>
              <a:cxn ang="0">
                <a:pos x="csX102" y="csY102"/>
              </a:cxn>
              <a:cxn ang="0">
                <a:pos x="csX103" y="csY103"/>
              </a:cxn>
              <a:cxn ang="0">
                <a:pos x="csX104" y="csY104"/>
              </a:cxn>
              <a:cxn ang="0">
                <a:pos x="csX105" y="csY105"/>
              </a:cxn>
              <a:cxn ang="0">
                <a:pos x="csX106" y="csY106"/>
              </a:cxn>
              <a:cxn ang="0">
                <a:pos x="csX107" y="csY107"/>
              </a:cxn>
              <a:cxn ang="0">
                <a:pos x="csX108" y="csY108"/>
              </a:cxn>
              <a:cxn ang="0">
                <a:pos x="csX109" y="csY109"/>
              </a:cxn>
              <a:cxn ang="0">
                <a:pos x="csX110" y="csY110"/>
              </a:cxn>
              <a:cxn ang="0">
                <a:pos x="csX111" y="csY111"/>
              </a:cxn>
              <a:cxn ang="0">
                <a:pos x="csX112" y="csY112"/>
              </a:cxn>
              <a:cxn ang="0">
                <a:pos x="csX113" y="csY113"/>
              </a:cxn>
              <a:cxn ang="0">
                <a:pos x="csX114" y="csY114"/>
              </a:cxn>
              <a:cxn ang="0">
                <a:pos x="csX115" y="csY115"/>
              </a:cxn>
              <a:cxn ang="0">
                <a:pos x="csX116" y="csY116"/>
              </a:cxn>
              <a:cxn ang="0">
                <a:pos x="csX117" y="csY117"/>
              </a:cxn>
              <a:cxn ang="0">
                <a:pos x="csX118" y="csY118"/>
              </a:cxn>
              <a:cxn ang="0">
                <a:pos x="csX119" y="csY119"/>
              </a:cxn>
              <a:cxn ang="0">
                <a:pos x="csX120" y="csY120"/>
              </a:cxn>
              <a:cxn ang="0">
                <a:pos x="csX121" y="csY121"/>
              </a:cxn>
              <a:cxn ang="0">
                <a:pos x="csX122" y="csY122"/>
              </a:cxn>
              <a:cxn ang="0">
                <a:pos x="csX123" y="csY123"/>
              </a:cxn>
              <a:cxn ang="0">
                <a:pos x="csX124" y="csY124"/>
              </a:cxn>
              <a:cxn ang="0">
                <a:pos x="csX125" y="csY125"/>
              </a:cxn>
              <a:cxn ang="0">
                <a:pos x="csX126" y="csY126"/>
              </a:cxn>
              <a:cxn ang="0">
                <a:pos x="csX127" y="csY127"/>
              </a:cxn>
              <a:cxn ang="0">
                <a:pos x="csX128" y="csY128"/>
              </a:cxn>
              <a:cxn ang="0">
                <a:pos x="csX129" y="csY129"/>
              </a:cxn>
              <a:cxn ang="0">
                <a:pos x="csX130" y="csY130"/>
              </a:cxn>
              <a:cxn ang="0">
                <a:pos x="csX131" y="csY131"/>
              </a:cxn>
              <a:cxn ang="0">
                <a:pos x="csX132" y="csY132"/>
              </a:cxn>
              <a:cxn ang="0">
                <a:pos x="csX133" y="csY133"/>
              </a:cxn>
              <a:cxn ang="0">
                <a:pos x="csX134" y="csY134"/>
              </a:cxn>
              <a:cxn ang="0">
                <a:pos x="csX135" y="csY135"/>
              </a:cxn>
              <a:cxn ang="0">
                <a:pos x="csX136" y="csY136"/>
              </a:cxn>
              <a:cxn ang="0">
                <a:pos x="csX137" y="csY137"/>
              </a:cxn>
              <a:cxn ang="0">
                <a:pos x="csX138" y="csY138"/>
              </a:cxn>
              <a:cxn ang="0">
                <a:pos x="csX139" y="csY139"/>
              </a:cxn>
              <a:cxn ang="0">
                <a:pos x="csX140" y="csY140"/>
              </a:cxn>
              <a:cxn ang="0">
                <a:pos x="csX141" y="csY141"/>
              </a:cxn>
              <a:cxn ang="0">
                <a:pos x="csX142" y="csY142"/>
              </a:cxn>
              <a:cxn ang="0">
                <a:pos x="csX143" y="csY143"/>
              </a:cxn>
              <a:cxn ang="0">
                <a:pos x="csX144" y="csY144"/>
              </a:cxn>
              <a:cxn ang="0">
                <a:pos x="csX145" y="csY145"/>
              </a:cxn>
              <a:cxn ang="0">
                <a:pos x="csX146" y="csY146"/>
              </a:cxn>
              <a:cxn ang="0">
                <a:pos x="csX147" y="csY147"/>
              </a:cxn>
              <a:cxn ang="0">
                <a:pos x="csX148" y="csY148"/>
              </a:cxn>
              <a:cxn ang="0">
                <a:pos x="csX149" y="csY149"/>
              </a:cxn>
              <a:cxn ang="0">
                <a:pos x="csX150" y="csY150"/>
              </a:cxn>
              <a:cxn ang="0">
                <a:pos x="csX151" y="csY151"/>
              </a:cxn>
              <a:cxn ang="0">
                <a:pos x="csX152" y="csY152"/>
              </a:cxn>
              <a:cxn ang="0">
                <a:pos x="csX153" y="csY153"/>
              </a:cxn>
              <a:cxn ang="0">
                <a:pos x="csX154" y="csY154"/>
              </a:cxn>
              <a:cxn ang="0">
                <a:pos x="csX155" y="csY155"/>
              </a:cxn>
              <a:cxn ang="0">
                <a:pos x="csX156" y="csY156"/>
              </a:cxn>
              <a:cxn ang="0">
                <a:pos x="csX157" y="csY157"/>
              </a:cxn>
              <a:cxn ang="0">
                <a:pos x="csX158" y="csY158"/>
              </a:cxn>
              <a:cxn ang="0">
                <a:pos x="csX159" y="csY159"/>
              </a:cxn>
              <a:cxn ang="0">
                <a:pos x="csX160" y="csY160"/>
              </a:cxn>
              <a:cxn ang="0">
                <a:pos x="csX161" y="csY161"/>
              </a:cxn>
              <a:cxn ang="0">
                <a:pos x="csX162" y="csY162"/>
              </a:cxn>
              <a:cxn ang="0">
                <a:pos x="csX163" y="csY163"/>
              </a:cxn>
              <a:cxn ang="0">
                <a:pos x="csX164" y="csY164"/>
              </a:cxn>
              <a:cxn ang="0">
                <a:pos x="csX165" y="csY165"/>
              </a:cxn>
              <a:cxn ang="0">
                <a:pos x="csX166" y="csY166"/>
              </a:cxn>
              <a:cxn ang="0">
                <a:pos x="csX167" y="csY167"/>
              </a:cxn>
              <a:cxn ang="0">
                <a:pos x="csX168" y="csY168"/>
              </a:cxn>
              <a:cxn ang="0">
                <a:pos x="csX169" y="csY169"/>
              </a:cxn>
              <a:cxn ang="0">
                <a:pos x="csX170" y="csY170"/>
              </a:cxn>
              <a:cxn ang="0">
                <a:pos x="csX171" y="csY171"/>
              </a:cxn>
              <a:cxn ang="0">
                <a:pos x="csX172" y="csY172"/>
              </a:cxn>
              <a:cxn ang="0">
                <a:pos x="csX173" y="csY173"/>
              </a:cxn>
              <a:cxn ang="0">
                <a:pos x="csX174" y="csY174"/>
              </a:cxn>
              <a:cxn ang="0">
                <a:pos x="csX175" y="csY175"/>
              </a:cxn>
              <a:cxn ang="0">
                <a:pos x="csX176" y="csY176"/>
              </a:cxn>
              <a:cxn ang="0">
                <a:pos x="csX177" y="csY177"/>
              </a:cxn>
              <a:cxn ang="0">
                <a:pos x="csX178" y="csY178"/>
              </a:cxn>
              <a:cxn ang="0">
                <a:pos x="csX179" y="csY179"/>
              </a:cxn>
              <a:cxn ang="0">
                <a:pos x="csX180" y="csY180"/>
              </a:cxn>
              <a:cxn ang="0">
                <a:pos x="csX181" y="csY181"/>
              </a:cxn>
              <a:cxn ang="0">
                <a:pos x="csX182" y="csY182"/>
              </a:cxn>
              <a:cxn ang="0">
                <a:pos x="csX183" y="csY183"/>
              </a:cxn>
              <a:cxn ang="0">
                <a:pos x="csX184" y="csY184"/>
              </a:cxn>
              <a:cxn ang="0">
                <a:pos x="csX185" y="csY185"/>
              </a:cxn>
              <a:cxn ang="0">
                <a:pos x="csX186" y="csY186"/>
              </a:cxn>
              <a:cxn ang="0">
                <a:pos x="csX187" y="csY187"/>
              </a:cxn>
              <a:cxn ang="0">
                <a:pos x="csX188" y="csY188"/>
              </a:cxn>
              <a:cxn ang="0">
                <a:pos x="csX189" y="csY189"/>
              </a:cxn>
              <a:cxn ang="0">
                <a:pos x="csX190" y="csY190"/>
              </a:cxn>
              <a:cxn ang="0">
                <a:pos x="csX191" y="csY191"/>
              </a:cxn>
              <a:cxn ang="0">
                <a:pos x="csX192" y="csY192"/>
              </a:cxn>
              <a:cxn ang="0">
                <a:pos x="csX193" y="csY193"/>
              </a:cxn>
              <a:cxn ang="0">
                <a:pos x="csX194" y="csY194"/>
              </a:cxn>
              <a:cxn ang="0">
                <a:pos x="csX195" y="csY195"/>
              </a:cxn>
              <a:cxn ang="0">
                <a:pos x="csX196" y="csY196"/>
              </a:cxn>
              <a:cxn ang="0">
                <a:pos x="csX197" y="csY197"/>
              </a:cxn>
              <a:cxn ang="0">
                <a:pos x="csX198" y="csY198"/>
              </a:cxn>
              <a:cxn ang="0">
                <a:pos x="csX199" y="csY199"/>
              </a:cxn>
              <a:cxn ang="0">
                <a:pos x="csX200" y="csY200"/>
              </a:cxn>
              <a:cxn ang="0">
                <a:pos x="csX201" y="csY201"/>
              </a:cxn>
              <a:cxn ang="0">
                <a:pos x="csX202" y="csY202"/>
              </a:cxn>
              <a:cxn ang="0">
                <a:pos x="csX203" y="csY203"/>
              </a:cxn>
              <a:cxn ang="0">
                <a:pos x="csX204" y="csY204"/>
              </a:cxn>
              <a:cxn ang="0">
                <a:pos x="csX205" y="csY205"/>
              </a:cxn>
              <a:cxn ang="0">
                <a:pos x="csX206" y="csY206"/>
              </a:cxn>
              <a:cxn ang="0">
                <a:pos x="csX207" y="csY207"/>
              </a:cxn>
              <a:cxn ang="0">
                <a:pos x="csX208" y="csY208"/>
              </a:cxn>
              <a:cxn ang="0">
                <a:pos x="csX209" y="csY209"/>
              </a:cxn>
              <a:cxn ang="0">
                <a:pos x="csX210" y="csY210"/>
              </a:cxn>
              <a:cxn ang="0">
                <a:pos x="csX211" y="csY211"/>
              </a:cxn>
              <a:cxn ang="0">
                <a:pos x="csX212" y="csY212"/>
              </a:cxn>
              <a:cxn ang="0">
                <a:pos x="csX213" y="csY213"/>
              </a:cxn>
              <a:cxn ang="0">
                <a:pos x="csX214" y="csY214"/>
              </a:cxn>
              <a:cxn ang="0">
                <a:pos x="csX215" y="csY215"/>
              </a:cxn>
              <a:cxn ang="0">
                <a:pos x="csX216" y="csY216"/>
              </a:cxn>
              <a:cxn ang="0">
                <a:pos x="csX217" y="csY217"/>
              </a:cxn>
              <a:cxn ang="0">
                <a:pos x="csX218" y="csY218"/>
              </a:cxn>
              <a:cxn ang="0">
                <a:pos x="csX219" y="csY219"/>
              </a:cxn>
              <a:cxn ang="0">
                <a:pos x="csX220" y="csY220"/>
              </a:cxn>
              <a:cxn ang="0">
                <a:pos x="csX221" y="csY221"/>
              </a:cxn>
              <a:cxn ang="0">
                <a:pos x="csX222" y="csY222"/>
              </a:cxn>
              <a:cxn ang="0">
                <a:pos x="csX223" y="csY223"/>
              </a:cxn>
              <a:cxn ang="0">
                <a:pos x="csX224" y="csY224"/>
              </a:cxn>
              <a:cxn ang="0">
                <a:pos x="csX225" y="csY225"/>
              </a:cxn>
              <a:cxn ang="0">
                <a:pos x="csX226" y="csY226"/>
              </a:cxn>
              <a:cxn ang="0">
                <a:pos x="csX227" y="csY227"/>
              </a:cxn>
              <a:cxn ang="0">
                <a:pos x="csX228" y="csY228"/>
              </a:cxn>
              <a:cxn ang="0">
                <a:pos x="csX229" y="csY229"/>
              </a:cxn>
              <a:cxn ang="0">
                <a:pos x="csX230" y="csY230"/>
              </a:cxn>
              <a:cxn ang="0">
                <a:pos x="csX231" y="csY231"/>
              </a:cxn>
              <a:cxn ang="0">
                <a:pos x="csX232" y="csY232"/>
              </a:cxn>
              <a:cxn ang="0">
                <a:pos x="csX233" y="csY233"/>
              </a:cxn>
              <a:cxn ang="0">
                <a:pos x="csX234" y="csY234"/>
              </a:cxn>
              <a:cxn ang="0">
                <a:pos x="csX235" y="csY235"/>
              </a:cxn>
              <a:cxn ang="0">
                <a:pos x="csX236" y="csY236"/>
              </a:cxn>
              <a:cxn ang="0">
                <a:pos x="csX237" y="csY237"/>
              </a:cxn>
              <a:cxn ang="0">
                <a:pos x="csX238" y="csY238"/>
              </a:cxn>
              <a:cxn ang="0">
                <a:pos x="csX239" y="csY239"/>
              </a:cxn>
              <a:cxn ang="0">
                <a:pos x="csX240" y="csY240"/>
              </a:cxn>
              <a:cxn ang="0">
                <a:pos x="csX241" y="csY241"/>
              </a:cxn>
              <a:cxn ang="0">
                <a:pos x="csX242" y="csY242"/>
              </a:cxn>
              <a:cxn ang="0">
                <a:pos x="csX243" y="csY243"/>
              </a:cxn>
              <a:cxn ang="0">
                <a:pos x="csX244" y="csY244"/>
              </a:cxn>
              <a:cxn ang="0">
                <a:pos x="csX245" y="csY245"/>
              </a:cxn>
              <a:cxn ang="0">
                <a:pos x="csX246" y="csY246"/>
              </a:cxn>
              <a:cxn ang="0">
                <a:pos x="csX247" y="csY247"/>
              </a:cxn>
              <a:cxn ang="0">
                <a:pos x="csX248" y="csY248"/>
              </a:cxn>
              <a:cxn ang="0">
                <a:pos x="csX249" y="csY249"/>
              </a:cxn>
              <a:cxn ang="0">
                <a:pos x="csX250" y="csY250"/>
              </a:cxn>
              <a:cxn ang="0">
                <a:pos x="csX251" y="csY251"/>
              </a:cxn>
              <a:cxn ang="0">
                <a:pos x="csX252" y="csY252"/>
              </a:cxn>
              <a:cxn ang="0">
                <a:pos x="csX253" y="csY253"/>
              </a:cxn>
              <a:cxn ang="0">
                <a:pos x="csX254" y="csY254"/>
              </a:cxn>
              <a:cxn ang="0">
                <a:pos x="csX255" y="csY255"/>
              </a:cxn>
              <a:cxn ang="0">
                <a:pos x="csX256" y="csY256"/>
              </a:cxn>
              <a:cxn ang="0">
                <a:pos x="csX257" y="csY257"/>
              </a:cxn>
              <a:cxn ang="0">
                <a:pos x="csX258" y="csY258"/>
              </a:cxn>
            </a:cxnLst>
            <a:rect l="l" t="t" r="r" b="b"/>
            <a:pathLst>
              <a:path w="4129925" h="2225772">
                <a:moveTo>
                  <a:pt x="2074117" y="569749"/>
                </a:moveTo>
                <a:lnTo>
                  <a:pt x="2074117" y="820228"/>
                </a:lnTo>
                <a:lnTo>
                  <a:pt x="534486" y="829206"/>
                </a:lnTo>
                <a:lnTo>
                  <a:pt x="2074117" y="569746"/>
                </a:lnTo>
                <a:close/>
                <a:moveTo>
                  <a:pt x="4016026" y="1267368"/>
                </a:moveTo>
                <a:cubicBezTo>
                  <a:pt x="4019384" y="1267368"/>
                  <a:pt x="4020338" y="1290942"/>
                  <a:pt x="4021693" y="1367130"/>
                </a:cubicBezTo>
                <a:cubicBezTo>
                  <a:pt x="4022318" y="1429748"/>
                  <a:pt x="4025583" y="1479734"/>
                  <a:pt x="4028246" y="1482361"/>
                </a:cubicBezTo>
                <a:cubicBezTo>
                  <a:pt x="4031441" y="1485514"/>
                  <a:pt x="4033595" y="1503401"/>
                  <a:pt x="4033624" y="1522870"/>
                </a:cubicBezTo>
                <a:cubicBezTo>
                  <a:pt x="4033659" y="1546024"/>
                  <a:pt x="4040094" y="1582850"/>
                  <a:pt x="4052927" y="1630715"/>
                </a:cubicBezTo>
                <a:cubicBezTo>
                  <a:pt x="4087156" y="1762741"/>
                  <a:pt x="4097022" y="1961106"/>
                  <a:pt x="4071574" y="2011658"/>
                </a:cubicBezTo>
                <a:cubicBezTo>
                  <a:pt x="4069452" y="2015872"/>
                  <a:pt x="4063623" y="2029035"/>
                  <a:pt x="4058854" y="2040618"/>
                </a:cubicBezTo>
                <a:cubicBezTo>
                  <a:pt x="4047196" y="2068525"/>
                  <a:pt x="4012686" y="2104882"/>
                  <a:pt x="3993550" y="2109648"/>
                </a:cubicBezTo>
                <a:cubicBezTo>
                  <a:pt x="3985577" y="2111764"/>
                  <a:pt x="3976542" y="2114934"/>
                  <a:pt x="3973355" y="2117043"/>
                </a:cubicBezTo>
                <a:cubicBezTo>
                  <a:pt x="3964502" y="2123633"/>
                  <a:pt x="3939034" y="2130613"/>
                  <a:pt x="3927401" y="2130630"/>
                </a:cubicBezTo>
                <a:lnTo>
                  <a:pt x="3927355" y="2130630"/>
                </a:lnTo>
                <a:cubicBezTo>
                  <a:pt x="3925050" y="2130630"/>
                  <a:pt x="3923294" y="2130355"/>
                  <a:pt x="3922325" y="2129747"/>
                </a:cubicBezTo>
                <a:cubicBezTo>
                  <a:pt x="3918599" y="2127647"/>
                  <a:pt x="3924967" y="2118165"/>
                  <a:pt x="3939834" y="2103935"/>
                </a:cubicBezTo>
                <a:cubicBezTo>
                  <a:pt x="3953110" y="2091289"/>
                  <a:pt x="3972745" y="2064423"/>
                  <a:pt x="3983348" y="2043359"/>
                </a:cubicBezTo>
                <a:cubicBezTo>
                  <a:pt x="4001377" y="2009129"/>
                  <a:pt x="4002962" y="2002287"/>
                  <a:pt x="4000795" y="1975453"/>
                </a:cubicBezTo>
                <a:cubicBezTo>
                  <a:pt x="3995934" y="1924945"/>
                  <a:pt x="3991127" y="1911269"/>
                  <a:pt x="3970359" y="1890778"/>
                </a:cubicBezTo>
                <a:cubicBezTo>
                  <a:pt x="3951187" y="1871863"/>
                  <a:pt x="3942141" y="1868191"/>
                  <a:pt x="3890549" y="1860374"/>
                </a:cubicBezTo>
                <a:lnTo>
                  <a:pt x="3866616" y="1856725"/>
                </a:lnTo>
                <a:lnTo>
                  <a:pt x="3863339" y="1798846"/>
                </a:lnTo>
                <a:cubicBezTo>
                  <a:pt x="3861696" y="1766751"/>
                  <a:pt x="3856320" y="1727819"/>
                  <a:pt x="3852042" y="1712039"/>
                </a:cubicBezTo>
                <a:cubicBezTo>
                  <a:pt x="3837080" y="1662071"/>
                  <a:pt x="3830110" y="1624194"/>
                  <a:pt x="3833282" y="1611560"/>
                </a:cubicBezTo>
                <a:cubicBezTo>
                  <a:pt x="3837247" y="1596764"/>
                  <a:pt x="3859402" y="1572240"/>
                  <a:pt x="3867869" y="1572227"/>
                </a:cubicBezTo>
                <a:lnTo>
                  <a:pt x="3867878" y="1572227"/>
                </a:lnTo>
                <a:cubicBezTo>
                  <a:pt x="3868445" y="1572227"/>
                  <a:pt x="3868950" y="1572338"/>
                  <a:pt x="3869383" y="1572569"/>
                </a:cubicBezTo>
                <a:cubicBezTo>
                  <a:pt x="3872046" y="1574669"/>
                  <a:pt x="3874182" y="1580454"/>
                  <a:pt x="3874189" y="1585716"/>
                </a:cubicBezTo>
                <a:cubicBezTo>
                  <a:pt x="3874202" y="1594133"/>
                  <a:pt x="3908272" y="1627751"/>
                  <a:pt x="3917319" y="1627751"/>
                </a:cubicBezTo>
                <a:lnTo>
                  <a:pt x="3917324" y="1627751"/>
                </a:lnTo>
                <a:cubicBezTo>
                  <a:pt x="3918920" y="1627748"/>
                  <a:pt x="3928483" y="1622473"/>
                  <a:pt x="3938576" y="1615618"/>
                </a:cubicBezTo>
                <a:cubicBezTo>
                  <a:pt x="3955044" y="1604542"/>
                  <a:pt x="3957167" y="1600855"/>
                  <a:pt x="3960310" y="1569805"/>
                </a:cubicBezTo>
                <a:cubicBezTo>
                  <a:pt x="3962410" y="1550858"/>
                  <a:pt x="3966619" y="1521384"/>
                  <a:pt x="3969784" y="1504015"/>
                </a:cubicBezTo>
                <a:cubicBezTo>
                  <a:pt x="3972948" y="1486646"/>
                  <a:pt x="3977694" y="1459276"/>
                  <a:pt x="3980329" y="1443486"/>
                </a:cubicBezTo>
                <a:cubicBezTo>
                  <a:pt x="3982965" y="1427696"/>
                  <a:pt x="3987711" y="1401377"/>
                  <a:pt x="3990346" y="1385588"/>
                </a:cubicBezTo>
                <a:cubicBezTo>
                  <a:pt x="3992982" y="1369798"/>
                  <a:pt x="3997725" y="1341377"/>
                  <a:pt x="4000356" y="1322429"/>
                </a:cubicBezTo>
                <a:cubicBezTo>
                  <a:pt x="4003519" y="1303481"/>
                  <a:pt x="4008802" y="1280846"/>
                  <a:pt x="4012512" y="1272422"/>
                </a:cubicBezTo>
                <a:cubicBezTo>
                  <a:pt x="4013920" y="1269273"/>
                  <a:pt x="4015070" y="1267364"/>
                  <a:pt x="4016024" y="1267362"/>
                </a:cubicBezTo>
                <a:close/>
                <a:moveTo>
                  <a:pt x="3411761" y="2"/>
                </a:moveTo>
                <a:cubicBezTo>
                  <a:pt x="3411436" y="2"/>
                  <a:pt x="3411114" y="3"/>
                  <a:pt x="3410794" y="3"/>
                </a:cubicBezTo>
                <a:cubicBezTo>
                  <a:pt x="3396481" y="24"/>
                  <a:pt x="3387076" y="599"/>
                  <a:pt x="3371557" y="2330"/>
                </a:cubicBezTo>
                <a:cubicBezTo>
                  <a:pt x="3365509" y="2980"/>
                  <a:pt x="3335923" y="8296"/>
                  <a:pt x="3331945" y="9419"/>
                </a:cubicBezTo>
                <a:cubicBezTo>
                  <a:pt x="3330775" y="9747"/>
                  <a:pt x="3326799" y="10870"/>
                  <a:pt x="3323041" y="11853"/>
                </a:cubicBezTo>
                <a:cubicBezTo>
                  <a:pt x="3283442" y="22709"/>
                  <a:pt x="3247597" y="42905"/>
                  <a:pt x="3221986" y="68775"/>
                </a:cubicBezTo>
                <a:cubicBezTo>
                  <a:pt x="3207879" y="82991"/>
                  <a:pt x="3195374" y="100513"/>
                  <a:pt x="3186835" y="118089"/>
                </a:cubicBezTo>
                <a:cubicBezTo>
                  <a:pt x="3175653" y="140979"/>
                  <a:pt x="3169699" y="166509"/>
                  <a:pt x="3169629" y="192060"/>
                </a:cubicBezTo>
                <a:cubicBezTo>
                  <a:pt x="3169547" y="208169"/>
                  <a:pt x="3171879" y="217838"/>
                  <a:pt x="3178142" y="227371"/>
                </a:cubicBezTo>
                <a:lnTo>
                  <a:pt x="3180002" y="230235"/>
                </a:lnTo>
                <a:lnTo>
                  <a:pt x="3177730" y="235426"/>
                </a:lnTo>
                <a:cubicBezTo>
                  <a:pt x="3173960" y="243994"/>
                  <a:pt x="3168303" y="255230"/>
                  <a:pt x="3157438" y="275758"/>
                </a:cubicBezTo>
                <a:cubicBezTo>
                  <a:pt x="3140013" y="308678"/>
                  <a:pt x="3134278" y="320762"/>
                  <a:pt x="3130884" y="331947"/>
                </a:cubicBezTo>
                <a:cubicBezTo>
                  <a:pt x="3128179" y="340891"/>
                  <a:pt x="3127961" y="346218"/>
                  <a:pt x="3130047" y="350210"/>
                </a:cubicBezTo>
                <a:cubicBezTo>
                  <a:pt x="3132617" y="355137"/>
                  <a:pt x="3137491" y="357996"/>
                  <a:pt x="3148963" y="361222"/>
                </a:cubicBezTo>
                <a:cubicBezTo>
                  <a:pt x="3153736" y="362555"/>
                  <a:pt x="3155820" y="363004"/>
                  <a:pt x="3158116" y="363004"/>
                </a:cubicBezTo>
                <a:lnTo>
                  <a:pt x="3158141" y="363004"/>
                </a:lnTo>
                <a:cubicBezTo>
                  <a:pt x="3158608" y="363003"/>
                  <a:pt x="3159084" y="362984"/>
                  <a:pt x="3159593" y="362950"/>
                </a:cubicBezTo>
                <a:cubicBezTo>
                  <a:pt x="3161509" y="362840"/>
                  <a:pt x="3163220" y="362781"/>
                  <a:pt x="3164753" y="362779"/>
                </a:cubicBezTo>
                <a:lnTo>
                  <a:pt x="3164841" y="362779"/>
                </a:lnTo>
                <a:cubicBezTo>
                  <a:pt x="3171141" y="362779"/>
                  <a:pt x="3174400" y="363745"/>
                  <a:pt x="3176525" y="366035"/>
                </a:cubicBezTo>
                <a:cubicBezTo>
                  <a:pt x="3178348" y="367977"/>
                  <a:pt x="3178677" y="370603"/>
                  <a:pt x="3177992" y="376803"/>
                </a:cubicBezTo>
                <a:cubicBezTo>
                  <a:pt x="3177645" y="379758"/>
                  <a:pt x="3177383" y="383137"/>
                  <a:pt x="3177475" y="384340"/>
                </a:cubicBezTo>
                <a:cubicBezTo>
                  <a:pt x="3177557" y="387211"/>
                  <a:pt x="3176838" y="389798"/>
                  <a:pt x="3174531" y="394556"/>
                </a:cubicBezTo>
                <a:cubicBezTo>
                  <a:pt x="3171697" y="400395"/>
                  <a:pt x="3171219" y="402446"/>
                  <a:pt x="3171879" y="405496"/>
                </a:cubicBezTo>
                <a:cubicBezTo>
                  <a:pt x="3172872" y="409949"/>
                  <a:pt x="3175815" y="412550"/>
                  <a:pt x="3184634" y="416836"/>
                </a:cubicBezTo>
                <a:cubicBezTo>
                  <a:pt x="3186543" y="417733"/>
                  <a:pt x="3188292" y="418809"/>
                  <a:pt x="3188509" y="419157"/>
                </a:cubicBezTo>
                <a:cubicBezTo>
                  <a:pt x="3189231" y="420288"/>
                  <a:pt x="3188209" y="422836"/>
                  <a:pt x="3184968" y="428120"/>
                </a:cubicBezTo>
                <a:cubicBezTo>
                  <a:pt x="3181888" y="433226"/>
                  <a:pt x="3181048" y="435446"/>
                  <a:pt x="3181482" y="437609"/>
                </a:cubicBezTo>
                <a:cubicBezTo>
                  <a:pt x="3181841" y="439398"/>
                  <a:pt x="3182581" y="440133"/>
                  <a:pt x="3189248" y="445282"/>
                </a:cubicBezTo>
                <a:cubicBezTo>
                  <a:pt x="3197152" y="451411"/>
                  <a:pt x="3200426" y="455416"/>
                  <a:pt x="3201815" y="460622"/>
                </a:cubicBezTo>
                <a:cubicBezTo>
                  <a:pt x="3202732" y="464209"/>
                  <a:pt x="3202741" y="464501"/>
                  <a:pt x="3201009" y="477805"/>
                </a:cubicBezTo>
                <a:cubicBezTo>
                  <a:pt x="3198487" y="497036"/>
                  <a:pt x="3198675" y="504387"/>
                  <a:pt x="3201861" y="510903"/>
                </a:cubicBezTo>
                <a:cubicBezTo>
                  <a:pt x="3205794" y="518936"/>
                  <a:pt x="3217439" y="527706"/>
                  <a:pt x="3228305" y="530856"/>
                </a:cubicBezTo>
                <a:cubicBezTo>
                  <a:pt x="3233286" y="532275"/>
                  <a:pt x="3236671" y="532883"/>
                  <a:pt x="3242423" y="533221"/>
                </a:cubicBezTo>
                <a:lnTo>
                  <a:pt x="3246931" y="533510"/>
                </a:lnTo>
                <a:lnTo>
                  <a:pt x="3288120" y="525669"/>
                </a:lnTo>
                <a:lnTo>
                  <a:pt x="3329255" y="517789"/>
                </a:lnTo>
                <a:lnTo>
                  <a:pt x="3331523" y="519496"/>
                </a:lnTo>
                <a:cubicBezTo>
                  <a:pt x="3334506" y="521797"/>
                  <a:pt x="3340267" y="529325"/>
                  <a:pt x="3343948" y="535843"/>
                </a:cubicBezTo>
                <a:cubicBezTo>
                  <a:pt x="3346271" y="539921"/>
                  <a:pt x="3348718" y="544766"/>
                  <a:pt x="3351257" y="550312"/>
                </a:cubicBezTo>
                <a:lnTo>
                  <a:pt x="3351193" y="550312"/>
                </a:lnTo>
                <a:cubicBezTo>
                  <a:pt x="3349645" y="551072"/>
                  <a:pt x="3348117" y="551819"/>
                  <a:pt x="3346611" y="552554"/>
                </a:cubicBezTo>
                <a:lnTo>
                  <a:pt x="3346675" y="552554"/>
                </a:lnTo>
                <a:cubicBezTo>
                  <a:pt x="3347231" y="553454"/>
                  <a:pt x="3347788" y="554328"/>
                  <a:pt x="3348345" y="555170"/>
                </a:cubicBezTo>
                <a:cubicBezTo>
                  <a:pt x="3362733" y="576197"/>
                  <a:pt x="3362735" y="576724"/>
                  <a:pt x="3352652" y="590945"/>
                </a:cubicBezTo>
                <a:cubicBezTo>
                  <a:pt x="3321877" y="635192"/>
                  <a:pt x="3309722" y="685725"/>
                  <a:pt x="3309311" y="767288"/>
                </a:cubicBezTo>
                <a:cubicBezTo>
                  <a:pt x="3309402" y="828855"/>
                  <a:pt x="3305175" y="847277"/>
                  <a:pt x="3285537" y="870986"/>
                </a:cubicBezTo>
                <a:cubicBezTo>
                  <a:pt x="3277043" y="881522"/>
                  <a:pt x="3259035" y="928907"/>
                  <a:pt x="3247926" y="968389"/>
                </a:cubicBezTo>
                <a:cubicBezTo>
                  <a:pt x="3238406" y="1002607"/>
                  <a:pt x="3231044" y="1058395"/>
                  <a:pt x="3227425" y="1127857"/>
                </a:cubicBezTo>
                <a:cubicBezTo>
                  <a:pt x="3226397" y="1151538"/>
                  <a:pt x="3223771" y="1174169"/>
                  <a:pt x="3221650" y="1177330"/>
                </a:cubicBezTo>
                <a:cubicBezTo>
                  <a:pt x="3218996" y="1181017"/>
                  <a:pt x="3216375" y="1206279"/>
                  <a:pt x="3214820" y="1233644"/>
                </a:cubicBezTo>
                <a:lnTo>
                  <a:pt x="3211704" y="1283638"/>
                </a:lnTo>
                <a:lnTo>
                  <a:pt x="3164907" y="1282127"/>
                </a:lnTo>
                <a:cubicBezTo>
                  <a:pt x="3158978" y="1281937"/>
                  <a:pt x="3153522" y="1281840"/>
                  <a:pt x="3148539" y="1281840"/>
                </a:cubicBezTo>
                <a:cubicBezTo>
                  <a:pt x="3148352" y="1281840"/>
                  <a:pt x="3148165" y="1281840"/>
                  <a:pt x="3147979" y="1281840"/>
                </a:cubicBezTo>
                <a:cubicBezTo>
                  <a:pt x="3126934" y="1281871"/>
                  <a:pt x="3114413" y="1283655"/>
                  <a:pt x="3110144" y="1287469"/>
                </a:cubicBezTo>
                <a:cubicBezTo>
                  <a:pt x="3105895" y="1290633"/>
                  <a:pt x="3087821" y="1294342"/>
                  <a:pt x="3069743" y="1295947"/>
                </a:cubicBezTo>
                <a:cubicBezTo>
                  <a:pt x="3065159" y="1296164"/>
                  <a:pt x="3061090" y="1296314"/>
                  <a:pt x="3057352" y="1296319"/>
                </a:cubicBezTo>
                <a:lnTo>
                  <a:pt x="3057142" y="1296319"/>
                </a:lnTo>
                <a:cubicBezTo>
                  <a:pt x="3032840" y="1296319"/>
                  <a:pt x="3022453" y="1290086"/>
                  <a:pt x="2975030" y="1255567"/>
                </a:cubicBezTo>
                <a:cubicBezTo>
                  <a:pt x="2964916" y="1247688"/>
                  <a:pt x="2945759" y="1238770"/>
                  <a:pt x="2932459" y="1234581"/>
                </a:cubicBezTo>
                <a:cubicBezTo>
                  <a:pt x="2919160" y="1230916"/>
                  <a:pt x="2905325" y="1225149"/>
                  <a:pt x="2902130" y="1222522"/>
                </a:cubicBezTo>
                <a:cubicBezTo>
                  <a:pt x="2899817" y="1220892"/>
                  <a:pt x="2893812" y="1220078"/>
                  <a:pt x="2886664" y="1220078"/>
                </a:cubicBezTo>
                <a:lnTo>
                  <a:pt x="2886527" y="1220078"/>
                </a:lnTo>
                <a:cubicBezTo>
                  <a:pt x="2882203" y="1220084"/>
                  <a:pt x="2877467" y="1220387"/>
                  <a:pt x="2872882" y="1220987"/>
                </a:cubicBezTo>
                <a:cubicBezTo>
                  <a:pt x="2860122" y="1223108"/>
                  <a:pt x="2833539" y="1225779"/>
                  <a:pt x="2812803" y="1227388"/>
                </a:cubicBezTo>
                <a:cubicBezTo>
                  <a:pt x="2777711" y="1230596"/>
                  <a:pt x="2756986" y="1239572"/>
                  <a:pt x="2757006" y="1252200"/>
                </a:cubicBezTo>
                <a:cubicBezTo>
                  <a:pt x="2757009" y="1254832"/>
                  <a:pt x="2750111" y="1265366"/>
                  <a:pt x="2741087" y="1275377"/>
                </a:cubicBezTo>
                <a:cubicBezTo>
                  <a:pt x="2738424" y="1278349"/>
                  <a:pt x="2735867" y="1281631"/>
                  <a:pt x="2733611" y="1284900"/>
                </a:cubicBezTo>
                <a:lnTo>
                  <a:pt x="2498750" y="1276646"/>
                </a:lnTo>
                <a:lnTo>
                  <a:pt x="2495909" y="817827"/>
                </a:lnTo>
                <a:lnTo>
                  <a:pt x="2107695" y="820091"/>
                </a:lnTo>
                <a:lnTo>
                  <a:pt x="2107695" y="564144"/>
                </a:lnTo>
                <a:lnTo>
                  <a:pt x="2510630" y="496239"/>
                </a:lnTo>
                <a:lnTo>
                  <a:pt x="2501996" y="441479"/>
                </a:lnTo>
                <a:lnTo>
                  <a:pt x="2501873" y="440762"/>
                </a:lnTo>
                <a:lnTo>
                  <a:pt x="184473" y="831302"/>
                </a:lnTo>
                <a:lnTo>
                  <a:pt x="3173" y="832359"/>
                </a:lnTo>
                <a:lnTo>
                  <a:pt x="0" y="832379"/>
                </a:lnTo>
                <a:lnTo>
                  <a:pt x="4301" y="1527099"/>
                </a:lnTo>
                <a:lnTo>
                  <a:pt x="94600" y="1526556"/>
                </a:lnTo>
                <a:lnTo>
                  <a:pt x="101106" y="2225773"/>
                </a:lnTo>
                <a:lnTo>
                  <a:pt x="205667" y="2225773"/>
                </a:lnTo>
                <a:lnTo>
                  <a:pt x="199347" y="1525929"/>
                </a:lnTo>
                <a:lnTo>
                  <a:pt x="369454" y="1524906"/>
                </a:lnTo>
                <a:lnTo>
                  <a:pt x="368885" y="1672268"/>
                </a:lnTo>
                <a:cubicBezTo>
                  <a:pt x="368219" y="1673104"/>
                  <a:pt x="368620" y="1673522"/>
                  <a:pt x="370087" y="1673522"/>
                </a:cubicBezTo>
                <a:cubicBezTo>
                  <a:pt x="370446" y="1673522"/>
                  <a:pt x="370869" y="1673497"/>
                  <a:pt x="371356" y="1673446"/>
                </a:cubicBezTo>
                <a:lnTo>
                  <a:pt x="1373258" y="1677217"/>
                </a:lnTo>
                <a:lnTo>
                  <a:pt x="1375394" y="1907768"/>
                </a:lnTo>
                <a:lnTo>
                  <a:pt x="1378339" y="2225769"/>
                </a:lnTo>
                <a:lnTo>
                  <a:pt x="1469037" y="2225769"/>
                </a:lnTo>
                <a:lnTo>
                  <a:pt x="1470049" y="1909733"/>
                </a:lnTo>
                <a:cubicBezTo>
                  <a:pt x="1470249" y="1801983"/>
                  <a:pt x="1470438" y="1728172"/>
                  <a:pt x="1470952" y="1677584"/>
                </a:cubicBezTo>
                <a:lnTo>
                  <a:pt x="1470973" y="1677584"/>
                </a:lnTo>
                <a:lnTo>
                  <a:pt x="1905873" y="1679221"/>
                </a:lnTo>
                <a:lnTo>
                  <a:pt x="1906313" y="1565308"/>
                </a:lnTo>
                <a:lnTo>
                  <a:pt x="1906339" y="1565308"/>
                </a:lnTo>
                <a:cubicBezTo>
                  <a:pt x="2054036" y="1565331"/>
                  <a:pt x="2184501" y="1565753"/>
                  <a:pt x="2189536" y="1566651"/>
                </a:cubicBezTo>
                <a:lnTo>
                  <a:pt x="2189536" y="1566651"/>
                </a:lnTo>
                <a:cubicBezTo>
                  <a:pt x="2192194" y="1566651"/>
                  <a:pt x="2194550" y="1720297"/>
                  <a:pt x="2195360" y="1907621"/>
                </a:cubicBezTo>
                <a:lnTo>
                  <a:pt x="2197322" y="2225764"/>
                </a:lnTo>
                <a:lnTo>
                  <a:pt x="2287935" y="2225764"/>
                </a:lnTo>
                <a:lnTo>
                  <a:pt x="2288952" y="1909585"/>
                </a:lnTo>
                <a:cubicBezTo>
                  <a:pt x="2289190" y="1711209"/>
                  <a:pt x="2291636" y="1569124"/>
                  <a:pt x="2294292" y="1567018"/>
                </a:cubicBezTo>
                <a:cubicBezTo>
                  <a:pt x="2296949" y="1565435"/>
                  <a:pt x="2444249" y="1564168"/>
                  <a:pt x="2621854" y="1563909"/>
                </a:cubicBezTo>
                <a:cubicBezTo>
                  <a:pt x="2790598" y="1563663"/>
                  <a:pt x="2931024" y="1562033"/>
                  <a:pt x="2945518" y="1560065"/>
                </a:cubicBezTo>
                <a:lnTo>
                  <a:pt x="2945554" y="1560065"/>
                </a:lnTo>
                <a:lnTo>
                  <a:pt x="2984580" y="1561453"/>
                </a:lnTo>
                <a:lnTo>
                  <a:pt x="3007820" y="1561950"/>
                </a:lnTo>
                <a:lnTo>
                  <a:pt x="3012774" y="1422304"/>
                </a:lnTo>
                <a:lnTo>
                  <a:pt x="3012811" y="1422304"/>
                </a:lnTo>
                <a:cubicBezTo>
                  <a:pt x="3029571" y="1426196"/>
                  <a:pt x="3034179" y="1434121"/>
                  <a:pt x="3030067" y="1449127"/>
                </a:cubicBezTo>
                <a:cubicBezTo>
                  <a:pt x="3022667" y="1478607"/>
                  <a:pt x="3023731" y="1479130"/>
                  <a:pt x="3060957" y="1480655"/>
                </a:cubicBezTo>
                <a:cubicBezTo>
                  <a:pt x="3091269" y="1481663"/>
                  <a:pt x="3097120" y="1483760"/>
                  <a:pt x="3099261" y="1492177"/>
                </a:cubicBezTo>
                <a:cubicBezTo>
                  <a:pt x="3100864" y="1498483"/>
                  <a:pt x="3106709" y="1502681"/>
                  <a:pt x="3112552" y="1502681"/>
                </a:cubicBezTo>
                <a:lnTo>
                  <a:pt x="3112612" y="1502681"/>
                </a:lnTo>
                <a:cubicBezTo>
                  <a:pt x="3118977" y="1502681"/>
                  <a:pt x="3124807" y="1504774"/>
                  <a:pt x="3126402" y="1507398"/>
                </a:cubicBezTo>
                <a:cubicBezTo>
                  <a:pt x="3130133" y="1513180"/>
                  <a:pt x="3095600" y="1534277"/>
                  <a:pt x="3083370" y="1534295"/>
                </a:cubicBezTo>
                <a:cubicBezTo>
                  <a:pt x="3078584" y="1534302"/>
                  <a:pt x="3064771" y="1543269"/>
                  <a:pt x="3052025" y="1553812"/>
                </a:cubicBezTo>
                <a:cubicBezTo>
                  <a:pt x="3003698" y="1595452"/>
                  <a:pt x="2987231" y="1608106"/>
                  <a:pt x="2982978" y="1608111"/>
                </a:cubicBezTo>
                <a:cubicBezTo>
                  <a:pt x="2980318" y="1608115"/>
                  <a:pt x="2970759" y="1615497"/>
                  <a:pt x="2961199" y="1623929"/>
                </a:cubicBezTo>
                <a:cubicBezTo>
                  <a:pt x="2944738" y="1639213"/>
                  <a:pt x="2943143" y="1639742"/>
                  <a:pt x="2887309" y="1639823"/>
                </a:cubicBezTo>
                <a:cubicBezTo>
                  <a:pt x="2855935" y="1639869"/>
                  <a:pt x="2822970" y="1642022"/>
                  <a:pt x="2813934" y="1645191"/>
                </a:cubicBezTo>
                <a:cubicBezTo>
                  <a:pt x="2804899" y="1647836"/>
                  <a:pt x="2761839" y="1656317"/>
                  <a:pt x="2717714" y="1663749"/>
                </a:cubicBezTo>
                <a:cubicBezTo>
                  <a:pt x="2569921" y="1689222"/>
                  <a:pt x="2527398" y="1698755"/>
                  <a:pt x="2497107" y="1714060"/>
                </a:cubicBezTo>
                <a:cubicBezTo>
                  <a:pt x="2473729" y="1726197"/>
                  <a:pt x="2464172" y="1736735"/>
                  <a:pt x="2449329" y="1767803"/>
                </a:cubicBezTo>
                <a:cubicBezTo>
                  <a:pt x="2439788" y="1787813"/>
                  <a:pt x="2438209" y="1798864"/>
                  <a:pt x="2440379" y="1828330"/>
                </a:cubicBezTo>
                <a:cubicBezTo>
                  <a:pt x="2444181" y="1880945"/>
                  <a:pt x="2448452" y="1893041"/>
                  <a:pt x="2474017" y="1920368"/>
                </a:cubicBezTo>
                <a:cubicBezTo>
                  <a:pt x="2486800" y="1934029"/>
                  <a:pt x="2497457" y="1949274"/>
                  <a:pt x="2497464" y="1954536"/>
                </a:cubicBezTo>
                <a:cubicBezTo>
                  <a:pt x="2497472" y="1959799"/>
                  <a:pt x="2502812" y="1974525"/>
                  <a:pt x="2508680" y="1987671"/>
                </a:cubicBezTo>
                <a:cubicBezTo>
                  <a:pt x="2515081" y="2000817"/>
                  <a:pt x="2523092" y="2024485"/>
                  <a:pt x="2527370" y="2040264"/>
                </a:cubicBezTo>
                <a:cubicBezTo>
                  <a:pt x="2536461" y="2074455"/>
                  <a:pt x="2537528" y="2077084"/>
                  <a:pt x="2566333" y="2136503"/>
                </a:cubicBezTo>
                <a:cubicBezTo>
                  <a:pt x="2579132" y="2162270"/>
                  <a:pt x="2594603" y="2195398"/>
                  <a:pt x="2601539" y="2210647"/>
                </a:cubicBezTo>
                <a:cubicBezTo>
                  <a:pt x="2603964" y="2215795"/>
                  <a:pt x="2606648" y="2221007"/>
                  <a:pt x="2609296" y="2225766"/>
                </a:cubicBezTo>
                <a:lnTo>
                  <a:pt x="2937540" y="2225766"/>
                </a:lnTo>
                <a:lnTo>
                  <a:pt x="2938144" y="2211736"/>
                </a:lnTo>
                <a:cubicBezTo>
                  <a:pt x="2939167" y="2184371"/>
                  <a:pt x="2937021" y="2171746"/>
                  <a:pt x="2929022" y="2156497"/>
                </a:cubicBezTo>
                <a:cubicBezTo>
                  <a:pt x="2923689" y="2145982"/>
                  <a:pt x="2915681" y="2124946"/>
                  <a:pt x="2911937" y="2110742"/>
                </a:cubicBezTo>
                <a:cubicBezTo>
                  <a:pt x="2908725" y="2096014"/>
                  <a:pt x="2896982" y="2066038"/>
                  <a:pt x="2886845" y="2043950"/>
                </a:cubicBezTo>
                <a:cubicBezTo>
                  <a:pt x="2871915" y="2011287"/>
                  <a:pt x="2867664" y="1996015"/>
                  <a:pt x="2874090" y="1995960"/>
                </a:cubicBezTo>
                <a:lnTo>
                  <a:pt x="2874149" y="1995960"/>
                </a:lnTo>
                <a:cubicBezTo>
                  <a:pt x="2877148" y="1995975"/>
                  <a:pt x="2882425" y="1999239"/>
                  <a:pt x="2889979" y="2005532"/>
                </a:cubicBezTo>
                <a:cubicBezTo>
                  <a:pt x="2901370" y="2014958"/>
                  <a:pt x="2905912" y="2018128"/>
                  <a:pt x="2922489" y="2018128"/>
                </a:cubicBezTo>
                <a:lnTo>
                  <a:pt x="2922682" y="2018128"/>
                </a:lnTo>
                <a:cubicBezTo>
                  <a:pt x="2930103" y="2018118"/>
                  <a:pt x="2939921" y="2017480"/>
                  <a:pt x="2953807" y="2016491"/>
                </a:cubicBezTo>
                <a:cubicBezTo>
                  <a:pt x="2963874" y="2015853"/>
                  <a:pt x="2980065" y="2015534"/>
                  <a:pt x="2999312" y="2015506"/>
                </a:cubicBezTo>
                <a:cubicBezTo>
                  <a:pt x="3000248" y="2015505"/>
                  <a:pt x="3001191" y="2015504"/>
                  <a:pt x="3002141" y="2015504"/>
                </a:cubicBezTo>
                <a:cubicBezTo>
                  <a:pt x="3031181" y="2015504"/>
                  <a:pt x="3066642" y="2016144"/>
                  <a:pt x="3098448" y="2017332"/>
                </a:cubicBezTo>
                <a:lnTo>
                  <a:pt x="3196296" y="2020873"/>
                </a:lnTo>
                <a:lnTo>
                  <a:pt x="3194742" y="2048237"/>
                </a:lnTo>
                <a:cubicBezTo>
                  <a:pt x="3194233" y="2063499"/>
                  <a:pt x="3196392" y="2085072"/>
                  <a:pt x="3200130" y="2095589"/>
                </a:cubicBezTo>
                <a:cubicBezTo>
                  <a:pt x="3208139" y="2118726"/>
                  <a:pt x="3224656" y="2144481"/>
                  <a:pt x="3231572" y="2144481"/>
                </a:cubicBezTo>
                <a:lnTo>
                  <a:pt x="3231578" y="2144481"/>
                </a:lnTo>
                <a:cubicBezTo>
                  <a:pt x="3234243" y="2144481"/>
                  <a:pt x="3251802" y="2153926"/>
                  <a:pt x="3270959" y="2165999"/>
                </a:cubicBezTo>
                <a:cubicBezTo>
                  <a:pt x="3294447" y="2180378"/>
                  <a:pt x="3303761" y="2185030"/>
                  <a:pt x="3314598" y="2185030"/>
                </a:cubicBezTo>
                <a:lnTo>
                  <a:pt x="3314654" y="2185030"/>
                </a:lnTo>
                <a:cubicBezTo>
                  <a:pt x="3318043" y="2185025"/>
                  <a:pt x="3321583" y="2184565"/>
                  <a:pt x="3325756" y="2183808"/>
                </a:cubicBezTo>
                <a:cubicBezTo>
                  <a:pt x="3336920" y="2181688"/>
                  <a:pt x="3381051" y="2178993"/>
                  <a:pt x="3424653" y="2177350"/>
                </a:cubicBezTo>
                <a:lnTo>
                  <a:pt x="3502819" y="2175131"/>
                </a:lnTo>
                <a:lnTo>
                  <a:pt x="3502862" y="2204073"/>
                </a:lnTo>
                <a:cubicBezTo>
                  <a:pt x="3502875" y="2212921"/>
                  <a:pt x="3502992" y="2220040"/>
                  <a:pt x="3503913" y="2225766"/>
                </a:cubicBezTo>
                <a:lnTo>
                  <a:pt x="3677691" y="2225766"/>
                </a:lnTo>
                <a:cubicBezTo>
                  <a:pt x="3676997" y="2222630"/>
                  <a:pt x="3676155" y="2219304"/>
                  <a:pt x="3675174" y="2215924"/>
                </a:cubicBezTo>
                <a:cubicBezTo>
                  <a:pt x="3666287" y="2182270"/>
                  <a:pt x="3664784" y="2175854"/>
                  <a:pt x="3678870" y="2175834"/>
                </a:cubicBezTo>
                <a:lnTo>
                  <a:pt x="3678941" y="2175834"/>
                </a:lnTo>
                <a:cubicBezTo>
                  <a:pt x="3681793" y="2175834"/>
                  <a:pt x="3685281" y="2176093"/>
                  <a:pt x="3689473" y="2176438"/>
                </a:cubicBezTo>
                <a:cubicBezTo>
                  <a:pt x="3711276" y="2177985"/>
                  <a:pt x="3711811" y="2179036"/>
                  <a:pt x="3720356" y="2204282"/>
                </a:cubicBezTo>
                <a:cubicBezTo>
                  <a:pt x="3723185" y="2213023"/>
                  <a:pt x="3725321" y="2220080"/>
                  <a:pt x="3727449" y="2225766"/>
                </a:cubicBezTo>
                <a:lnTo>
                  <a:pt x="3895056" y="2225766"/>
                </a:lnTo>
                <a:lnTo>
                  <a:pt x="3895332" y="2221392"/>
                </a:lnTo>
                <a:cubicBezTo>
                  <a:pt x="3897416" y="2192974"/>
                  <a:pt x="3900072" y="2190338"/>
                  <a:pt x="3938872" y="2178180"/>
                </a:cubicBezTo>
                <a:cubicBezTo>
                  <a:pt x="3954817" y="2172894"/>
                  <a:pt x="3980859" y="2162860"/>
                  <a:pt x="3996268" y="2155995"/>
                </a:cubicBezTo>
                <a:cubicBezTo>
                  <a:pt x="4011679" y="2149133"/>
                  <a:pt x="4026560" y="2143323"/>
                  <a:pt x="4029750" y="2143317"/>
                </a:cubicBezTo>
                <a:cubicBezTo>
                  <a:pt x="4039855" y="2143302"/>
                  <a:pt x="4108879" y="2073743"/>
                  <a:pt x="4108864" y="2063745"/>
                </a:cubicBezTo>
                <a:cubicBezTo>
                  <a:pt x="4108856" y="2058482"/>
                  <a:pt x="4111506" y="2052691"/>
                  <a:pt x="4114163" y="2051109"/>
                </a:cubicBezTo>
                <a:cubicBezTo>
                  <a:pt x="4117350" y="2049526"/>
                  <a:pt x="4119467" y="2042155"/>
                  <a:pt x="4119457" y="2035315"/>
                </a:cubicBezTo>
                <a:cubicBezTo>
                  <a:pt x="4119447" y="2028474"/>
                  <a:pt x="4122094" y="2021103"/>
                  <a:pt x="4124750" y="2019520"/>
                </a:cubicBezTo>
                <a:cubicBezTo>
                  <a:pt x="4127938" y="2017411"/>
                  <a:pt x="4130008" y="1978995"/>
                  <a:pt x="4129924" y="1922165"/>
                </a:cubicBezTo>
                <a:cubicBezTo>
                  <a:pt x="4129839" y="1865335"/>
                  <a:pt x="4127654" y="1826924"/>
                  <a:pt x="4124460" y="1824825"/>
                </a:cubicBezTo>
                <a:cubicBezTo>
                  <a:pt x="4121800" y="1823249"/>
                  <a:pt x="4119106" y="1799574"/>
                  <a:pt x="4119066" y="1772738"/>
                </a:cubicBezTo>
                <a:cubicBezTo>
                  <a:pt x="4119027" y="1746429"/>
                  <a:pt x="4116864" y="1722226"/>
                  <a:pt x="4114201" y="1719599"/>
                </a:cubicBezTo>
                <a:cubicBezTo>
                  <a:pt x="4111537" y="1716445"/>
                  <a:pt x="4107784" y="1695403"/>
                  <a:pt x="4106685" y="1672251"/>
                </a:cubicBezTo>
                <a:cubicBezTo>
                  <a:pt x="4105056" y="1649100"/>
                  <a:pt x="4101284" y="1615953"/>
                  <a:pt x="4098068" y="1598593"/>
                </a:cubicBezTo>
                <a:cubicBezTo>
                  <a:pt x="4091635" y="1563347"/>
                  <a:pt x="4084124" y="1518630"/>
                  <a:pt x="4074996" y="1459183"/>
                </a:cubicBezTo>
                <a:cubicBezTo>
                  <a:pt x="4066941" y="1406574"/>
                  <a:pt x="4068928" y="1312377"/>
                  <a:pt x="4078459" y="1285006"/>
                </a:cubicBezTo>
                <a:cubicBezTo>
                  <a:pt x="4088522" y="1257628"/>
                  <a:pt x="4088952" y="1189221"/>
                  <a:pt x="4079900" y="1181340"/>
                </a:cubicBezTo>
                <a:cubicBezTo>
                  <a:pt x="4076173" y="1178189"/>
                  <a:pt x="4066064" y="1175046"/>
                  <a:pt x="4057024" y="1174006"/>
                </a:cubicBezTo>
                <a:cubicBezTo>
                  <a:pt x="4042133" y="1172449"/>
                  <a:pt x="4041067" y="1171398"/>
                  <a:pt x="4042100" y="1151401"/>
                </a:cubicBezTo>
                <a:cubicBezTo>
                  <a:pt x="4043147" y="1139823"/>
                  <a:pt x="4047370" y="1118769"/>
                  <a:pt x="4052665" y="1104027"/>
                </a:cubicBezTo>
                <a:cubicBezTo>
                  <a:pt x="4068017" y="1058224"/>
                  <a:pt x="4061043" y="1016138"/>
                  <a:pt x="4037105" y="1010386"/>
                </a:cubicBezTo>
                <a:cubicBezTo>
                  <a:pt x="4034843" y="1009779"/>
                  <a:pt x="4032122" y="1009496"/>
                  <a:pt x="4029065" y="1009496"/>
                </a:cubicBezTo>
                <a:lnTo>
                  <a:pt x="4028995" y="1009496"/>
                </a:lnTo>
                <a:cubicBezTo>
                  <a:pt x="4008312" y="1009527"/>
                  <a:pt x="3972304" y="1022459"/>
                  <a:pt x="3958442" y="1035757"/>
                </a:cubicBezTo>
                <a:cubicBezTo>
                  <a:pt x="3950857" y="1042843"/>
                  <a:pt x="3943643" y="1047328"/>
                  <a:pt x="3940268" y="1047333"/>
                </a:cubicBezTo>
                <a:lnTo>
                  <a:pt x="3940264" y="1047333"/>
                </a:lnTo>
                <a:cubicBezTo>
                  <a:pt x="3939624" y="1047333"/>
                  <a:pt x="3939124" y="1047172"/>
                  <a:pt x="3938784" y="1046837"/>
                </a:cubicBezTo>
                <a:cubicBezTo>
                  <a:pt x="3936654" y="1044735"/>
                  <a:pt x="3935566" y="1028424"/>
                  <a:pt x="3936071" y="1010532"/>
                </a:cubicBezTo>
                <a:cubicBezTo>
                  <a:pt x="3937088" y="978958"/>
                  <a:pt x="3918322" y="875323"/>
                  <a:pt x="3904978" y="841136"/>
                </a:cubicBezTo>
                <a:cubicBezTo>
                  <a:pt x="3896971" y="820099"/>
                  <a:pt x="3869787" y="778042"/>
                  <a:pt x="3847947" y="752290"/>
                </a:cubicBezTo>
                <a:cubicBezTo>
                  <a:pt x="3838358" y="740729"/>
                  <a:pt x="3830364" y="729163"/>
                  <a:pt x="3830361" y="726532"/>
                </a:cubicBezTo>
                <a:cubicBezTo>
                  <a:pt x="3830337" y="710746"/>
                  <a:pt x="3754172" y="627717"/>
                  <a:pt x="3716380" y="602517"/>
                </a:cubicBezTo>
                <a:cubicBezTo>
                  <a:pt x="3710525" y="598315"/>
                  <a:pt x="3704135" y="593063"/>
                  <a:pt x="3702537" y="591487"/>
                </a:cubicBezTo>
                <a:cubicBezTo>
                  <a:pt x="3700940" y="589911"/>
                  <a:pt x="3691356" y="582031"/>
                  <a:pt x="3680708" y="574154"/>
                </a:cubicBezTo>
                <a:cubicBezTo>
                  <a:pt x="3665804" y="563126"/>
                  <a:pt x="3660474" y="554714"/>
                  <a:pt x="3657790" y="538932"/>
                </a:cubicBezTo>
                <a:cubicBezTo>
                  <a:pt x="3656178" y="527357"/>
                  <a:pt x="3647645" y="510532"/>
                  <a:pt x="3639655" y="501072"/>
                </a:cubicBezTo>
                <a:cubicBezTo>
                  <a:pt x="3630787" y="490905"/>
                  <a:pt x="3623212" y="480949"/>
                  <a:pt x="3617560" y="472305"/>
                </a:cubicBezTo>
                <a:lnTo>
                  <a:pt x="3617493" y="472305"/>
                </a:lnTo>
                <a:cubicBezTo>
                  <a:pt x="3611331" y="455837"/>
                  <a:pt x="3610187" y="452643"/>
                  <a:pt x="3607170" y="443804"/>
                </a:cubicBezTo>
                <a:cubicBezTo>
                  <a:pt x="3605495" y="438898"/>
                  <a:pt x="3603601" y="433399"/>
                  <a:pt x="3602957" y="431667"/>
                </a:cubicBezTo>
                <a:cubicBezTo>
                  <a:pt x="3599595" y="422054"/>
                  <a:pt x="3593892" y="402481"/>
                  <a:pt x="3590944" y="390488"/>
                </a:cubicBezTo>
                <a:cubicBezTo>
                  <a:pt x="3587089" y="374465"/>
                  <a:pt x="3587316" y="363756"/>
                  <a:pt x="3591869" y="347257"/>
                </a:cubicBezTo>
                <a:cubicBezTo>
                  <a:pt x="3595006" y="335779"/>
                  <a:pt x="3597671" y="328849"/>
                  <a:pt x="3606957" y="307604"/>
                </a:cubicBezTo>
                <a:cubicBezTo>
                  <a:pt x="3620224" y="277363"/>
                  <a:pt x="3621820" y="272255"/>
                  <a:pt x="3624973" y="250991"/>
                </a:cubicBezTo>
                <a:cubicBezTo>
                  <a:pt x="3630259" y="215465"/>
                  <a:pt x="3629161" y="182121"/>
                  <a:pt x="3621784" y="150989"/>
                </a:cubicBezTo>
                <a:cubicBezTo>
                  <a:pt x="3613666" y="116918"/>
                  <a:pt x="3597613" y="86657"/>
                  <a:pt x="3574989" y="62822"/>
                </a:cubicBezTo>
                <a:cubicBezTo>
                  <a:pt x="3536246" y="22010"/>
                  <a:pt x="3479529" y="1"/>
                  <a:pt x="3412823" y="1"/>
                </a:cubicBezTo>
                <a:lnTo>
                  <a:pt x="3412560" y="1"/>
                </a:lnTo>
                <a:cubicBezTo>
                  <a:pt x="3412289" y="0"/>
                  <a:pt x="3412020" y="0"/>
                  <a:pt x="3411752" y="0"/>
                </a:cubicBezTo>
                <a:close/>
              </a:path>
            </a:pathLst>
          </a:custGeom>
          <a:solidFill>
            <a:srgbClr val="000000"/>
          </a:solidFill>
          <a:ln w="7382" cap="flat">
            <a:noFill/>
            <a:prstDash val="solid"/>
            <a:miter/>
          </a:ln>
        </p:spPr>
        <p:txBody>
          <a:bodyPr/>
          <a:lstStyle/>
          <a:p>
            <a:endParaRPr lang="en-AU"/>
          </a:p>
        </p:txBody>
      </p:sp>
      <p:sp>
        <p:nvSpPr>
          <p:cNvPr id="93" name="Oval 92">
            <a:extLst>
              <a:ext uri="{FF2B5EF4-FFF2-40B4-BE49-F238E27FC236}">
                <a16:creationId xmlns:a16="http://schemas.microsoft.com/office/drawing/2014/main" id="{399274CF-0D76-F82C-F8E0-60010F5DED99}"/>
              </a:ext>
            </a:extLst>
          </p:cNvPr>
          <p:cNvSpPr/>
          <p:nvPr/>
        </p:nvSpPr>
        <p:spPr>
          <a:xfrm>
            <a:off x="6172585" y="1478373"/>
            <a:ext cx="47625" cy="47625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 w="9525" cap="flat">
            <a:noFill/>
            <a:prstDash val="solid"/>
            <a:miter/>
          </a:ln>
        </p:spPr>
        <p:txBody>
          <a:bodyPr/>
          <a:lstStyle/>
          <a:p>
            <a:endParaRPr lang="en-AU"/>
          </a:p>
        </p:txBody>
      </p:sp>
      <p:sp>
        <p:nvSpPr>
          <p:cNvPr id="94" name="Oval 93">
            <a:extLst>
              <a:ext uri="{FF2B5EF4-FFF2-40B4-BE49-F238E27FC236}">
                <a16:creationId xmlns:a16="http://schemas.microsoft.com/office/drawing/2014/main" id="{19610B2A-E14F-1989-0CAA-44FA65C046F1}"/>
              </a:ext>
            </a:extLst>
          </p:cNvPr>
          <p:cNvSpPr/>
          <p:nvPr/>
        </p:nvSpPr>
        <p:spPr>
          <a:xfrm>
            <a:off x="6253548" y="1578386"/>
            <a:ext cx="38100" cy="38100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 w="9525" cap="flat">
            <a:noFill/>
            <a:prstDash val="solid"/>
            <a:miter/>
          </a:ln>
        </p:spPr>
        <p:txBody>
          <a:bodyPr/>
          <a:lstStyle/>
          <a:p>
            <a:endParaRPr lang="en-AU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F15D08A8-B9EF-BB05-774E-FAF4FBF560D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195608" y="3225812"/>
            <a:ext cx="2571954" cy="697479"/>
          </a:xfrm>
          <a:prstGeom prst="rect">
            <a:avLst/>
          </a:prstGeom>
        </p:spPr>
      </p:pic>
      <p:pic>
        <p:nvPicPr>
          <p:cNvPr id="7" name="Picture 4">
            <a:extLst>
              <a:ext uri="{FF2B5EF4-FFF2-40B4-BE49-F238E27FC236}">
                <a16:creationId xmlns:a16="http://schemas.microsoft.com/office/drawing/2014/main" id="{A9852766-C017-F389-0AE2-ECC9157C12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95608" y="2492675"/>
            <a:ext cx="2837834" cy="6119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" name="Picture 6" descr="Gemini Advanced (with Veo) | InfinityOne Professional Digital ...">
            <a:extLst>
              <a:ext uri="{FF2B5EF4-FFF2-40B4-BE49-F238E27FC236}">
                <a16:creationId xmlns:a16="http://schemas.microsoft.com/office/drawing/2014/main" id="{C1C18997-C9C1-550A-E00C-C74CF70F3F3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996" b="29454"/>
          <a:stretch>
            <a:fillRect/>
          </a:stretch>
        </p:blipFill>
        <p:spPr bwMode="auto">
          <a:xfrm>
            <a:off x="8248948" y="4018121"/>
            <a:ext cx="2579458" cy="6319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2" name="Picture 8" descr="DeepSeek - DeepSeek">
            <a:extLst>
              <a:ext uri="{FF2B5EF4-FFF2-40B4-BE49-F238E27FC236}">
                <a16:creationId xmlns:a16="http://schemas.microsoft.com/office/drawing/2014/main" id="{949CD0A5-7901-D48F-94F4-D29A93841D9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934" b="30535"/>
          <a:stretch>
            <a:fillRect/>
          </a:stretch>
        </p:blipFill>
        <p:spPr bwMode="auto">
          <a:xfrm>
            <a:off x="8180368" y="4759874"/>
            <a:ext cx="2890411" cy="6427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8" name="Picture 10" descr="Grok - Review 2025 - PCMag Australia">
            <a:extLst>
              <a:ext uri="{FF2B5EF4-FFF2-40B4-BE49-F238E27FC236}">
                <a16:creationId xmlns:a16="http://schemas.microsoft.com/office/drawing/2014/main" id="{2ABC3E0D-558B-53D5-F847-7BEB09C5246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180" t="23898" r="10934" b="23369"/>
          <a:stretch>
            <a:fillRect/>
          </a:stretch>
        </p:blipFill>
        <p:spPr bwMode="auto">
          <a:xfrm>
            <a:off x="8248948" y="5446990"/>
            <a:ext cx="2080107" cy="7921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4" name="Graphic 63">
            <a:extLst>
              <a:ext uri="{FF2B5EF4-FFF2-40B4-BE49-F238E27FC236}">
                <a16:creationId xmlns:a16="http://schemas.microsoft.com/office/drawing/2014/main" id="{F9D927EA-0EB1-983E-4CD0-8505EBB11DF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238278" y="1057019"/>
            <a:ext cx="1334732" cy="1874981"/>
          </a:xfrm>
          <a:prstGeom prst="rect">
            <a:avLst/>
          </a:prstGeom>
        </p:spPr>
      </p:pic>
      <p:sp>
        <p:nvSpPr>
          <p:cNvPr id="66" name="TextBox 65">
            <a:extLst>
              <a:ext uri="{FF2B5EF4-FFF2-40B4-BE49-F238E27FC236}">
                <a16:creationId xmlns:a16="http://schemas.microsoft.com/office/drawing/2014/main" id="{F94580D5-E7DB-4A39-85AC-7C27C6DEFBCF}"/>
              </a:ext>
            </a:extLst>
          </p:cNvPr>
          <p:cNvSpPr txBox="1"/>
          <p:nvPr/>
        </p:nvSpPr>
        <p:spPr>
          <a:xfrm>
            <a:off x="723998" y="5840821"/>
            <a:ext cx="430387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/>
              <a:t>Credit: </a:t>
            </a:r>
            <a:r>
              <a:rPr lang="en-AU" sz="1000" dirty="0" err="1"/>
              <a:t>Mohamed_hassan@pixabay</a:t>
            </a:r>
            <a:endParaRPr lang="en-AU" sz="1000" dirty="0"/>
          </a:p>
        </p:txBody>
      </p:sp>
    </p:spTree>
    <p:extLst>
      <p:ext uri="{BB962C8B-B14F-4D97-AF65-F5344CB8AC3E}">
        <p14:creationId xmlns:p14="http://schemas.microsoft.com/office/powerpoint/2010/main" val="40438035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E9C136-639B-25D6-1237-2B1B1A578D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DAFA87F2-46EE-DC9D-7605-2AB966EED42C}"/>
              </a:ext>
            </a:extLst>
          </p:cNvPr>
          <p:cNvSpPr/>
          <p:nvPr/>
        </p:nvSpPr>
        <p:spPr>
          <a:xfrm flipH="1">
            <a:off x="5167149" y="1487796"/>
            <a:ext cx="322796" cy="305163"/>
          </a:xfrm>
          <a:custGeom>
            <a:avLst/>
            <a:gdLst>
              <a:gd name="csX0" fmla="*/ 297368 w 322796"/>
              <a:gd name="csY0" fmla="*/ 0 h 305163"/>
              <a:gd name="csX1" fmla="*/ 291201 w 322796"/>
              <a:gd name="csY1" fmla="*/ 533 h 305163"/>
              <a:gd name="csX2" fmla="*/ 247508 w 322796"/>
              <a:gd name="csY2" fmla="*/ 25972 h 305163"/>
              <a:gd name="csX3" fmla="*/ 223094 w 322796"/>
              <a:gd name="csY3" fmla="*/ 53388 h 305163"/>
              <a:gd name="csX4" fmla="*/ 206002 w 322796"/>
              <a:gd name="csY4" fmla="*/ 72284 h 305163"/>
              <a:gd name="csX5" fmla="*/ 196164 w 322796"/>
              <a:gd name="csY5" fmla="*/ 73134 h 305163"/>
              <a:gd name="csX6" fmla="*/ 189389 w 322796"/>
              <a:gd name="csY6" fmla="*/ 72947 h 305163"/>
              <a:gd name="csX7" fmla="*/ 179692 w 322796"/>
              <a:gd name="csY7" fmla="*/ 72781 h 305163"/>
              <a:gd name="csX8" fmla="*/ 137435 w 322796"/>
              <a:gd name="csY8" fmla="*/ 75615 h 305163"/>
              <a:gd name="csX9" fmla="*/ 76134 w 322796"/>
              <a:gd name="csY9" fmla="*/ 111996 h 305163"/>
              <a:gd name="csX10" fmla="*/ 61226 w 322796"/>
              <a:gd name="csY10" fmla="*/ 157039 h 305163"/>
              <a:gd name="csX11" fmla="*/ 89741 w 322796"/>
              <a:gd name="csY11" fmla="*/ 227229 h 305163"/>
              <a:gd name="csX12" fmla="*/ 88166 w 322796"/>
              <a:gd name="csY12" fmla="*/ 264366 h 305163"/>
              <a:gd name="csX13" fmla="*/ 43101 w 322796"/>
              <a:gd name="csY13" fmla="*/ 298235 h 305163"/>
              <a:gd name="csX14" fmla="*/ 16614 w 322796"/>
              <a:gd name="csY14" fmla="*/ 286500 h 305163"/>
              <a:gd name="csX15" fmla="*/ 17124 w 322796"/>
              <a:gd name="csY15" fmla="*/ 274208 h 305163"/>
              <a:gd name="csX16" fmla="*/ 21692 w 322796"/>
              <a:gd name="csY16" fmla="*/ 274613 h 305163"/>
              <a:gd name="csX17" fmla="*/ 28604 w 322796"/>
              <a:gd name="csY17" fmla="*/ 275196 h 305163"/>
              <a:gd name="csX18" fmla="*/ 47408 w 322796"/>
              <a:gd name="csY18" fmla="*/ 265923 h 305163"/>
              <a:gd name="csX19" fmla="*/ 46516 w 322796"/>
              <a:gd name="csY19" fmla="*/ 238234 h 305163"/>
              <a:gd name="csX20" fmla="*/ 30897 w 322796"/>
              <a:gd name="csY20" fmla="*/ 228619 h 305163"/>
              <a:gd name="csX21" fmla="*/ 21449 w 322796"/>
              <a:gd name="csY21" fmla="*/ 226841 h 305163"/>
              <a:gd name="csX22" fmla="*/ 12677 w 322796"/>
              <a:gd name="csY22" fmla="*/ 229680 h 305163"/>
              <a:gd name="csX23" fmla="*/ 2392 w 322796"/>
              <a:gd name="csY23" fmla="*/ 244133 h 305163"/>
              <a:gd name="csX24" fmla="*/ 35597 w 322796"/>
              <a:gd name="csY24" fmla="*/ 303806 h 305163"/>
              <a:gd name="csX25" fmla="*/ 45333 w 322796"/>
              <a:gd name="csY25" fmla="*/ 305164 h 305163"/>
              <a:gd name="csX26" fmla="*/ 94896 w 322796"/>
              <a:gd name="csY26" fmla="*/ 267714 h 305163"/>
              <a:gd name="csX27" fmla="*/ 117829 w 322796"/>
              <a:gd name="csY27" fmla="*/ 244811 h 305163"/>
              <a:gd name="csX28" fmla="*/ 126981 w 322796"/>
              <a:gd name="csY28" fmla="*/ 245595 h 305163"/>
              <a:gd name="csX29" fmla="*/ 138576 w 322796"/>
              <a:gd name="csY29" fmla="*/ 246370 h 305163"/>
              <a:gd name="csX30" fmla="*/ 184473 w 322796"/>
              <a:gd name="csY30" fmla="*/ 227156 h 305163"/>
              <a:gd name="csX31" fmla="*/ 198022 w 322796"/>
              <a:gd name="csY31" fmla="*/ 180892 h 305163"/>
              <a:gd name="csX32" fmla="*/ 179333 w 322796"/>
              <a:gd name="csY32" fmla="*/ 148260 h 305163"/>
              <a:gd name="csX33" fmla="*/ 182662 w 322796"/>
              <a:gd name="csY33" fmla="*/ 124486 h 305163"/>
              <a:gd name="csX34" fmla="*/ 202641 w 322796"/>
              <a:gd name="csY34" fmla="*/ 107447 h 305163"/>
              <a:gd name="csX35" fmla="*/ 242896 w 322796"/>
              <a:gd name="csY35" fmla="*/ 100897 h 305163"/>
              <a:gd name="csX36" fmla="*/ 293711 w 322796"/>
              <a:gd name="csY36" fmla="*/ 72158 h 305163"/>
              <a:gd name="csX37" fmla="*/ 320533 w 322796"/>
              <a:gd name="csY37" fmla="*/ 28735 h 305163"/>
              <a:gd name="csX38" fmla="*/ 319881 w 322796"/>
              <a:gd name="csY38" fmla="*/ 9976 h 305163"/>
              <a:gd name="csX39" fmla="*/ 297368 w 322796"/>
              <a:gd name="csY39" fmla="*/ 1 h 30516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</a:cxnLst>
            <a:rect l="l" t="t" r="r" b="b"/>
            <a:pathLst>
              <a:path w="322796" h="305163">
                <a:moveTo>
                  <a:pt x="297368" y="0"/>
                </a:moveTo>
                <a:cubicBezTo>
                  <a:pt x="295331" y="0"/>
                  <a:pt x="293263" y="173"/>
                  <a:pt x="291201" y="533"/>
                </a:cubicBezTo>
                <a:cubicBezTo>
                  <a:pt x="279927" y="2678"/>
                  <a:pt x="259304" y="14472"/>
                  <a:pt x="247508" y="25972"/>
                </a:cubicBezTo>
                <a:cubicBezTo>
                  <a:pt x="241920" y="31385"/>
                  <a:pt x="230947" y="43749"/>
                  <a:pt x="223094" y="53388"/>
                </a:cubicBezTo>
                <a:cubicBezTo>
                  <a:pt x="215438" y="63083"/>
                  <a:pt x="207663" y="71689"/>
                  <a:pt x="206002" y="72284"/>
                </a:cubicBezTo>
                <a:cubicBezTo>
                  <a:pt x="204815" y="72830"/>
                  <a:pt x="200941" y="73134"/>
                  <a:pt x="196164" y="73134"/>
                </a:cubicBezTo>
                <a:cubicBezTo>
                  <a:pt x="194032" y="73134"/>
                  <a:pt x="191721" y="73074"/>
                  <a:pt x="189389" y="72947"/>
                </a:cubicBezTo>
                <a:cubicBezTo>
                  <a:pt x="186374" y="72835"/>
                  <a:pt x="183098" y="72781"/>
                  <a:pt x="179692" y="72781"/>
                </a:cubicBezTo>
                <a:cubicBezTo>
                  <a:pt x="164258" y="72781"/>
                  <a:pt x="146139" y="73883"/>
                  <a:pt x="137435" y="75615"/>
                </a:cubicBezTo>
                <a:cubicBezTo>
                  <a:pt x="114775" y="80298"/>
                  <a:pt x="87907" y="96056"/>
                  <a:pt x="76134" y="111996"/>
                </a:cubicBezTo>
                <a:cubicBezTo>
                  <a:pt x="65145" y="126675"/>
                  <a:pt x="61500" y="137272"/>
                  <a:pt x="61226" y="157039"/>
                </a:cubicBezTo>
                <a:cubicBezTo>
                  <a:pt x="60582" y="187890"/>
                  <a:pt x="69176" y="209486"/>
                  <a:pt x="89741" y="227229"/>
                </a:cubicBezTo>
                <a:cubicBezTo>
                  <a:pt x="104612" y="240226"/>
                  <a:pt x="104699" y="240672"/>
                  <a:pt x="88166" y="264366"/>
                </a:cubicBezTo>
                <a:cubicBezTo>
                  <a:pt x="72224" y="287081"/>
                  <a:pt x="57716" y="298235"/>
                  <a:pt x="43101" y="298235"/>
                </a:cubicBezTo>
                <a:cubicBezTo>
                  <a:pt x="34416" y="298235"/>
                  <a:pt x="25695" y="294295"/>
                  <a:pt x="16614" y="286500"/>
                </a:cubicBezTo>
                <a:cubicBezTo>
                  <a:pt x="8361" y="279296"/>
                  <a:pt x="8858" y="274208"/>
                  <a:pt x="17124" y="274208"/>
                </a:cubicBezTo>
                <a:cubicBezTo>
                  <a:pt x="18448" y="274208"/>
                  <a:pt x="19973" y="274339"/>
                  <a:pt x="21692" y="274613"/>
                </a:cubicBezTo>
                <a:cubicBezTo>
                  <a:pt x="24163" y="275001"/>
                  <a:pt x="26463" y="275196"/>
                  <a:pt x="28604" y="275196"/>
                </a:cubicBezTo>
                <a:cubicBezTo>
                  <a:pt x="37086" y="275196"/>
                  <a:pt x="43091" y="272140"/>
                  <a:pt x="47408" y="265923"/>
                </a:cubicBezTo>
                <a:cubicBezTo>
                  <a:pt x="52926" y="257746"/>
                  <a:pt x="52483" y="247280"/>
                  <a:pt x="46516" y="238234"/>
                </a:cubicBezTo>
                <a:cubicBezTo>
                  <a:pt x="42682" y="232947"/>
                  <a:pt x="39795" y="231091"/>
                  <a:pt x="30897" y="228619"/>
                </a:cubicBezTo>
                <a:cubicBezTo>
                  <a:pt x="26703" y="227455"/>
                  <a:pt x="23874" y="226841"/>
                  <a:pt x="21449" y="226841"/>
                </a:cubicBezTo>
                <a:cubicBezTo>
                  <a:pt x="18501" y="226841"/>
                  <a:pt x="16152" y="227749"/>
                  <a:pt x="12677" y="229680"/>
                </a:cubicBezTo>
                <a:cubicBezTo>
                  <a:pt x="6346" y="233199"/>
                  <a:pt x="4890" y="235328"/>
                  <a:pt x="2392" y="244133"/>
                </a:cubicBezTo>
                <a:cubicBezTo>
                  <a:pt x="-5711" y="272703"/>
                  <a:pt x="7122" y="295897"/>
                  <a:pt x="35597" y="303806"/>
                </a:cubicBezTo>
                <a:cubicBezTo>
                  <a:pt x="38856" y="304711"/>
                  <a:pt x="42102" y="305164"/>
                  <a:pt x="45333" y="305164"/>
                </a:cubicBezTo>
                <a:cubicBezTo>
                  <a:pt x="62293" y="305164"/>
                  <a:pt x="78852" y="292691"/>
                  <a:pt x="94896" y="267714"/>
                </a:cubicBezTo>
                <a:cubicBezTo>
                  <a:pt x="106996" y="248885"/>
                  <a:pt x="109560" y="244811"/>
                  <a:pt x="117829" y="244811"/>
                </a:cubicBezTo>
                <a:cubicBezTo>
                  <a:pt x="120259" y="244811"/>
                  <a:pt x="123180" y="245162"/>
                  <a:pt x="126981" y="245595"/>
                </a:cubicBezTo>
                <a:cubicBezTo>
                  <a:pt x="130970" y="246113"/>
                  <a:pt x="134838" y="246370"/>
                  <a:pt x="138576" y="246370"/>
                </a:cubicBezTo>
                <a:cubicBezTo>
                  <a:pt x="157585" y="246370"/>
                  <a:pt x="173240" y="239735"/>
                  <a:pt x="184473" y="227156"/>
                </a:cubicBezTo>
                <a:cubicBezTo>
                  <a:pt x="194409" y="216195"/>
                  <a:pt x="200792" y="193692"/>
                  <a:pt x="198022" y="180892"/>
                </a:cubicBezTo>
                <a:cubicBezTo>
                  <a:pt x="195860" y="171214"/>
                  <a:pt x="187895" y="157180"/>
                  <a:pt x="179333" y="148260"/>
                </a:cubicBezTo>
                <a:cubicBezTo>
                  <a:pt x="173181" y="142118"/>
                  <a:pt x="173643" y="138235"/>
                  <a:pt x="182662" y="124486"/>
                </a:cubicBezTo>
                <a:cubicBezTo>
                  <a:pt x="192885" y="108749"/>
                  <a:pt x="194009" y="107794"/>
                  <a:pt x="202641" y="107447"/>
                </a:cubicBezTo>
                <a:cubicBezTo>
                  <a:pt x="209974" y="107163"/>
                  <a:pt x="221392" y="105267"/>
                  <a:pt x="242896" y="100897"/>
                </a:cubicBezTo>
                <a:cubicBezTo>
                  <a:pt x="256030" y="98211"/>
                  <a:pt x="283998" y="82337"/>
                  <a:pt x="293711" y="72158"/>
                </a:cubicBezTo>
                <a:cubicBezTo>
                  <a:pt x="307129" y="57942"/>
                  <a:pt x="316592" y="42629"/>
                  <a:pt x="320533" y="28735"/>
                </a:cubicBezTo>
                <a:cubicBezTo>
                  <a:pt x="323697" y="17581"/>
                  <a:pt x="323602" y="15654"/>
                  <a:pt x="319881" y="9976"/>
                </a:cubicBezTo>
                <a:cubicBezTo>
                  <a:pt x="315671" y="3767"/>
                  <a:pt x="306862" y="1"/>
                  <a:pt x="297368" y="1"/>
                </a:cubicBezTo>
                <a:close/>
              </a:path>
            </a:pathLst>
          </a:custGeom>
          <a:solidFill>
            <a:schemeClr val="accent6">
              <a:lumMod val="75000"/>
            </a:schemeClr>
          </a:solidFill>
          <a:ln w="7382" cap="flat">
            <a:noFill/>
            <a:prstDash val="solid"/>
            <a:miter/>
          </a:ln>
        </p:spPr>
        <p:txBody>
          <a:bodyPr/>
          <a:lstStyle/>
          <a:p>
            <a:endParaRPr lang="en-AU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CB6CA945-CE7A-0EF3-37C1-492DC45E0856}"/>
              </a:ext>
            </a:extLst>
          </p:cNvPr>
          <p:cNvSpPr/>
          <p:nvPr/>
        </p:nvSpPr>
        <p:spPr>
          <a:xfrm flipH="1">
            <a:off x="5027868" y="1682456"/>
            <a:ext cx="58791" cy="129253"/>
          </a:xfrm>
          <a:custGeom>
            <a:avLst/>
            <a:gdLst>
              <a:gd name="csX0" fmla="*/ 36026 w 58791"/>
              <a:gd name="csY0" fmla="*/ 0 h 129253"/>
              <a:gd name="csX1" fmla="*/ 30995 w 58791"/>
              <a:gd name="csY1" fmla="*/ 3728 h 129253"/>
              <a:gd name="csX2" fmla="*/ 24716 w 58791"/>
              <a:gd name="csY2" fmla="*/ 36393 h 129253"/>
              <a:gd name="csX3" fmla="*/ 25993 w 58791"/>
              <a:gd name="csY3" fmla="*/ 43924 h 129253"/>
              <a:gd name="csX4" fmla="*/ 15857 w 58791"/>
              <a:gd name="csY4" fmla="*/ 60107 h 129253"/>
              <a:gd name="csX5" fmla="*/ 2283 w 58791"/>
              <a:gd name="csY5" fmla="*/ 83146 h 129253"/>
              <a:gd name="csX6" fmla="*/ 11959 w 58791"/>
              <a:gd name="csY6" fmla="*/ 118973 h 129253"/>
              <a:gd name="csX7" fmla="*/ 28757 w 58791"/>
              <a:gd name="csY7" fmla="*/ 127437 h 129253"/>
              <a:gd name="csX8" fmla="*/ 39823 w 58791"/>
              <a:gd name="csY8" fmla="*/ 129034 h 129253"/>
              <a:gd name="csX9" fmla="*/ 41029 w 58791"/>
              <a:gd name="csY9" fmla="*/ 129253 h 129253"/>
              <a:gd name="csX10" fmla="*/ 45061 w 58791"/>
              <a:gd name="csY10" fmla="*/ 127111 h 129253"/>
              <a:gd name="csX11" fmla="*/ 51545 w 58791"/>
              <a:gd name="csY11" fmla="*/ 120046 h 129253"/>
              <a:gd name="csX12" fmla="*/ 39190 w 58791"/>
              <a:gd name="csY12" fmla="*/ 78619 h 129253"/>
              <a:gd name="csX13" fmla="*/ 32216 w 58791"/>
              <a:gd name="csY13" fmla="*/ 71616 h 129253"/>
              <a:gd name="csX14" fmla="*/ 41621 w 58791"/>
              <a:gd name="csY14" fmla="*/ 49742 h 129253"/>
              <a:gd name="csX15" fmla="*/ 47649 w 58791"/>
              <a:gd name="csY15" fmla="*/ 11942 h 129253"/>
              <a:gd name="csX16" fmla="*/ 39358 w 58791"/>
              <a:gd name="csY16" fmla="*/ 562 h 129253"/>
              <a:gd name="csX17" fmla="*/ 36026 w 58791"/>
              <a:gd name="csY17" fmla="*/ 1 h 12925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</a:cxnLst>
            <a:rect l="l" t="t" r="r" b="b"/>
            <a:pathLst>
              <a:path w="58791" h="129253">
                <a:moveTo>
                  <a:pt x="36026" y="0"/>
                </a:moveTo>
                <a:cubicBezTo>
                  <a:pt x="33778" y="0"/>
                  <a:pt x="32482" y="1148"/>
                  <a:pt x="30995" y="3728"/>
                </a:cubicBezTo>
                <a:cubicBezTo>
                  <a:pt x="27581" y="9746"/>
                  <a:pt x="22930" y="34417"/>
                  <a:pt x="24716" y="36393"/>
                </a:cubicBezTo>
                <a:cubicBezTo>
                  <a:pt x="25538" y="37254"/>
                  <a:pt x="26091" y="40574"/>
                  <a:pt x="25993" y="43924"/>
                </a:cubicBezTo>
                <a:cubicBezTo>
                  <a:pt x="25872" y="48112"/>
                  <a:pt x="23211" y="52229"/>
                  <a:pt x="15857" y="60107"/>
                </a:cubicBezTo>
                <a:cubicBezTo>
                  <a:pt x="7435" y="68745"/>
                  <a:pt x="5280" y="72580"/>
                  <a:pt x="2283" y="83146"/>
                </a:cubicBezTo>
                <a:cubicBezTo>
                  <a:pt x="-2434" y="99777"/>
                  <a:pt x="-138" y="108226"/>
                  <a:pt x="11959" y="118973"/>
                </a:cubicBezTo>
                <a:cubicBezTo>
                  <a:pt x="18956" y="125138"/>
                  <a:pt x="22491" y="126964"/>
                  <a:pt x="28757" y="127437"/>
                </a:cubicBezTo>
                <a:cubicBezTo>
                  <a:pt x="32933" y="127753"/>
                  <a:pt x="37846" y="128485"/>
                  <a:pt x="39823" y="129034"/>
                </a:cubicBezTo>
                <a:cubicBezTo>
                  <a:pt x="40199" y="129184"/>
                  <a:pt x="40608" y="129253"/>
                  <a:pt x="41029" y="129253"/>
                </a:cubicBezTo>
                <a:cubicBezTo>
                  <a:pt x="42540" y="129253"/>
                  <a:pt x="44207" y="128360"/>
                  <a:pt x="45061" y="127111"/>
                </a:cubicBezTo>
                <a:cubicBezTo>
                  <a:pt x="46351" y="125571"/>
                  <a:pt x="49186" y="122347"/>
                  <a:pt x="51545" y="120046"/>
                </a:cubicBezTo>
                <a:cubicBezTo>
                  <a:pt x="65278" y="106975"/>
                  <a:pt x="58569" y="84001"/>
                  <a:pt x="39190" y="78619"/>
                </a:cubicBezTo>
                <a:cubicBezTo>
                  <a:pt x="35235" y="77521"/>
                  <a:pt x="33052" y="75438"/>
                  <a:pt x="32216" y="71616"/>
                </a:cubicBezTo>
                <a:cubicBezTo>
                  <a:pt x="30891" y="65761"/>
                  <a:pt x="32539" y="62207"/>
                  <a:pt x="41621" y="49742"/>
                </a:cubicBezTo>
                <a:cubicBezTo>
                  <a:pt x="48937" y="39741"/>
                  <a:pt x="51240" y="25605"/>
                  <a:pt x="47649" y="11942"/>
                </a:cubicBezTo>
                <a:cubicBezTo>
                  <a:pt x="45637" y="3996"/>
                  <a:pt x="44103" y="1880"/>
                  <a:pt x="39358" y="562"/>
                </a:cubicBezTo>
                <a:cubicBezTo>
                  <a:pt x="38033" y="194"/>
                  <a:pt x="36949" y="1"/>
                  <a:pt x="36026" y="1"/>
                </a:cubicBezTo>
                <a:close/>
              </a:path>
            </a:pathLst>
          </a:custGeom>
          <a:solidFill>
            <a:schemeClr val="accent4">
              <a:lumMod val="75000"/>
            </a:schemeClr>
          </a:solidFill>
          <a:ln w="7382" cap="flat">
            <a:noFill/>
            <a:prstDash val="solid"/>
            <a:miter/>
          </a:ln>
        </p:spPr>
        <p:txBody>
          <a:bodyPr/>
          <a:lstStyle/>
          <a:p>
            <a:endParaRPr lang="en-AU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B5955B5-26B2-A32E-0B4C-61F7276A8FA4}"/>
              </a:ext>
            </a:extLst>
          </p:cNvPr>
          <p:cNvSpPr/>
          <p:nvPr/>
        </p:nvSpPr>
        <p:spPr>
          <a:xfrm flipH="1">
            <a:off x="5152426" y="1686243"/>
            <a:ext cx="168053" cy="171346"/>
          </a:xfrm>
          <a:custGeom>
            <a:avLst/>
            <a:gdLst>
              <a:gd name="csX0" fmla="*/ 162580 w 168053"/>
              <a:gd name="csY0" fmla="*/ 0 h 171346"/>
              <a:gd name="csX1" fmla="*/ 159107 w 168053"/>
              <a:gd name="csY1" fmla="*/ 2435 h 171346"/>
              <a:gd name="csX2" fmla="*/ 144174 w 168053"/>
              <a:gd name="csY2" fmla="*/ 24251 h 171346"/>
              <a:gd name="csX3" fmla="*/ 126753 w 168053"/>
              <a:gd name="csY3" fmla="*/ 51076 h 171346"/>
              <a:gd name="csX4" fmla="*/ 78763 w 168053"/>
              <a:gd name="csY4" fmla="*/ 128516 h 171346"/>
              <a:gd name="csX5" fmla="*/ 73353 w 168053"/>
              <a:gd name="csY5" fmla="*/ 133561 h 171346"/>
              <a:gd name="csX6" fmla="*/ 49550 w 168053"/>
              <a:gd name="csY6" fmla="*/ 125468 h 171346"/>
              <a:gd name="csX7" fmla="*/ 28796 w 168053"/>
              <a:gd name="csY7" fmla="*/ 120772 h 171346"/>
              <a:gd name="csX8" fmla="*/ 9194 w 168053"/>
              <a:gd name="csY8" fmla="*/ 128614 h 171346"/>
              <a:gd name="csX9" fmla="*/ 493 w 168053"/>
              <a:gd name="csY9" fmla="*/ 150262 h 171346"/>
              <a:gd name="csX10" fmla="*/ 34938 w 168053"/>
              <a:gd name="csY10" fmla="*/ 171347 h 171346"/>
              <a:gd name="csX11" fmla="*/ 57522 w 168053"/>
              <a:gd name="csY11" fmla="*/ 165046 h 171346"/>
              <a:gd name="csX12" fmla="*/ 91942 w 168053"/>
              <a:gd name="csY12" fmla="*/ 117400 h 171346"/>
              <a:gd name="csX13" fmla="*/ 107818 w 168053"/>
              <a:gd name="csY13" fmla="*/ 92258 h 171346"/>
              <a:gd name="csX14" fmla="*/ 125264 w 168053"/>
              <a:gd name="csY14" fmla="*/ 64595 h 171346"/>
              <a:gd name="csX15" fmla="*/ 133340 w 168053"/>
              <a:gd name="csY15" fmla="*/ 54173 h 171346"/>
              <a:gd name="csX16" fmla="*/ 135197 w 168053"/>
              <a:gd name="csY16" fmla="*/ 53683 h 171346"/>
              <a:gd name="csX17" fmla="*/ 152118 w 168053"/>
              <a:gd name="csY17" fmla="*/ 94007 h 171346"/>
              <a:gd name="csX18" fmla="*/ 121665 w 168053"/>
              <a:gd name="csY18" fmla="*/ 150988 h 171346"/>
              <a:gd name="csX19" fmla="*/ 113828 w 168053"/>
              <a:gd name="csY19" fmla="*/ 158310 h 171346"/>
              <a:gd name="csX20" fmla="*/ 125620 w 168053"/>
              <a:gd name="csY20" fmla="*/ 152086 h 171346"/>
              <a:gd name="csX21" fmla="*/ 158391 w 168053"/>
              <a:gd name="csY21" fmla="*/ 120026 h 171346"/>
              <a:gd name="csX22" fmla="*/ 163607 w 168053"/>
              <a:gd name="csY22" fmla="*/ 41472 h 171346"/>
              <a:gd name="csX23" fmla="*/ 162961 w 168053"/>
              <a:gd name="csY23" fmla="*/ 12163 h 171346"/>
              <a:gd name="csX24" fmla="*/ 162579 w 168053"/>
              <a:gd name="csY24" fmla="*/ 3 h 17134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</a:cxnLst>
            <a:rect l="l" t="t" r="r" b="b"/>
            <a:pathLst>
              <a:path w="168053" h="171346">
                <a:moveTo>
                  <a:pt x="162580" y="0"/>
                </a:moveTo>
                <a:cubicBezTo>
                  <a:pt x="161781" y="0"/>
                  <a:pt x="160630" y="818"/>
                  <a:pt x="159107" y="2435"/>
                </a:cubicBezTo>
                <a:cubicBezTo>
                  <a:pt x="157563" y="4117"/>
                  <a:pt x="150754" y="13836"/>
                  <a:pt x="144174" y="24251"/>
                </a:cubicBezTo>
                <a:cubicBezTo>
                  <a:pt x="137593" y="34667"/>
                  <a:pt x="129723" y="46622"/>
                  <a:pt x="126753" y="51076"/>
                </a:cubicBezTo>
                <a:cubicBezTo>
                  <a:pt x="122216" y="58048"/>
                  <a:pt x="89541" y="110824"/>
                  <a:pt x="78763" y="128516"/>
                </a:cubicBezTo>
                <a:cubicBezTo>
                  <a:pt x="76864" y="131763"/>
                  <a:pt x="76138" y="133561"/>
                  <a:pt x="73353" y="133561"/>
                </a:cubicBezTo>
                <a:cubicBezTo>
                  <a:pt x="70064" y="133561"/>
                  <a:pt x="63903" y="131055"/>
                  <a:pt x="49550" y="125468"/>
                </a:cubicBezTo>
                <a:cubicBezTo>
                  <a:pt x="41395" y="122366"/>
                  <a:pt x="34681" y="120772"/>
                  <a:pt x="28796" y="120772"/>
                </a:cubicBezTo>
                <a:cubicBezTo>
                  <a:pt x="21344" y="120772"/>
                  <a:pt x="15223" y="123328"/>
                  <a:pt x="9194" y="128614"/>
                </a:cubicBezTo>
                <a:cubicBezTo>
                  <a:pt x="400" y="136303"/>
                  <a:pt x="-940" y="139520"/>
                  <a:pt x="493" y="150262"/>
                </a:cubicBezTo>
                <a:cubicBezTo>
                  <a:pt x="2035" y="163053"/>
                  <a:pt x="18385" y="171347"/>
                  <a:pt x="34938" y="171347"/>
                </a:cubicBezTo>
                <a:cubicBezTo>
                  <a:pt x="42976" y="171347"/>
                  <a:pt x="51060" y="169391"/>
                  <a:pt x="57522" y="165046"/>
                </a:cubicBezTo>
                <a:cubicBezTo>
                  <a:pt x="64946" y="159930"/>
                  <a:pt x="72262" y="149930"/>
                  <a:pt x="91942" y="117400"/>
                </a:cubicBezTo>
                <a:cubicBezTo>
                  <a:pt x="93984" y="113957"/>
                  <a:pt x="101041" y="102617"/>
                  <a:pt x="107818" y="92258"/>
                </a:cubicBezTo>
                <a:cubicBezTo>
                  <a:pt x="114399" y="81842"/>
                  <a:pt x="122382" y="69494"/>
                  <a:pt x="125264" y="64595"/>
                </a:cubicBezTo>
                <a:cubicBezTo>
                  <a:pt x="128399" y="59557"/>
                  <a:pt x="131820" y="55018"/>
                  <a:pt x="133340" y="54173"/>
                </a:cubicBezTo>
                <a:cubicBezTo>
                  <a:pt x="133937" y="53841"/>
                  <a:pt x="134559" y="53683"/>
                  <a:pt x="135197" y="53683"/>
                </a:cubicBezTo>
                <a:cubicBezTo>
                  <a:pt x="142955" y="53683"/>
                  <a:pt x="153210" y="76954"/>
                  <a:pt x="152118" y="94007"/>
                </a:cubicBezTo>
                <a:cubicBezTo>
                  <a:pt x="150610" y="115121"/>
                  <a:pt x="141692" y="132274"/>
                  <a:pt x="121665" y="150988"/>
                </a:cubicBezTo>
                <a:lnTo>
                  <a:pt x="113828" y="158310"/>
                </a:lnTo>
                <a:lnTo>
                  <a:pt x="125620" y="152086"/>
                </a:lnTo>
                <a:cubicBezTo>
                  <a:pt x="138875" y="145213"/>
                  <a:pt x="148619" y="135676"/>
                  <a:pt x="158391" y="120026"/>
                </a:cubicBezTo>
                <a:cubicBezTo>
                  <a:pt x="169565" y="102442"/>
                  <a:pt x="170692" y="84179"/>
                  <a:pt x="163607" y="41472"/>
                </a:cubicBezTo>
                <a:cubicBezTo>
                  <a:pt x="161691" y="30175"/>
                  <a:pt x="161445" y="19762"/>
                  <a:pt x="162961" y="12163"/>
                </a:cubicBezTo>
                <a:cubicBezTo>
                  <a:pt x="164398" y="3990"/>
                  <a:pt x="164344" y="3"/>
                  <a:pt x="162579" y="3"/>
                </a:cubicBezTo>
                <a:close/>
              </a:path>
            </a:pathLst>
          </a:custGeom>
          <a:solidFill>
            <a:schemeClr val="accent5">
              <a:lumMod val="75000"/>
            </a:schemeClr>
          </a:solidFill>
          <a:ln w="7382" cap="flat">
            <a:noFill/>
            <a:prstDash val="solid"/>
            <a:miter/>
          </a:ln>
        </p:spPr>
        <p:txBody>
          <a:bodyPr/>
          <a:lstStyle/>
          <a:p>
            <a:endParaRPr lang="en-AU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F390C8DD-EA41-9EBE-08A7-F9A0E25E3118}"/>
              </a:ext>
            </a:extLst>
          </p:cNvPr>
          <p:cNvSpPr/>
          <p:nvPr/>
        </p:nvSpPr>
        <p:spPr>
          <a:xfrm flipH="1">
            <a:off x="6852099" y="1320049"/>
            <a:ext cx="310233" cy="298142"/>
          </a:xfrm>
          <a:custGeom>
            <a:avLst/>
            <a:gdLst>
              <a:gd name="csX0" fmla="*/ 159342 w 310233"/>
              <a:gd name="csY0" fmla="*/ 0 h 298142"/>
              <a:gd name="csX1" fmla="*/ 156945 w 310233"/>
              <a:gd name="csY1" fmla="*/ 1195 h 298142"/>
              <a:gd name="csX2" fmla="*/ 149529 w 310233"/>
              <a:gd name="csY2" fmla="*/ 19821 h 298142"/>
              <a:gd name="csX3" fmla="*/ 133243 w 310233"/>
              <a:gd name="csY3" fmla="*/ 65958 h 298142"/>
              <a:gd name="csX4" fmla="*/ 94681 w 310233"/>
              <a:gd name="csY4" fmla="*/ 174093 h 298142"/>
              <a:gd name="csX5" fmla="*/ 87445 w 310233"/>
              <a:gd name="csY5" fmla="*/ 195091 h 298142"/>
              <a:gd name="csX6" fmla="*/ 78651 w 310233"/>
              <a:gd name="csY6" fmla="*/ 190749 h 298142"/>
              <a:gd name="csX7" fmla="*/ 43455 w 310233"/>
              <a:gd name="csY7" fmla="*/ 181980 h 298142"/>
              <a:gd name="csX8" fmla="*/ 34179 w 310233"/>
              <a:gd name="csY8" fmla="*/ 182831 h 298142"/>
              <a:gd name="csX9" fmla="*/ 7913 w 310233"/>
              <a:gd name="csY9" fmla="*/ 236329 h 298142"/>
              <a:gd name="csX10" fmla="*/ 39813 w 310233"/>
              <a:gd name="csY10" fmla="*/ 246225 h 298142"/>
              <a:gd name="csX11" fmla="*/ 50920 w 310233"/>
              <a:gd name="csY11" fmla="*/ 244896 h 298142"/>
              <a:gd name="csX12" fmla="*/ 77905 w 310233"/>
              <a:gd name="csY12" fmla="*/ 230228 h 298142"/>
              <a:gd name="csX13" fmla="*/ 112902 w 310233"/>
              <a:gd name="csY13" fmla="*/ 143691 h 298142"/>
              <a:gd name="csX14" fmla="*/ 148205 w 310233"/>
              <a:gd name="csY14" fmla="*/ 50060 h 298142"/>
              <a:gd name="csX15" fmla="*/ 148620 w 310233"/>
              <a:gd name="csY15" fmla="*/ 49986 h 298142"/>
              <a:gd name="csX16" fmla="*/ 285698 w 310233"/>
              <a:gd name="csY16" fmla="*/ 96272 h 298142"/>
              <a:gd name="csX17" fmla="*/ 273745 w 310233"/>
              <a:gd name="csY17" fmla="*/ 133902 h 298142"/>
              <a:gd name="csX18" fmla="*/ 247743 w 310233"/>
              <a:gd name="csY18" fmla="*/ 207529 h 298142"/>
              <a:gd name="csX19" fmla="*/ 234746 w 310233"/>
              <a:gd name="csY19" fmla="*/ 245081 h 298142"/>
              <a:gd name="csX20" fmla="*/ 229914 w 310233"/>
              <a:gd name="csY20" fmla="*/ 243318 h 298142"/>
              <a:gd name="csX21" fmla="*/ 215978 w 310233"/>
              <a:gd name="csY21" fmla="*/ 237548 h 298142"/>
              <a:gd name="csX22" fmla="*/ 193140 w 310233"/>
              <a:gd name="csY22" fmla="*/ 233520 h 298142"/>
              <a:gd name="csX23" fmla="*/ 170782 w 310233"/>
              <a:gd name="csY23" fmla="*/ 237448 h 298142"/>
              <a:gd name="csX24" fmla="*/ 155055 w 310233"/>
              <a:gd name="csY24" fmla="*/ 288387 h 298142"/>
              <a:gd name="csX25" fmla="*/ 186207 w 310233"/>
              <a:gd name="csY25" fmla="*/ 298142 h 298142"/>
              <a:gd name="csX26" fmla="*/ 190562 w 310233"/>
              <a:gd name="csY26" fmla="*/ 297826 h 298142"/>
              <a:gd name="csX27" fmla="*/ 225491 w 310233"/>
              <a:gd name="csY27" fmla="*/ 280720 h 298142"/>
              <a:gd name="csX28" fmla="*/ 247706 w 310233"/>
              <a:gd name="csY28" fmla="*/ 229472 h 298142"/>
              <a:gd name="csX29" fmla="*/ 278477 w 310233"/>
              <a:gd name="csY29" fmla="*/ 144295 h 298142"/>
              <a:gd name="csX30" fmla="*/ 310209 w 310233"/>
              <a:gd name="csY30" fmla="*/ 53473 h 298142"/>
              <a:gd name="csX31" fmla="*/ 298987 w 310233"/>
              <a:gd name="csY31" fmla="*/ 48668 h 298142"/>
              <a:gd name="csX32" fmla="*/ 269683 w 310233"/>
              <a:gd name="csY32" fmla="*/ 38418 h 298142"/>
              <a:gd name="csX33" fmla="*/ 209691 w 310233"/>
              <a:gd name="csY33" fmla="*/ 17533 h 298142"/>
              <a:gd name="csX34" fmla="*/ 163517 w 310233"/>
              <a:gd name="csY34" fmla="*/ 1332 h 298142"/>
              <a:gd name="csX35" fmla="*/ 159340 w 310233"/>
              <a:gd name="csY35" fmla="*/ 1 h 29814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310233" h="298142">
                <a:moveTo>
                  <a:pt x="159342" y="0"/>
                </a:moveTo>
                <a:cubicBezTo>
                  <a:pt x="158277" y="0"/>
                  <a:pt x="157484" y="408"/>
                  <a:pt x="156945" y="1195"/>
                </a:cubicBezTo>
                <a:cubicBezTo>
                  <a:pt x="155964" y="2400"/>
                  <a:pt x="152731" y="10789"/>
                  <a:pt x="149529" y="19821"/>
                </a:cubicBezTo>
                <a:cubicBezTo>
                  <a:pt x="146525" y="28909"/>
                  <a:pt x="139146" y="49657"/>
                  <a:pt x="133243" y="65958"/>
                </a:cubicBezTo>
                <a:cubicBezTo>
                  <a:pt x="118178" y="107793"/>
                  <a:pt x="103255" y="149878"/>
                  <a:pt x="94681" y="174093"/>
                </a:cubicBezTo>
                <a:lnTo>
                  <a:pt x="87445" y="195091"/>
                </a:lnTo>
                <a:lnTo>
                  <a:pt x="78651" y="190749"/>
                </a:lnTo>
                <a:cubicBezTo>
                  <a:pt x="66841" y="185038"/>
                  <a:pt x="54279" y="181980"/>
                  <a:pt x="43455" y="181980"/>
                </a:cubicBezTo>
                <a:cubicBezTo>
                  <a:pt x="40181" y="181980"/>
                  <a:pt x="37066" y="182260"/>
                  <a:pt x="34179" y="182831"/>
                </a:cubicBezTo>
                <a:cubicBezTo>
                  <a:pt x="4613" y="188549"/>
                  <a:pt x="-10224" y="219048"/>
                  <a:pt x="7913" y="236329"/>
                </a:cubicBezTo>
                <a:cubicBezTo>
                  <a:pt x="14076" y="242330"/>
                  <a:pt x="27721" y="246225"/>
                  <a:pt x="39813" y="246225"/>
                </a:cubicBezTo>
                <a:cubicBezTo>
                  <a:pt x="43791" y="246225"/>
                  <a:pt x="47600" y="245803"/>
                  <a:pt x="50920" y="244896"/>
                </a:cubicBezTo>
                <a:cubicBezTo>
                  <a:pt x="65289" y="240866"/>
                  <a:pt x="70804" y="237965"/>
                  <a:pt x="77905" y="230228"/>
                </a:cubicBezTo>
                <a:cubicBezTo>
                  <a:pt x="84840" y="223077"/>
                  <a:pt x="87740" y="215861"/>
                  <a:pt x="112902" y="143691"/>
                </a:cubicBezTo>
                <a:cubicBezTo>
                  <a:pt x="133390" y="84998"/>
                  <a:pt x="146068" y="51579"/>
                  <a:pt x="148205" y="50060"/>
                </a:cubicBezTo>
                <a:cubicBezTo>
                  <a:pt x="148274" y="50011"/>
                  <a:pt x="148413" y="49986"/>
                  <a:pt x="148620" y="49986"/>
                </a:cubicBezTo>
                <a:cubicBezTo>
                  <a:pt x="157272" y="49986"/>
                  <a:pt x="283617" y="92600"/>
                  <a:pt x="285698" y="96272"/>
                </a:cubicBezTo>
                <a:cubicBezTo>
                  <a:pt x="286323" y="97077"/>
                  <a:pt x="280846" y="114132"/>
                  <a:pt x="273745" y="133902"/>
                </a:cubicBezTo>
                <a:cubicBezTo>
                  <a:pt x="266644" y="153674"/>
                  <a:pt x="254868" y="186921"/>
                  <a:pt x="247743" y="207529"/>
                </a:cubicBezTo>
                <a:lnTo>
                  <a:pt x="234746" y="245081"/>
                </a:lnTo>
                <a:lnTo>
                  <a:pt x="229914" y="243318"/>
                </a:lnTo>
                <a:cubicBezTo>
                  <a:pt x="227200" y="242353"/>
                  <a:pt x="220897" y="239758"/>
                  <a:pt x="215978" y="237548"/>
                </a:cubicBezTo>
                <a:cubicBezTo>
                  <a:pt x="209759" y="234864"/>
                  <a:pt x="201429" y="233520"/>
                  <a:pt x="193140" y="233520"/>
                </a:cubicBezTo>
                <a:cubicBezTo>
                  <a:pt x="184962" y="233520"/>
                  <a:pt x="176821" y="234828"/>
                  <a:pt x="170782" y="237448"/>
                </a:cubicBezTo>
                <a:cubicBezTo>
                  <a:pt x="147668" y="247494"/>
                  <a:pt x="139527" y="273941"/>
                  <a:pt x="155055" y="288387"/>
                </a:cubicBezTo>
                <a:cubicBezTo>
                  <a:pt x="160963" y="293696"/>
                  <a:pt x="175813" y="298142"/>
                  <a:pt x="186207" y="298142"/>
                </a:cubicBezTo>
                <a:cubicBezTo>
                  <a:pt x="187776" y="298142"/>
                  <a:pt x="189243" y="298041"/>
                  <a:pt x="190562" y="297826"/>
                </a:cubicBezTo>
                <a:cubicBezTo>
                  <a:pt x="203924" y="295838"/>
                  <a:pt x="218532" y="288707"/>
                  <a:pt x="225491" y="280720"/>
                </a:cubicBezTo>
                <a:cubicBezTo>
                  <a:pt x="231104" y="274467"/>
                  <a:pt x="234621" y="266579"/>
                  <a:pt x="247706" y="229472"/>
                </a:cubicBezTo>
                <a:cubicBezTo>
                  <a:pt x="256478" y="205312"/>
                  <a:pt x="270149" y="166890"/>
                  <a:pt x="278477" y="144295"/>
                </a:cubicBezTo>
                <a:cubicBezTo>
                  <a:pt x="307552" y="64346"/>
                  <a:pt x="310556" y="55260"/>
                  <a:pt x="310209" y="53473"/>
                </a:cubicBezTo>
                <a:cubicBezTo>
                  <a:pt x="309838" y="52526"/>
                  <a:pt x="304919" y="50314"/>
                  <a:pt x="298987" y="48668"/>
                </a:cubicBezTo>
                <a:cubicBezTo>
                  <a:pt x="293252" y="47074"/>
                  <a:pt x="280028" y="42558"/>
                  <a:pt x="269683" y="38418"/>
                </a:cubicBezTo>
                <a:cubicBezTo>
                  <a:pt x="259085" y="34419"/>
                  <a:pt x="232296" y="25077"/>
                  <a:pt x="209691" y="17533"/>
                </a:cubicBezTo>
                <a:cubicBezTo>
                  <a:pt x="187284" y="10044"/>
                  <a:pt x="166514" y="2798"/>
                  <a:pt x="163517" y="1332"/>
                </a:cubicBezTo>
                <a:cubicBezTo>
                  <a:pt x="161824" y="434"/>
                  <a:pt x="160438" y="1"/>
                  <a:pt x="159340" y="1"/>
                </a:cubicBez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  <a:ln w="7382" cap="flat">
            <a:noFill/>
            <a:prstDash val="solid"/>
            <a:miter/>
          </a:ln>
        </p:spPr>
        <p:txBody>
          <a:bodyPr/>
          <a:lstStyle/>
          <a:p>
            <a:endParaRPr lang="en-AU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483E8BB6-D3C5-D903-A05B-193E43FBA971}"/>
              </a:ext>
            </a:extLst>
          </p:cNvPr>
          <p:cNvSpPr/>
          <p:nvPr/>
        </p:nvSpPr>
        <p:spPr>
          <a:xfrm flipH="1">
            <a:off x="6508496" y="1521305"/>
            <a:ext cx="145147" cy="163641"/>
          </a:xfrm>
          <a:custGeom>
            <a:avLst/>
            <a:gdLst>
              <a:gd name="csX0" fmla="*/ 25183 w 145147"/>
              <a:gd name="csY0" fmla="*/ 1 h 163641"/>
              <a:gd name="csX1" fmla="*/ 20918 w 145147"/>
              <a:gd name="csY1" fmla="*/ 311 h 163641"/>
              <a:gd name="csX2" fmla="*/ 7660 w 145147"/>
              <a:gd name="csY2" fmla="*/ 36525 h 163641"/>
              <a:gd name="csX3" fmla="*/ 28869 w 145147"/>
              <a:gd name="csY3" fmla="*/ 44050 h 163641"/>
              <a:gd name="csX4" fmla="*/ 52721 w 145147"/>
              <a:gd name="csY4" fmla="*/ 37851 h 163641"/>
              <a:gd name="csX5" fmla="*/ 62486 w 145147"/>
              <a:gd name="csY5" fmla="*/ 32754 h 163641"/>
              <a:gd name="csX6" fmla="*/ 69321 w 145147"/>
              <a:gd name="csY6" fmla="*/ 46261 h 163641"/>
              <a:gd name="csX7" fmla="*/ 119758 w 145147"/>
              <a:gd name="csY7" fmla="*/ 152728 h 163641"/>
              <a:gd name="csX8" fmla="*/ 127497 w 145147"/>
              <a:gd name="csY8" fmla="*/ 163642 h 163641"/>
              <a:gd name="csX9" fmla="*/ 130214 w 145147"/>
              <a:gd name="csY9" fmla="*/ 156476 h 163641"/>
              <a:gd name="csX10" fmla="*/ 140831 w 145147"/>
              <a:gd name="csY10" fmla="*/ 116784 h 163641"/>
              <a:gd name="csX11" fmla="*/ 144164 w 145147"/>
              <a:gd name="csY11" fmla="*/ 87737 h 163641"/>
              <a:gd name="csX12" fmla="*/ 137413 w 145147"/>
              <a:gd name="csY12" fmla="*/ 67918 h 163641"/>
              <a:gd name="csX13" fmla="*/ 130210 w 145147"/>
              <a:gd name="csY13" fmla="*/ 48185 h 163641"/>
              <a:gd name="csX14" fmla="*/ 109609 w 145147"/>
              <a:gd name="csY14" fmla="*/ 11012 h 163641"/>
              <a:gd name="csX15" fmla="*/ 107319 w 145147"/>
              <a:gd name="csY15" fmla="*/ 10598 h 163641"/>
              <a:gd name="csX16" fmla="*/ 106675 w 145147"/>
              <a:gd name="csY16" fmla="*/ 10830 h 163641"/>
              <a:gd name="csX17" fmla="*/ 112545 w 145147"/>
              <a:gd name="csY17" fmla="*/ 23225 h 163641"/>
              <a:gd name="csX18" fmla="*/ 116688 w 145147"/>
              <a:gd name="csY18" fmla="*/ 64272 h 163641"/>
              <a:gd name="csX19" fmla="*/ 98272 w 145147"/>
              <a:gd name="csY19" fmla="*/ 86907 h 163641"/>
              <a:gd name="csX20" fmla="*/ 97498 w 145147"/>
              <a:gd name="csY20" fmla="*/ 86806 h 163641"/>
              <a:gd name="csX21" fmla="*/ 76589 w 145147"/>
              <a:gd name="csY21" fmla="*/ 49969 h 163641"/>
              <a:gd name="csX22" fmla="*/ 53997 w 145147"/>
              <a:gd name="csY22" fmla="*/ 9286 h 163641"/>
              <a:gd name="csX23" fmla="*/ 25185 w 145147"/>
              <a:gd name="csY23" fmla="*/ 0 h 16364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</a:cxnLst>
            <a:rect l="l" t="t" r="r" b="b"/>
            <a:pathLst>
              <a:path w="145147" h="163641">
                <a:moveTo>
                  <a:pt x="25183" y="1"/>
                </a:moveTo>
                <a:cubicBezTo>
                  <a:pt x="23657" y="1"/>
                  <a:pt x="22221" y="100"/>
                  <a:pt x="20918" y="311"/>
                </a:cubicBezTo>
                <a:cubicBezTo>
                  <a:pt x="283" y="3869"/>
                  <a:pt x="-6904" y="23192"/>
                  <a:pt x="7660" y="36525"/>
                </a:cubicBezTo>
                <a:cubicBezTo>
                  <a:pt x="13041" y="41553"/>
                  <a:pt x="20541" y="44050"/>
                  <a:pt x="28869" y="44050"/>
                </a:cubicBezTo>
                <a:cubicBezTo>
                  <a:pt x="36459" y="44050"/>
                  <a:pt x="44736" y="41975"/>
                  <a:pt x="52721" y="37851"/>
                </a:cubicBezTo>
                <a:lnTo>
                  <a:pt x="62486" y="32754"/>
                </a:lnTo>
                <a:lnTo>
                  <a:pt x="69321" y="46261"/>
                </a:lnTo>
                <a:cubicBezTo>
                  <a:pt x="76013" y="59518"/>
                  <a:pt x="110861" y="132948"/>
                  <a:pt x="119758" y="152728"/>
                </a:cubicBezTo>
                <a:cubicBezTo>
                  <a:pt x="123032" y="159963"/>
                  <a:pt x="125673" y="163642"/>
                  <a:pt x="127497" y="163642"/>
                </a:cubicBezTo>
                <a:cubicBezTo>
                  <a:pt x="128960" y="163642"/>
                  <a:pt x="129897" y="161274"/>
                  <a:pt x="130214" y="156476"/>
                </a:cubicBezTo>
                <a:cubicBezTo>
                  <a:pt x="130543" y="148547"/>
                  <a:pt x="131653" y="144633"/>
                  <a:pt x="140831" y="116784"/>
                </a:cubicBezTo>
                <a:cubicBezTo>
                  <a:pt x="145587" y="102274"/>
                  <a:pt x="145937" y="98783"/>
                  <a:pt x="144164" y="87737"/>
                </a:cubicBezTo>
                <a:cubicBezTo>
                  <a:pt x="143116" y="80900"/>
                  <a:pt x="140084" y="72037"/>
                  <a:pt x="137413" y="67918"/>
                </a:cubicBezTo>
                <a:cubicBezTo>
                  <a:pt x="134686" y="63995"/>
                  <a:pt x="131455" y="55075"/>
                  <a:pt x="130210" y="48185"/>
                </a:cubicBezTo>
                <a:cubicBezTo>
                  <a:pt x="127583" y="35635"/>
                  <a:pt x="114750" y="12439"/>
                  <a:pt x="109609" y="11012"/>
                </a:cubicBezTo>
                <a:cubicBezTo>
                  <a:pt x="108671" y="10751"/>
                  <a:pt x="107853" y="10598"/>
                  <a:pt x="107319" y="10598"/>
                </a:cubicBezTo>
                <a:cubicBezTo>
                  <a:pt x="106953" y="10598"/>
                  <a:pt x="106720" y="10670"/>
                  <a:pt x="106675" y="10830"/>
                </a:cubicBezTo>
                <a:cubicBezTo>
                  <a:pt x="106564" y="11221"/>
                  <a:pt x="109242" y="16820"/>
                  <a:pt x="112545" y="23225"/>
                </a:cubicBezTo>
                <a:cubicBezTo>
                  <a:pt x="120430" y="38292"/>
                  <a:pt x="121760" y="50905"/>
                  <a:pt x="116688" y="64272"/>
                </a:cubicBezTo>
                <a:cubicBezTo>
                  <a:pt x="112434" y="75704"/>
                  <a:pt x="103256" y="86907"/>
                  <a:pt x="98272" y="86907"/>
                </a:cubicBezTo>
                <a:cubicBezTo>
                  <a:pt x="98001" y="86907"/>
                  <a:pt x="97743" y="86874"/>
                  <a:pt x="97498" y="86806"/>
                </a:cubicBezTo>
                <a:cubicBezTo>
                  <a:pt x="95719" y="86312"/>
                  <a:pt x="86331" y="69774"/>
                  <a:pt x="76589" y="49969"/>
                </a:cubicBezTo>
                <a:cubicBezTo>
                  <a:pt x="66847" y="30164"/>
                  <a:pt x="56662" y="11925"/>
                  <a:pt x="53997" y="9286"/>
                </a:cubicBezTo>
                <a:cubicBezTo>
                  <a:pt x="48291" y="4052"/>
                  <a:pt x="34916" y="0"/>
                  <a:pt x="25185" y="0"/>
                </a:cubicBezTo>
                <a:close/>
              </a:path>
            </a:pathLst>
          </a:custGeom>
          <a:solidFill>
            <a:schemeClr val="accent5">
              <a:lumMod val="20000"/>
              <a:lumOff val="80000"/>
            </a:schemeClr>
          </a:solidFill>
          <a:ln w="7382" cap="flat">
            <a:noFill/>
            <a:prstDash val="solid"/>
            <a:miter/>
          </a:ln>
        </p:spPr>
        <p:txBody>
          <a:bodyPr/>
          <a:lstStyle/>
          <a:p>
            <a:endParaRPr lang="en-AU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5415FA63-8911-27C4-A787-E00E25716FDF}"/>
              </a:ext>
            </a:extLst>
          </p:cNvPr>
          <p:cNvSpPr/>
          <p:nvPr/>
        </p:nvSpPr>
        <p:spPr>
          <a:xfrm flipH="1">
            <a:off x="5942333" y="1592337"/>
            <a:ext cx="140289" cy="139089"/>
          </a:xfrm>
          <a:custGeom>
            <a:avLst/>
            <a:gdLst>
              <a:gd name="csX0" fmla="*/ 107448 w 140289"/>
              <a:gd name="csY0" fmla="*/ 0 h 139089"/>
              <a:gd name="csX1" fmla="*/ 106690 w 140289"/>
              <a:gd name="csY1" fmla="*/ 17 h 139089"/>
              <a:gd name="csX2" fmla="*/ 76219 w 140289"/>
              <a:gd name="csY2" fmla="*/ 23218 h 139089"/>
              <a:gd name="csX3" fmla="*/ 61204 w 140289"/>
              <a:gd name="csY3" fmla="*/ 46067 h 139089"/>
              <a:gd name="csX4" fmla="*/ 31313 w 140289"/>
              <a:gd name="csY4" fmla="*/ 90539 h 139089"/>
              <a:gd name="csX5" fmla="*/ 6290 w 140289"/>
              <a:gd name="csY5" fmla="*/ 126863 h 139089"/>
              <a:gd name="csX6" fmla="*/ 508 w 140289"/>
              <a:gd name="csY6" fmla="*/ 138977 h 139089"/>
              <a:gd name="csX7" fmla="*/ 1322 w 140289"/>
              <a:gd name="csY7" fmla="*/ 139089 h 139089"/>
              <a:gd name="csX8" fmla="*/ 9634 w 140289"/>
              <a:gd name="csY8" fmla="*/ 130112 h 139089"/>
              <a:gd name="csX9" fmla="*/ 25408 w 140289"/>
              <a:gd name="csY9" fmla="*/ 106840 h 139089"/>
              <a:gd name="csX10" fmla="*/ 53677 w 140289"/>
              <a:gd name="csY10" fmla="*/ 65085 h 139089"/>
              <a:gd name="csX11" fmla="*/ 81798 w 140289"/>
              <a:gd name="csY11" fmla="*/ 28265 h 139089"/>
              <a:gd name="csX12" fmla="*/ 92183 w 140289"/>
              <a:gd name="csY12" fmla="*/ 34617 h 139089"/>
              <a:gd name="csX13" fmla="*/ 114546 w 140289"/>
              <a:gd name="csY13" fmla="*/ 41921 h 139089"/>
              <a:gd name="csX14" fmla="*/ 139369 w 140289"/>
              <a:gd name="csY14" fmla="*/ 26192 h 139089"/>
              <a:gd name="csX15" fmla="*/ 124139 w 140289"/>
              <a:gd name="csY15" fmla="*/ 3174 h 139089"/>
              <a:gd name="csX16" fmla="*/ 107448 w 140289"/>
              <a:gd name="csY16" fmla="*/ 0 h 13908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140289" h="139089">
                <a:moveTo>
                  <a:pt x="107448" y="0"/>
                </a:moveTo>
                <a:cubicBezTo>
                  <a:pt x="107182" y="0"/>
                  <a:pt x="106928" y="6"/>
                  <a:pt x="106690" y="17"/>
                </a:cubicBezTo>
                <a:cubicBezTo>
                  <a:pt x="96057" y="653"/>
                  <a:pt x="85768" y="8349"/>
                  <a:pt x="76219" y="23218"/>
                </a:cubicBezTo>
                <a:cubicBezTo>
                  <a:pt x="71626" y="30386"/>
                  <a:pt x="64847" y="40746"/>
                  <a:pt x="61204" y="46067"/>
                </a:cubicBezTo>
                <a:cubicBezTo>
                  <a:pt x="57562" y="51388"/>
                  <a:pt x="44172" y="71522"/>
                  <a:pt x="31313" y="90539"/>
                </a:cubicBezTo>
                <a:cubicBezTo>
                  <a:pt x="18650" y="109609"/>
                  <a:pt x="7414" y="125909"/>
                  <a:pt x="6290" y="126863"/>
                </a:cubicBezTo>
                <a:cubicBezTo>
                  <a:pt x="2721" y="129670"/>
                  <a:pt x="-1470" y="138428"/>
                  <a:pt x="508" y="138977"/>
                </a:cubicBezTo>
                <a:cubicBezTo>
                  <a:pt x="778" y="139052"/>
                  <a:pt x="1049" y="139089"/>
                  <a:pt x="1322" y="139089"/>
                </a:cubicBezTo>
                <a:cubicBezTo>
                  <a:pt x="3652" y="139089"/>
                  <a:pt x="6154" y="136325"/>
                  <a:pt x="9634" y="130112"/>
                </a:cubicBezTo>
                <a:cubicBezTo>
                  <a:pt x="11370" y="127007"/>
                  <a:pt x="18598" y="116559"/>
                  <a:pt x="25408" y="106840"/>
                </a:cubicBezTo>
                <a:cubicBezTo>
                  <a:pt x="32415" y="97177"/>
                  <a:pt x="45023" y="78302"/>
                  <a:pt x="53677" y="65085"/>
                </a:cubicBezTo>
                <a:cubicBezTo>
                  <a:pt x="72167" y="36974"/>
                  <a:pt x="77022" y="28265"/>
                  <a:pt x="81798" y="28265"/>
                </a:cubicBezTo>
                <a:cubicBezTo>
                  <a:pt x="84482" y="28265"/>
                  <a:pt x="87142" y="31015"/>
                  <a:pt x="92183" y="34617"/>
                </a:cubicBezTo>
                <a:cubicBezTo>
                  <a:pt x="99052" y="39586"/>
                  <a:pt x="107061" y="41921"/>
                  <a:pt x="114546" y="41921"/>
                </a:cubicBezTo>
                <a:cubicBezTo>
                  <a:pt x="126155" y="41921"/>
                  <a:pt x="136501" y="36304"/>
                  <a:pt x="139369" y="26192"/>
                </a:cubicBezTo>
                <a:cubicBezTo>
                  <a:pt x="142533" y="15038"/>
                  <a:pt x="137562" y="7747"/>
                  <a:pt x="124139" y="3174"/>
                </a:cubicBezTo>
                <a:cubicBezTo>
                  <a:pt x="118860" y="1312"/>
                  <a:pt x="111545" y="0"/>
                  <a:pt x="107448" y="0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 w="7382" cap="flat">
            <a:noFill/>
            <a:prstDash val="solid"/>
            <a:miter/>
          </a:ln>
        </p:spPr>
        <p:txBody>
          <a:bodyPr/>
          <a:lstStyle/>
          <a:p>
            <a:endParaRPr lang="en-AU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BBB0E21F-4D0C-E769-547E-25791A6662CB}"/>
              </a:ext>
            </a:extLst>
          </p:cNvPr>
          <p:cNvSpPr/>
          <p:nvPr/>
        </p:nvSpPr>
        <p:spPr>
          <a:xfrm flipH="1">
            <a:off x="2474944" y="1812013"/>
            <a:ext cx="199810" cy="176610"/>
          </a:xfrm>
          <a:custGeom>
            <a:avLst/>
            <a:gdLst>
              <a:gd name="csX0" fmla="*/ 103810 w 199810"/>
              <a:gd name="csY0" fmla="*/ 0 h 176610"/>
              <a:gd name="csX1" fmla="*/ 97760 w 199810"/>
              <a:gd name="csY1" fmla="*/ 378 h 176610"/>
              <a:gd name="csX2" fmla="*/ 78505 w 199810"/>
              <a:gd name="csY2" fmla="*/ 63000 h 176610"/>
              <a:gd name="csX3" fmla="*/ 59147 w 199810"/>
              <a:gd name="csY3" fmla="*/ 127494 h 176610"/>
              <a:gd name="csX4" fmla="*/ 55935 w 199810"/>
              <a:gd name="csY4" fmla="*/ 129363 h 176610"/>
              <a:gd name="csX5" fmla="*/ 48650 w 199810"/>
              <a:gd name="csY5" fmla="*/ 126900 h 176610"/>
              <a:gd name="csX6" fmla="*/ 32305 w 199810"/>
              <a:gd name="csY6" fmla="*/ 123421 h 176610"/>
              <a:gd name="csX7" fmla="*/ 12772 w 199810"/>
              <a:gd name="csY7" fmla="*/ 128546 h 176610"/>
              <a:gd name="csX8" fmla="*/ 985 w 199810"/>
              <a:gd name="csY8" fmla="*/ 141526 h 176610"/>
              <a:gd name="csX9" fmla="*/ 22866 w 199810"/>
              <a:gd name="csY9" fmla="*/ 167077 h 176610"/>
              <a:gd name="csX10" fmla="*/ 39006 w 199810"/>
              <a:gd name="csY10" fmla="*/ 163908 h 176610"/>
              <a:gd name="csX11" fmla="*/ 68895 w 199810"/>
              <a:gd name="csY11" fmla="*/ 112682 h 176610"/>
              <a:gd name="csX12" fmla="*/ 81261 w 199810"/>
              <a:gd name="csY12" fmla="*/ 72843 h 176610"/>
              <a:gd name="csX13" fmla="*/ 109509 w 199810"/>
              <a:gd name="csY13" fmla="*/ 74778 h 176610"/>
              <a:gd name="csX14" fmla="*/ 151443 w 199810"/>
              <a:gd name="csY14" fmla="*/ 77348 h 176610"/>
              <a:gd name="csX15" fmla="*/ 170665 w 199810"/>
              <a:gd name="csY15" fmla="*/ 79521 h 176610"/>
              <a:gd name="csX16" fmla="*/ 176004 w 199810"/>
              <a:gd name="csY16" fmla="*/ 81003 h 176610"/>
              <a:gd name="csX17" fmla="*/ 168844 w 199810"/>
              <a:gd name="csY17" fmla="*/ 106247 h 176610"/>
              <a:gd name="csX18" fmla="*/ 159611 w 199810"/>
              <a:gd name="csY18" fmla="*/ 134290 h 176610"/>
              <a:gd name="csX19" fmla="*/ 155723 w 199810"/>
              <a:gd name="csY19" fmla="*/ 135810 h 176610"/>
              <a:gd name="csX20" fmla="*/ 146858 w 199810"/>
              <a:gd name="csY20" fmla="*/ 134125 h 176610"/>
              <a:gd name="csX21" fmla="*/ 132405 w 199810"/>
              <a:gd name="csY21" fmla="*/ 132010 h 176610"/>
              <a:gd name="csX22" fmla="*/ 110180 w 199810"/>
              <a:gd name="csY22" fmla="*/ 139348 h 176610"/>
              <a:gd name="csX23" fmla="*/ 102056 w 199810"/>
              <a:gd name="csY23" fmla="*/ 163478 h 176610"/>
              <a:gd name="csX24" fmla="*/ 125999 w 199810"/>
              <a:gd name="csY24" fmla="*/ 176611 h 176610"/>
              <a:gd name="csX25" fmla="*/ 154110 w 199810"/>
              <a:gd name="csY25" fmla="*/ 164214 h 176610"/>
              <a:gd name="csX26" fmla="*/ 179348 w 199810"/>
              <a:gd name="csY26" fmla="*/ 84255 h 176610"/>
              <a:gd name="csX27" fmla="*/ 199775 w 199810"/>
              <a:gd name="csY27" fmla="*/ 6971 h 176610"/>
              <a:gd name="csX28" fmla="*/ 184840 w 199810"/>
              <a:gd name="csY28" fmla="*/ 4723 h 176610"/>
              <a:gd name="csX29" fmla="*/ 103808 w 199810"/>
              <a:gd name="csY29" fmla="*/ 2 h 17661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</a:cxnLst>
            <a:rect l="l" t="t" r="r" b="b"/>
            <a:pathLst>
              <a:path w="199810" h="176610">
                <a:moveTo>
                  <a:pt x="103810" y="0"/>
                </a:moveTo>
                <a:cubicBezTo>
                  <a:pt x="100384" y="0"/>
                  <a:pt x="98281" y="123"/>
                  <a:pt x="97760" y="378"/>
                </a:cubicBezTo>
                <a:cubicBezTo>
                  <a:pt x="96550" y="885"/>
                  <a:pt x="88132" y="28311"/>
                  <a:pt x="78505" y="63000"/>
                </a:cubicBezTo>
                <a:cubicBezTo>
                  <a:pt x="69157" y="96712"/>
                  <a:pt x="60492" y="125757"/>
                  <a:pt x="59147" y="127494"/>
                </a:cubicBezTo>
                <a:cubicBezTo>
                  <a:pt x="58194" y="128724"/>
                  <a:pt x="57313" y="129363"/>
                  <a:pt x="55935" y="129363"/>
                </a:cubicBezTo>
                <a:cubicBezTo>
                  <a:pt x="54395" y="129363"/>
                  <a:pt x="52232" y="128564"/>
                  <a:pt x="48650" y="126900"/>
                </a:cubicBezTo>
                <a:cubicBezTo>
                  <a:pt x="43355" y="124575"/>
                  <a:pt x="37814" y="123421"/>
                  <a:pt x="32305" y="123421"/>
                </a:cubicBezTo>
                <a:cubicBezTo>
                  <a:pt x="25578" y="123421"/>
                  <a:pt x="18899" y="125141"/>
                  <a:pt x="12772" y="128546"/>
                </a:cubicBezTo>
                <a:cubicBezTo>
                  <a:pt x="4922" y="132909"/>
                  <a:pt x="2761" y="135264"/>
                  <a:pt x="985" y="141526"/>
                </a:cubicBezTo>
                <a:cubicBezTo>
                  <a:pt x="-3332" y="156746"/>
                  <a:pt x="7010" y="167077"/>
                  <a:pt x="22866" y="167077"/>
                </a:cubicBezTo>
                <a:cubicBezTo>
                  <a:pt x="27803" y="167077"/>
                  <a:pt x="33276" y="166075"/>
                  <a:pt x="39006" y="163908"/>
                </a:cubicBezTo>
                <a:cubicBezTo>
                  <a:pt x="54326" y="158030"/>
                  <a:pt x="55418" y="156434"/>
                  <a:pt x="68895" y="112682"/>
                </a:cubicBezTo>
                <a:lnTo>
                  <a:pt x="81261" y="72843"/>
                </a:lnTo>
                <a:lnTo>
                  <a:pt x="109509" y="74778"/>
                </a:lnTo>
                <a:cubicBezTo>
                  <a:pt x="125029" y="75712"/>
                  <a:pt x="143880" y="76936"/>
                  <a:pt x="151443" y="77348"/>
                </a:cubicBezTo>
                <a:cubicBezTo>
                  <a:pt x="159005" y="77760"/>
                  <a:pt x="167501" y="78642"/>
                  <a:pt x="170665" y="79521"/>
                </a:cubicBezTo>
                <a:lnTo>
                  <a:pt x="176004" y="81003"/>
                </a:lnTo>
                <a:lnTo>
                  <a:pt x="168844" y="106247"/>
                </a:lnTo>
                <a:cubicBezTo>
                  <a:pt x="164904" y="120139"/>
                  <a:pt x="160703" y="132693"/>
                  <a:pt x="159611" y="134290"/>
                </a:cubicBezTo>
                <a:cubicBezTo>
                  <a:pt x="158803" y="135302"/>
                  <a:pt x="157631" y="135810"/>
                  <a:pt x="155723" y="135810"/>
                </a:cubicBezTo>
                <a:cubicBezTo>
                  <a:pt x="153720" y="135810"/>
                  <a:pt x="150908" y="135250"/>
                  <a:pt x="146858" y="134125"/>
                </a:cubicBezTo>
                <a:cubicBezTo>
                  <a:pt x="141768" y="132712"/>
                  <a:pt x="136940" y="132010"/>
                  <a:pt x="132405" y="132010"/>
                </a:cubicBezTo>
                <a:cubicBezTo>
                  <a:pt x="123904" y="132010"/>
                  <a:pt x="116430" y="134477"/>
                  <a:pt x="110180" y="139348"/>
                </a:cubicBezTo>
                <a:cubicBezTo>
                  <a:pt x="100287" y="147155"/>
                  <a:pt x="97394" y="155850"/>
                  <a:pt x="102056" y="163478"/>
                </a:cubicBezTo>
                <a:cubicBezTo>
                  <a:pt x="107364" y="172233"/>
                  <a:pt x="116272" y="176611"/>
                  <a:pt x="125999" y="176611"/>
                </a:cubicBezTo>
                <a:cubicBezTo>
                  <a:pt x="135448" y="176611"/>
                  <a:pt x="145668" y="172479"/>
                  <a:pt x="154110" y="164214"/>
                </a:cubicBezTo>
                <a:cubicBezTo>
                  <a:pt x="156833" y="161382"/>
                  <a:pt x="163086" y="141588"/>
                  <a:pt x="179348" y="84255"/>
                </a:cubicBezTo>
                <a:cubicBezTo>
                  <a:pt x="191280" y="42186"/>
                  <a:pt x="200455" y="7581"/>
                  <a:pt x="199775" y="6971"/>
                </a:cubicBezTo>
                <a:cubicBezTo>
                  <a:pt x="198952" y="6109"/>
                  <a:pt x="192348" y="5330"/>
                  <a:pt x="184840" y="4723"/>
                </a:cubicBezTo>
                <a:cubicBezTo>
                  <a:pt x="148280" y="1738"/>
                  <a:pt x="116690" y="2"/>
                  <a:pt x="103808" y="2"/>
                </a:cubicBezTo>
                <a:close/>
              </a:path>
            </a:pathLst>
          </a:custGeom>
          <a:solidFill>
            <a:srgbClr val="000000"/>
          </a:solidFill>
          <a:ln w="7382" cap="flat">
            <a:noFill/>
            <a:prstDash val="solid"/>
            <a:miter/>
          </a:ln>
        </p:spPr>
        <p:txBody>
          <a:bodyPr/>
          <a:lstStyle/>
          <a:p>
            <a:endParaRPr lang="en-AU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25D9B2F7-774A-2541-7702-24C8BB77F970}"/>
              </a:ext>
            </a:extLst>
          </p:cNvPr>
          <p:cNvSpPr/>
          <p:nvPr/>
        </p:nvSpPr>
        <p:spPr>
          <a:xfrm flipH="1">
            <a:off x="5666435" y="1425558"/>
            <a:ext cx="203388" cy="152828"/>
          </a:xfrm>
          <a:custGeom>
            <a:avLst/>
            <a:gdLst>
              <a:gd name="csX0" fmla="*/ 201576 w 203388"/>
              <a:gd name="csY0" fmla="*/ 0 h 152828"/>
              <a:gd name="csX1" fmla="*/ 196430 w 203388"/>
              <a:gd name="csY1" fmla="*/ 2368 h 152828"/>
              <a:gd name="csX2" fmla="*/ 185302 w 203388"/>
              <a:gd name="csY2" fmla="*/ 11521 h 152828"/>
              <a:gd name="csX3" fmla="*/ 159538 w 203388"/>
              <a:gd name="csY3" fmla="*/ 33917 h 152828"/>
              <a:gd name="csX4" fmla="*/ 125738 w 203388"/>
              <a:gd name="csY4" fmla="*/ 63581 h 152828"/>
              <a:gd name="csX5" fmla="*/ 71892 w 203388"/>
              <a:gd name="csY5" fmla="*/ 107520 h 152828"/>
              <a:gd name="csX6" fmla="*/ 71819 w 203388"/>
              <a:gd name="csY6" fmla="*/ 107531 h 152828"/>
              <a:gd name="csX7" fmla="*/ 67316 w 203388"/>
              <a:gd name="csY7" fmla="*/ 100339 h 152828"/>
              <a:gd name="csX8" fmla="*/ 39483 w 203388"/>
              <a:gd name="csY8" fmla="*/ 78887 h 152828"/>
              <a:gd name="csX9" fmla="*/ 26299 w 203388"/>
              <a:gd name="csY9" fmla="*/ 76787 h 152828"/>
              <a:gd name="csX10" fmla="*/ 5604 w 203388"/>
              <a:gd name="csY10" fmla="*/ 85520 h 152828"/>
              <a:gd name="csX11" fmla="*/ 175 w 203388"/>
              <a:gd name="csY11" fmla="*/ 100900 h 152828"/>
              <a:gd name="csX12" fmla="*/ 21510 w 203388"/>
              <a:gd name="csY12" fmla="*/ 126457 h 152828"/>
              <a:gd name="csX13" fmla="*/ 41334 w 203388"/>
              <a:gd name="csY13" fmla="*/ 130577 h 152828"/>
              <a:gd name="csX14" fmla="*/ 56161 w 203388"/>
              <a:gd name="csY14" fmla="*/ 127637 h 152828"/>
              <a:gd name="csX15" fmla="*/ 75306 w 203388"/>
              <a:gd name="csY15" fmla="*/ 113534 h 152828"/>
              <a:gd name="csX16" fmla="*/ 101156 w 203388"/>
              <a:gd name="csY16" fmla="*/ 91582 h 152828"/>
              <a:gd name="csX17" fmla="*/ 124538 w 203388"/>
              <a:gd name="csY17" fmla="*/ 72325 h 152828"/>
              <a:gd name="csX18" fmla="*/ 135746 w 203388"/>
              <a:gd name="csY18" fmla="*/ 65510 h 152828"/>
              <a:gd name="csX19" fmla="*/ 136440 w 203388"/>
              <a:gd name="csY19" fmla="*/ 65708 h 152828"/>
              <a:gd name="csX20" fmla="*/ 144705 w 203388"/>
              <a:gd name="csY20" fmla="*/ 95235 h 152828"/>
              <a:gd name="csX21" fmla="*/ 112926 w 203388"/>
              <a:gd name="csY21" fmla="*/ 146359 h 152828"/>
              <a:gd name="csX22" fmla="*/ 107909 w 203388"/>
              <a:gd name="csY22" fmla="*/ 152829 h 152828"/>
              <a:gd name="csX23" fmla="*/ 124103 w 203388"/>
              <a:gd name="csY23" fmla="*/ 147563 h 152828"/>
              <a:gd name="csX24" fmla="*/ 154041 w 203388"/>
              <a:gd name="csY24" fmla="*/ 118726 h 152828"/>
              <a:gd name="csX25" fmla="*/ 161957 w 203388"/>
              <a:gd name="csY25" fmla="*/ 110370 h 152828"/>
              <a:gd name="csX26" fmla="*/ 176292 w 203388"/>
              <a:gd name="csY26" fmla="*/ 98941 h 152828"/>
              <a:gd name="csX27" fmla="*/ 190999 w 203388"/>
              <a:gd name="csY27" fmla="*/ 71151 h 152828"/>
              <a:gd name="csX28" fmla="*/ 196400 w 203388"/>
              <a:gd name="csY28" fmla="*/ 37821 h 152828"/>
              <a:gd name="csX29" fmla="*/ 200933 w 203388"/>
              <a:gd name="csY29" fmla="*/ 12062 h 152828"/>
              <a:gd name="csX30" fmla="*/ 201616 w 203388"/>
              <a:gd name="csY30" fmla="*/ 0 h 15282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</a:cxnLst>
            <a:rect l="l" t="t" r="r" b="b"/>
            <a:pathLst>
              <a:path w="203388" h="152828">
                <a:moveTo>
                  <a:pt x="201576" y="0"/>
                </a:moveTo>
                <a:cubicBezTo>
                  <a:pt x="200418" y="9"/>
                  <a:pt x="198704" y="801"/>
                  <a:pt x="196430" y="2368"/>
                </a:cubicBezTo>
                <a:cubicBezTo>
                  <a:pt x="194294" y="3885"/>
                  <a:pt x="189292" y="7984"/>
                  <a:pt x="185302" y="11521"/>
                </a:cubicBezTo>
                <a:cubicBezTo>
                  <a:pt x="181313" y="15055"/>
                  <a:pt x="169709" y="25132"/>
                  <a:pt x="159538" y="33917"/>
                </a:cubicBezTo>
                <a:cubicBezTo>
                  <a:pt x="149367" y="42702"/>
                  <a:pt x="134280" y="56031"/>
                  <a:pt x="125738" y="63581"/>
                </a:cubicBezTo>
                <a:cubicBezTo>
                  <a:pt x="113405" y="74722"/>
                  <a:pt x="75746" y="105214"/>
                  <a:pt x="71892" y="107520"/>
                </a:cubicBezTo>
                <a:cubicBezTo>
                  <a:pt x="71869" y="107527"/>
                  <a:pt x="71844" y="107531"/>
                  <a:pt x="71819" y="107531"/>
                </a:cubicBezTo>
                <a:cubicBezTo>
                  <a:pt x="71065" y="107531"/>
                  <a:pt x="69272" y="104352"/>
                  <a:pt x="67316" y="100339"/>
                </a:cubicBezTo>
                <a:cubicBezTo>
                  <a:pt x="62726" y="90197"/>
                  <a:pt x="53807" y="83288"/>
                  <a:pt x="39483" y="78887"/>
                </a:cubicBezTo>
                <a:cubicBezTo>
                  <a:pt x="34714" y="77492"/>
                  <a:pt x="30336" y="76787"/>
                  <a:pt x="26299" y="76787"/>
                </a:cubicBezTo>
                <a:cubicBezTo>
                  <a:pt x="18161" y="76787"/>
                  <a:pt x="11404" y="79653"/>
                  <a:pt x="5604" y="85520"/>
                </a:cubicBezTo>
                <a:cubicBezTo>
                  <a:pt x="101" y="91380"/>
                  <a:pt x="-374" y="92305"/>
                  <a:pt x="175" y="100900"/>
                </a:cubicBezTo>
                <a:cubicBezTo>
                  <a:pt x="991" y="112314"/>
                  <a:pt x="7971" y="120797"/>
                  <a:pt x="21510" y="126457"/>
                </a:cubicBezTo>
                <a:cubicBezTo>
                  <a:pt x="28047" y="129191"/>
                  <a:pt x="34904" y="130577"/>
                  <a:pt x="41334" y="130577"/>
                </a:cubicBezTo>
                <a:cubicBezTo>
                  <a:pt x="46721" y="130577"/>
                  <a:pt x="51810" y="129604"/>
                  <a:pt x="56161" y="127637"/>
                </a:cubicBezTo>
                <a:cubicBezTo>
                  <a:pt x="60101" y="125776"/>
                  <a:pt x="68705" y="119510"/>
                  <a:pt x="75306" y="113534"/>
                </a:cubicBezTo>
                <a:cubicBezTo>
                  <a:pt x="81963" y="107361"/>
                  <a:pt x="93511" y="97480"/>
                  <a:pt x="101156" y="91582"/>
                </a:cubicBezTo>
                <a:cubicBezTo>
                  <a:pt x="108858" y="85488"/>
                  <a:pt x="119425" y="76814"/>
                  <a:pt x="124538" y="72325"/>
                </a:cubicBezTo>
                <a:cubicBezTo>
                  <a:pt x="129608" y="68083"/>
                  <a:pt x="133887" y="65510"/>
                  <a:pt x="135746" y="65510"/>
                </a:cubicBezTo>
                <a:cubicBezTo>
                  <a:pt x="136040" y="65510"/>
                  <a:pt x="136274" y="65575"/>
                  <a:pt x="136440" y="65708"/>
                </a:cubicBezTo>
                <a:cubicBezTo>
                  <a:pt x="139413" y="68012"/>
                  <a:pt x="144149" y="85160"/>
                  <a:pt x="144705" y="95235"/>
                </a:cubicBezTo>
                <a:cubicBezTo>
                  <a:pt x="145437" y="112959"/>
                  <a:pt x="130905" y="136366"/>
                  <a:pt x="112926" y="146359"/>
                </a:cubicBezTo>
                <a:cubicBezTo>
                  <a:pt x="105462" y="150596"/>
                  <a:pt x="104644" y="152829"/>
                  <a:pt x="107909" y="152829"/>
                </a:cubicBezTo>
                <a:cubicBezTo>
                  <a:pt x="110761" y="152829"/>
                  <a:pt x="116729" y="151125"/>
                  <a:pt x="124103" y="147563"/>
                </a:cubicBezTo>
                <a:cubicBezTo>
                  <a:pt x="132436" y="143756"/>
                  <a:pt x="149621" y="126786"/>
                  <a:pt x="154041" y="118726"/>
                </a:cubicBezTo>
                <a:cubicBezTo>
                  <a:pt x="155633" y="115369"/>
                  <a:pt x="159227" y="111722"/>
                  <a:pt x="161957" y="110370"/>
                </a:cubicBezTo>
                <a:cubicBezTo>
                  <a:pt x="164687" y="109018"/>
                  <a:pt x="171066" y="103823"/>
                  <a:pt x="176292" y="98941"/>
                </a:cubicBezTo>
                <a:cubicBezTo>
                  <a:pt x="185166" y="90218"/>
                  <a:pt x="186060" y="88568"/>
                  <a:pt x="190999" y="71151"/>
                </a:cubicBezTo>
                <a:cubicBezTo>
                  <a:pt x="194076" y="59552"/>
                  <a:pt x="196188" y="46840"/>
                  <a:pt x="196400" y="37821"/>
                </a:cubicBezTo>
                <a:cubicBezTo>
                  <a:pt x="196636" y="27966"/>
                  <a:pt x="197978" y="19474"/>
                  <a:pt x="200933" y="12062"/>
                </a:cubicBezTo>
                <a:cubicBezTo>
                  <a:pt x="203952" y="4014"/>
                  <a:pt x="204196" y="20"/>
                  <a:pt x="201616" y="0"/>
                </a:cubicBezTo>
                <a:close/>
              </a:path>
            </a:pathLst>
          </a:custGeom>
          <a:solidFill>
            <a:schemeClr val="tx2">
              <a:lumMod val="50000"/>
              <a:lumOff val="50000"/>
            </a:schemeClr>
          </a:solidFill>
          <a:ln w="7382" cap="flat">
            <a:noFill/>
            <a:prstDash val="solid"/>
            <a:miter/>
          </a:ln>
        </p:spPr>
        <p:txBody>
          <a:bodyPr/>
          <a:lstStyle/>
          <a:p>
            <a:endParaRPr lang="en-AU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6E35CCDC-335E-848D-A843-B5716A95CEBE}"/>
              </a:ext>
            </a:extLst>
          </p:cNvPr>
          <p:cNvSpPr/>
          <p:nvPr/>
        </p:nvSpPr>
        <p:spPr>
          <a:xfrm flipH="1">
            <a:off x="3539501" y="1792959"/>
            <a:ext cx="215743" cy="260865"/>
          </a:xfrm>
          <a:custGeom>
            <a:avLst/>
            <a:gdLst>
              <a:gd name="csX0" fmla="*/ 201566 w 215743"/>
              <a:gd name="csY0" fmla="*/ 2 h 260865"/>
              <a:gd name="csX1" fmla="*/ 198028 w 215743"/>
              <a:gd name="csY1" fmla="*/ 278 h 260865"/>
              <a:gd name="csX2" fmla="*/ 142773 w 215743"/>
              <a:gd name="csY2" fmla="*/ 56702 h 260865"/>
              <a:gd name="csX3" fmla="*/ 137348 w 215743"/>
              <a:gd name="csY3" fmla="*/ 66804 h 260865"/>
              <a:gd name="csX4" fmla="*/ 113336 w 215743"/>
              <a:gd name="csY4" fmla="*/ 71745 h 260865"/>
              <a:gd name="csX5" fmla="*/ 39564 w 215743"/>
              <a:gd name="csY5" fmla="*/ 125771 h 260865"/>
              <a:gd name="csX6" fmla="*/ 37782 w 215743"/>
              <a:gd name="csY6" fmla="*/ 154617 h 260865"/>
              <a:gd name="csX7" fmla="*/ 61758 w 215743"/>
              <a:gd name="csY7" fmla="*/ 195683 h 260865"/>
              <a:gd name="csX8" fmla="*/ 71784 w 215743"/>
              <a:gd name="csY8" fmla="*/ 203956 h 260865"/>
              <a:gd name="csX9" fmla="*/ 55418 w 215743"/>
              <a:gd name="csY9" fmla="*/ 239096 h 260865"/>
              <a:gd name="csX10" fmla="*/ 43433 w 215743"/>
              <a:gd name="csY10" fmla="*/ 252020 h 260865"/>
              <a:gd name="csX11" fmla="*/ 34708 w 215743"/>
              <a:gd name="csY11" fmla="*/ 256059 h 260865"/>
              <a:gd name="csX12" fmla="*/ 24936 w 215743"/>
              <a:gd name="csY12" fmla="*/ 254060 h 260865"/>
              <a:gd name="csX13" fmla="*/ 11729 w 215743"/>
              <a:gd name="csY13" fmla="*/ 247226 h 260865"/>
              <a:gd name="csX14" fmla="*/ 16227 w 215743"/>
              <a:gd name="csY14" fmla="*/ 239214 h 260865"/>
              <a:gd name="csX15" fmla="*/ 17984 w 215743"/>
              <a:gd name="csY15" fmla="*/ 239464 h 260865"/>
              <a:gd name="csX16" fmla="*/ 20537 w 215743"/>
              <a:gd name="csY16" fmla="*/ 239800 h 260865"/>
              <a:gd name="csX17" fmla="*/ 35172 w 215743"/>
              <a:gd name="csY17" fmla="*/ 229251 h 260865"/>
              <a:gd name="csX18" fmla="*/ 16330 w 215743"/>
              <a:gd name="csY18" fmla="*/ 203780 h 260865"/>
              <a:gd name="csX19" fmla="*/ 14430 w 215743"/>
              <a:gd name="csY19" fmla="*/ 203858 h 260865"/>
              <a:gd name="csX20" fmla="*/ 328 w 215743"/>
              <a:gd name="csY20" fmla="*/ 222739 h 260865"/>
              <a:gd name="csX21" fmla="*/ 10143 w 215743"/>
              <a:gd name="csY21" fmla="*/ 252062 h 260865"/>
              <a:gd name="csX22" fmla="*/ 31533 w 215743"/>
              <a:gd name="csY22" fmla="*/ 260865 h 260865"/>
              <a:gd name="csX23" fmla="*/ 45741 w 215743"/>
              <a:gd name="csY23" fmla="*/ 256671 h 260865"/>
              <a:gd name="csX24" fmla="*/ 69788 w 215743"/>
              <a:gd name="csY24" fmla="*/ 223032 h 260865"/>
              <a:gd name="csX25" fmla="*/ 83541 w 215743"/>
              <a:gd name="csY25" fmla="*/ 205123 h 260865"/>
              <a:gd name="csX26" fmla="*/ 85249 w 215743"/>
              <a:gd name="csY26" fmla="*/ 205372 h 260865"/>
              <a:gd name="csX27" fmla="*/ 87799 w 215743"/>
              <a:gd name="csY27" fmla="*/ 205602 h 260865"/>
              <a:gd name="csX28" fmla="*/ 100534 w 215743"/>
              <a:gd name="csY28" fmla="*/ 204129 h 260865"/>
              <a:gd name="csX29" fmla="*/ 125714 w 215743"/>
              <a:gd name="csY29" fmla="*/ 129642 h 260865"/>
              <a:gd name="csX30" fmla="*/ 125027 w 215743"/>
              <a:gd name="csY30" fmla="*/ 103487 h 260865"/>
              <a:gd name="csX31" fmla="*/ 137471 w 215743"/>
              <a:gd name="csY31" fmla="*/ 91955 h 260865"/>
              <a:gd name="csX32" fmla="*/ 212405 w 215743"/>
              <a:gd name="csY32" fmla="*/ 27065 h 260865"/>
              <a:gd name="csX33" fmla="*/ 213358 w 215743"/>
              <a:gd name="csY33" fmla="*/ 7909 h 260865"/>
              <a:gd name="csX34" fmla="*/ 201569 w 215743"/>
              <a:gd name="csY34" fmla="*/ 0 h 26086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</a:cxnLst>
            <a:rect l="l" t="t" r="r" b="b"/>
            <a:pathLst>
              <a:path w="215743" h="260865">
                <a:moveTo>
                  <a:pt x="201566" y="2"/>
                </a:moveTo>
                <a:cubicBezTo>
                  <a:pt x="200479" y="2"/>
                  <a:pt x="199305" y="97"/>
                  <a:pt x="198028" y="278"/>
                </a:cubicBezTo>
                <a:cubicBezTo>
                  <a:pt x="182212" y="2640"/>
                  <a:pt x="158488" y="26870"/>
                  <a:pt x="142773" y="56702"/>
                </a:cubicBezTo>
                <a:lnTo>
                  <a:pt x="137348" y="66804"/>
                </a:lnTo>
                <a:lnTo>
                  <a:pt x="113336" y="71745"/>
                </a:lnTo>
                <a:cubicBezTo>
                  <a:pt x="70128" y="80432"/>
                  <a:pt x="48030" y="96669"/>
                  <a:pt x="39564" y="125771"/>
                </a:cubicBezTo>
                <a:cubicBezTo>
                  <a:pt x="36123" y="137902"/>
                  <a:pt x="35693" y="142426"/>
                  <a:pt x="37782" y="154617"/>
                </a:cubicBezTo>
                <a:cubicBezTo>
                  <a:pt x="40713" y="172107"/>
                  <a:pt x="49501" y="187002"/>
                  <a:pt x="61758" y="195683"/>
                </a:cubicBezTo>
                <a:cubicBezTo>
                  <a:pt x="66542" y="199124"/>
                  <a:pt x="71017" y="202899"/>
                  <a:pt x="71784" y="203956"/>
                </a:cubicBezTo>
                <a:cubicBezTo>
                  <a:pt x="73317" y="206071"/>
                  <a:pt x="63542" y="226998"/>
                  <a:pt x="55418" y="239096"/>
                </a:cubicBezTo>
                <a:cubicBezTo>
                  <a:pt x="52702" y="243408"/>
                  <a:pt x="47200" y="249267"/>
                  <a:pt x="43433" y="252020"/>
                </a:cubicBezTo>
                <a:cubicBezTo>
                  <a:pt x="39732" y="254826"/>
                  <a:pt x="37713" y="256059"/>
                  <a:pt x="34708" y="256059"/>
                </a:cubicBezTo>
                <a:cubicBezTo>
                  <a:pt x="32418" y="256059"/>
                  <a:pt x="29554" y="255343"/>
                  <a:pt x="24936" y="254060"/>
                </a:cubicBezTo>
                <a:cubicBezTo>
                  <a:pt x="17026" y="251863"/>
                  <a:pt x="12756" y="249622"/>
                  <a:pt x="11729" y="247226"/>
                </a:cubicBezTo>
                <a:cubicBezTo>
                  <a:pt x="9881" y="243198"/>
                  <a:pt x="12278" y="239214"/>
                  <a:pt x="16227" y="239214"/>
                </a:cubicBezTo>
                <a:cubicBezTo>
                  <a:pt x="16784" y="239214"/>
                  <a:pt x="17372" y="239294"/>
                  <a:pt x="17984" y="239464"/>
                </a:cubicBezTo>
                <a:cubicBezTo>
                  <a:pt x="18803" y="239691"/>
                  <a:pt x="19659" y="239800"/>
                  <a:pt x="20537" y="239800"/>
                </a:cubicBezTo>
                <a:cubicBezTo>
                  <a:pt x="26012" y="239800"/>
                  <a:pt x="32284" y="235544"/>
                  <a:pt x="35172" y="229251"/>
                </a:cubicBezTo>
                <a:cubicBezTo>
                  <a:pt x="40872" y="217081"/>
                  <a:pt x="30640" y="203780"/>
                  <a:pt x="16330" y="203780"/>
                </a:cubicBezTo>
                <a:cubicBezTo>
                  <a:pt x="15704" y="203780"/>
                  <a:pt x="15070" y="203805"/>
                  <a:pt x="14430" y="203858"/>
                </a:cubicBezTo>
                <a:cubicBezTo>
                  <a:pt x="8283" y="204472"/>
                  <a:pt x="1640" y="213604"/>
                  <a:pt x="328" y="222739"/>
                </a:cubicBezTo>
                <a:cubicBezTo>
                  <a:pt x="-1111" y="234582"/>
                  <a:pt x="2182" y="244785"/>
                  <a:pt x="10143" y="252062"/>
                </a:cubicBezTo>
                <a:cubicBezTo>
                  <a:pt x="16617" y="257880"/>
                  <a:pt x="24198" y="260865"/>
                  <a:pt x="31533" y="260865"/>
                </a:cubicBezTo>
                <a:cubicBezTo>
                  <a:pt x="36524" y="260865"/>
                  <a:pt x="41401" y="259483"/>
                  <a:pt x="45741" y="256671"/>
                </a:cubicBezTo>
                <a:cubicBezTo>
                  <a:pt x="52491" y="252425"/>
                  <a:pt x="63196" y="237244"/>
                  <a:pt x="69788" y="223032"/>
                </a:cubicBezTo>
                <a:cubicBezTo>
                  <a:pt x="75966" y="209865"/>
                  <a:pt x="79423" y="205123"/>
                  <a:pt x="83541" y="205123"/>
                </a:cubicBezTo>
                <a:cubicBezTo>
                  <a:pt x="84095" y="205123"/>
                  <a:pt x="84662" y="205209"/>
                  <a:pt x="85249" y="205372"/>
                </a:cubicBezTo>
                <a:cubicBezTo>
                  <a:pt x="85815" y="205529"/>
                  <a:pt x="86696" y="205602"/>
                  <a:pt x="87799" y="205602"/>
                </a:cubicBezTo>
                <a:cubicBezTo>
                  <a:pt x="90932" y="205602"/>
                  <a:pt x="95865" y="205018"/>
                  <a:pt x="100534" y="204129"/>
                </a:cubicBezTo>
                <a:cubicBezTo>
                  <a:pt x="134975" y="197018"/>
                  <a:pt x="149748" y="153205"/>
                  <a:pt x="125714" y="129642"/>
                </a:cubicBezTo>
                <a:cubicBezTo>
                  <a:pt x="117326" y="121612"/>
                  <a:pt x="117225" y="118207"/>
                  <a:pt x="125027" y="103487"/>
                </a:cubicBezTo>
                <a:cubicBezTo>
                  <a:pt x="129613" y="94839"/>
                  <a:pt x="131410" y="93016"/>
                  <a:pt x="137471" y="91955"/>
                </a:cubicBezTo>
                <a:cubicBezTo>
                  <a:pt x="171350" y="85322"/>
                  <a:pt x="199923" y="60540"/>
                  <a:pt x="212405" y="27065"/>
                </a:cubicBezTo>
                <a:cubicBezTo>
                  <a:pt x="216581" y="15349"/>
                  <a:pt x="216771" y="13924"/>
                  <a:pt x="213358" y="7909"/>
                </a:cubicBezTo>
                <a:cubicBezTo>
                  <a:pt x="210167" y="2287"/>
                  <a:pt x="206913" y="0"/>
                  <a:pt x="201569" y="0"/>
                </a:cubicBezTo>
                <a:close/>
              </a:path>
            </a:pathLst>
          </a:custGeom>
          <a:solidFill>
            <a:schemeClr val="accent2">
              <a:lumMod val="50000"/>
            </a:schemeClr>
          </a:solidFill>
          <a:ln w="7382" cap="flat">
            <a:noFill/>
            <a:prstDash val="solid"/>
            <a:miter/>
          </a:ln>
        </p:spPr>
        <p:txBody>
          <a:bodyPr/>
          <a:lstStyle/>
          <a:p>
            <a:endParaRPr lang="en-AU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9048BED8-5941-1D9D-508F-3E20B6D91A7F}"/>
              </a:ext>
            </a:extLst>
          </p:cNvPr>
          <p:cNvSpPr/>
          <p:nvPr/>
        </p:nvSpPr>
        <p:spPr>
          <a:xfrm flipH="1">
            <a:off x="3817361" y="1931410"/>
            <a:ext cx="180746" cy="138484"/>
          </a:xfrm>
          <a:custGeom>
            <a:avLst/>
            <a:gdLst>
              <a:gd name="csX0" fmla="*/ 86996 w 180746"/>
              <a:gd name="csY0" fmla="*/ 3 h 138484"/>
              <a:gd name="csX1" fmla="*/ 35130 w 180746"/>
              <a:gd name="csY1" fmla="*/ 26526 h 138484"/>
              <a:gd name="csX2" fmla="*/ 32065 w 180746"/>
              <a:gd name="csY2" fmla="*/ 32213 h 138484"/>
              <a:gd name="csX3" fmla="*/ 42068 w 180746"/>
              <a:gd name="csY3" fmla="*/ 26131 h 138484"/>
              <a:gd name="csX4" fmla="*/ 83505 w 180746"/>
              <a:gd name="csY4" fmla="*/ 12909 h 138484"/>
              <a:gd name="csX5" fmla="*/ 119027 w 180746"/>
              <a:gd name="csY5" fmla="*/ 25551 h 138484"/>
              <a:gd name="csX6" fmla="*/ 99584 w 180746"/>
              <a:gd name="csY6" fmla="*/ 48227 h 138484"/>
              <a:gd name="csX7" fmla="*/ 53761 w 180746"/>
              <a:gd name="csY7" fmla="*/ 64629 h 138484"/>
              <a:gd name="csX8" fmla="*/ 8109 w 180746"/>
              <a:gd name="csY8" fmla="*/ 87201 h 138484"/>
              <a:gd name="csX9" fmla="*/ 1150 w 180746"/>
              <a:gd name="csY9" fmla="*/ 119255 h 138484"/>
              <a:gd name="csX10" fmla="*/ 10309 w 180746"/>
              <a:gd name="csY10" fmla="*/ 135096 h 138484"/>
              <a:gd name="csX11" fmla="*/ 19032 w 180746"/>
              <a:gd name="csY11" fmla="*/ 138485 h 138484"/>
              <a:gd name="csX12" fmla="*/ 24991 w 180746"/>
              <a:gd name="csY12" fmla="*/ 137485 h 138484"/>
              <a:gd name="csX13" fmla="*/ 45043 w 180746"/>
              <a:gd name="csY13" fmla="*/ 117933 h 138484"/>
              <a:gd name="csX14" fmla="*/ 42239 w 180746"/>
              <a:gd name="csY14" fmla="*/ 85702 h 138484"/>
              <a:gd name="csX15" fmla="*/ 39713 w 180746"/>
              <a:gd name="csY15" fmla="*/ 76557 h 138484"/>
              <a:gd name="csX16" fmla="*/ 63476 w 180746"/>
              <a:gd name="csY16" fmla="*/ 66481 h 138484"/>
              <a:gd name="csX17" fmla="*/ 105920 w 180746"/>
              <a:gd name="csY17" fmla="*/ 51462 h 138484"/>
              <a:gd name="csX18" fmla="*/ 145491 w 180746"/>
              <a:gd name="csY18" fmla="*/ 37543 h 138484"/>
              <a:gd name="csX19" fmla="*/ 174157 w 180746"/>
              <a:gd name="csY19" fmla="*/ 21255 h 138484"/>
              <a:gd name="csX20" fmla="*/ 174140 w 180746"/>
              <a:gd name="csY20" fmla="*/ 21255 h 138484"/>
              <a:gd name="csX21" fmla="*/ 171425 w 180746"/>
              <a:gd name="csY21" fmla="*/ 21315 h 138484"/>
              <a:gd name="csX22" fmla="*/ 170394 w 180746"/>
              <a:gd name="csY22" fmla="*/ 21345 h 138484"/>
              <a:gd name="csX23" fmla="*/ 146714 w 180746"/>
              <a:gd name="csY23" fmla="*/ 15930 h 138484"/>
              <a:gd name="csX24" fmla="*/ 115489 w 180746"/>
              <a:gd name="csY24" fmla="*/ 4935 h 138484"/>
              <a:gd name="csX25" fmla="*/ 98995 w 180746"/>
              <a:gd name="csY25" fmla="*/ 51 h 138484"/>
              <a:gd name="csX26" fmla="*/ 98737 w 180746"/>
              <a:gd name="csY26" fmla="*/ 71 h 138484"/>
              <a:gd name="csX27" fmla="*/ 94377 w 180746"/>
              <a:gd name="csY27" fmla="*/ 192 h 138484"/>
              <a:gd name="csX28" fmla="*/ 87875 w 180746"/>
              <a:gd name="csY28" fmla="*/ 10 h 138484"/>
              <a:gd name="csX29" fmla="*/ 86998 w 180746"/>
              <a:gd name="csY29" fmla="*/ 0 h 13848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</a:cxnLst>
            <a:rect l="l" t="t" r="r" b="b"/>
            <a:pathLst>
              <a:path w="180746" h="138484">
                <a:moveTo>
                  <a:pt x="86996" y="3"/>
                </a:moveTo>
                <a:cubicBezTo>
                  <a:pt x="69736" y="3"/>
                  <a:pt x="47624" y="11316"/>
                  <a:pt x="35130" y="26526"/>
                </a:cubicBezTo>
                <a:cubicBezTo>
                  <a:pt x="32065" y="30329"/>
                  <a:pt x="31031" y="32213"/>
                  <a:pt x="32065" y="32213"/>
                </a:cubicBezTo>
                <a:cubicBezTo>
                  <a:pt x="33142" y="32213"/>
                  <a:pt x="36462" y="30172"/>
                  <a:pt x="42068" y="26131"/>
                </a:cubicBezTo>
                <a:cubicBezTo>
                  <a:pt x="54170" y="17320"/>
                  <a:pt x="69281" y="12909"/>
                  <a:pt x="83505" y="12909"/>
                </a:cubicBezTo>
                <a:cubicBezTo>
                  <a:pt x="97403" y="12909"/>
                  <a:pt x="110454" y="17120"/>
                  <a:pt x="119027" y="25551"/>
                </a:cubicBezTo>
                <a:cubicBezTo>
                  <a:pt x="128324" y="34889"/>
                  <a:pt x="125435" y="38308"/>
                  <a:pt x="99584" y="48227"/>
                </a:cubicBezTo>
                <a:cubicBezTo>
                  <a:pt x="86631" y="53283"/>
                  <a:pt x="65986" y="60636"/>
                  <a:pt x="53761" y="64629"/>
                </a:cubicBezTo>
                <a:cubicBezTo>
                  <a:pt x="19057" y="75677"/>
                  <a:pt x="14553" y="78015"/>
                  <a:pt x="8109" y="87201"/>
                </a:cubicBezTo>
                <a:cubicBezTo>
                  <a:pt x="151" y="98712"/>
                  <a:pt x="-1452" y="105866"/>
                  <a:pt x="1150" y="119255"/>
                </a:cubicBezTo>
                <a:cubicBezTo>
                  <a:pt x="2917" y="128821"/>
                  <a:pt x="4481" y="131578"/>
                  <a:pt x="10309" y="135096"/>
                </a:cubicBezTo>
                <a:cubicBezTo>
                  <a:pt x="14062" y="137465"/>
                  <a:pt x="16260" y="138485"/>
                  <a:pt x="19032" y="138485"/>
                </a:cubicBezTo>
                <a:cubicBezTo>
                  <a:pt x="20671" y="138485"/>
                  <a:pt x="22511" y="138129"/>
                  <a:pt x="24991" y="137485"/>
                </a:cubicBezTo>
                <a:cubicBezTo>
                  <a:pt x="33528" y="135212"/>
                  <a:pt x="42291" y="126881"/>
                  <a:pt x="45043" y="117933"/>
                </a:cubicBezTo>
                <a:cubicBezTo>
                  <a:pt x="47485" y="109324"/>
                  <a:pt x="46252" y="93361"/>
                  <a:pt x="42239" y="85702"/>
                </a:cubicBezTo>
                <a:cubicBezTo>
                  <a:pt x="40445" y="82249"/>
                  <a:pt x="39324" y="77927"/>
                  <a:pt x="39713" y="76557"/>
                </a:cubicBezTo>
                <a:cubicBezTo>
                  <a:pt x="40157" y="74992"/>
                  <a:pt x="50855" y="70364"/>
                  <a:pt x="63476" y="66481"/>
                </a:cubicBezTo>
                <a:cubicBezTo>
                  <a:pt x="75898" y="62544"/>
                  <a:pt x="95080" y="55838"/>
                  <a:pt x="105920" y="51462"/>
                </a:cubicBezTo>
                <a:cubicBezTo>
                  <a:pt x="116563" y="47030"/>
                  <a:pt x="134532" y="40832"/>
                  <a:pt x="145491" y="37543"/>
                </a:cubicBezTo>
                <a:cubicBezTo>
                  <a:pt x="177525" y="28023"/>
                  <a:pt x="189401" y="21258"/>
                  <a:pt x="174157" y="21255"/>
                </a:cubicBezTo>
                <a:lnTo>
                  <a:pt x="174140" y="21255"/>
                </a:lnTo>
                <a:cubicBezTo>
                  <a:pt x="173315" y="21255"/>
                  <a:pt x="172410" y="21275"/>
                  <a:pt x="171425" y="21315"/>
                </a:cubicBezTo>
                <a:cubicBezTo>
                  <a:pt x="171098" y="21335"/>
                  <a:pt x="170754" y="21345"/>
                  <a:pt x="170394" y="21345"/>
                </a:cubicBezTo>
                <a:cubicBezTo>
                  <a:pt x="165268" y="21345"/>
                  <a:pt x="156906" y="19352"/>
                  <a:pt x="146714" y="15930"/>
                </a:cubicBezTo>
                <a:cubicBezTo>
                  <a:pt x="137643" y="12565"/>
                  <a:pt x="123485" y="7578"/>
                  <a:pt x="115489" y="4935"/>
                </a:cubicBezTo>
                <a:cubicBezTo>
                  <a:pt x="107958" y="2243"/>
                  <a:pt x="100861" y="51"/>
                  <a:pt x="98995" y="51"/>
                </a:cubicBezTo>
                <a:cubicBezTo>
                  <a:pt x="98893" y="51"/>
                  <a:pt x="98807" y="58"/>
                  <a:pt x="98737" y="71"/>
                </a:cubicBezTo>
                <a:cubicBezTo>
                  <a:pt x="98157" y="133"/>
                  <a:pt x="96511" y="192"/>
                  <a:pt x="94377" y="192"/>
                </a:cubicBezTo>
                <a:cubicBezTo>
                  <a:pt x="92463" y="192"/>
                  <a:pt x="90157" y="144"/>
                  <a:pt x="87875" y="10"/>
                </a:cubicBezTo>
                <a:cubicBezTo>
                  <a:pt x="87584" y="3"/>
                  <a:pt x="87291" y="0"/>
                  <a:pt x="86998" y="0"/>
                </a:cubicBezTo>
                <a:close/>
              </a:path>
            </a:pathLst>
          </a:custGeom>
          <a:solidFill>
            <a:srgbClr val="000000"/>
          </a:solidFill>
          <a:ln w="7382" cap="flat">
            <a:noFill/>
            <a:prstDash val="solid"/>
            <a:miter/>
          </a:ln>
        </p:spPr>
        <p:txBody>
          <a:bodyPr/>
          <a:lstStyle/>
          <a:p>
            <a:endParaRPr lang="en-AU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A9ADB04D-5D8A-6AD3-39F7-A45224E81099}"/>
              </a:ext>
            </a:extLst>
          </p:cNvPr>
          <p:cNvSpPr/>
          <p:nvPr/>
        </p:nvSpPr>
        <p:spPr>
          <a:xfrm flipH="1">
            <a:off x="2937894" y="1894493"/>
            <a:ext cx="110190" cy="185923"/>
          </a:xfrm>
          <a:custGeom>
            <a:avLst/>
            <a:gdLst>
              <a:gd name="csX0" fmla="*/ 50468 w 110190"/>
              <a:gd name="csY0" fmla="*/ 0 h 185923"/>
              <a:gd name="csX1" fmla="*/ 40352 w 110190"/>
              <a:gd name="csY1" fmla="*/ 3265 h 185923"/>
              <a:gd name="csX2" fmla="*/ 30906 w 110190"/>
              <a:gd name="csY2" fmla="*/ 16263 h 185923"/>
              <a:gd name="csX3" fmla="*/ 54923 w 110190"/>
              <a:gd name="csY3" fmla="*/ 54174 h 185923"/>
              <a:gd name="csX4" fmla="*/ 59763 w 110190"/>
              <a:gd name="csY4" fmla="*/ 69451 h 185923"/>
              <a:gd name="csX5" fmla="*/ 51486 w 110190"/>
              <a:gd name="csY5" fmla="*/ 85095 h 185923"/>
              <a:gd name="csX6" fmla="*/ 1160 w 110190"/>
              <a:gd name="csY6" fmla="*/ 181306 h 185923"/>
              <a:gd name="csX7" fmla="*/ 1568 w 110190"/>
              <a:gd name="csY7" fmla="*/ 185924 h 185923"/>
              <a:gd name="csX8" fmla="*/ 12330 w 110190"/>
              <a:gd name="csY8" fmla="*/ 181030 h 185923"/>
              <a:gd name="csX9" fmla="*/ 37081 w 110190"/>
              <a:gd name="csY9" fmla="*/ 171228 h 185923"/>
              <a:gd name="csX10" fmla="*/ 82394 w 110190"/>
              <a:gd name="csY10" fmla="*/ 136318 h 185923"/>
              <a:gd name="csX11" fmla="*/ 91975 w 110190"/>
              <a:gd name="csY11" fmla="*/ 122092 h 185923"/>
              <a:gd name="csX12" fmla="*/ 108910 w 110190"/>
              <a:gd name="csY12" fmla="*/ 87955 h 185923"/>
              <a:gd name="csX13" fmla="*/ 110190 w 110190"/>
              <a:gd name="csY13" fmla="*/ 78178 h 185923"/>
              <a:gd name="csX14" fmla="*/ 102500 w 110190"/>
              <a:gd name="csY14" fmla="*/ 92507 h 185923"/>
              <a:gd name="csX15" fmla="*/ 61310 w 110190"/>
              <a:gd name="csY15" fmla="*/ 121705 h 185923"/>
              <a:gd name="csX16" fmla="*/ 51258 w 110190"/>
              <a:gd name="csY16" fmla="*/ 120494 h 185923"/>
              <a:gd name="csX17" fmla="*/ 40864 w 110190"/>
              <a:gd name="csY17" fmla="*/ 118030 h 185923"/>
              <a:gd name="csX18" fmla="*/ 42925 w 110190"/>
              <a:gd name="csY18" fmla="*/ 112269 h 185923"/>
              <a:gd name="csX19" fmla="*/ 67835 w 110190"/>
              <a:gd name="csY19" fmla="*/ 64304 h 185923"/>
              <a:gd name="csX20" fmla="*/ 78062 w 110190"/>
              <a:gd name="csY20" fmla="*/ 43292 h 185923"/>
              <a:gd name="csX21" fmla="*/ 62675 w 110190"/>
              <a:gd name="csY21" fmla="*/ 5033 h 185923"/>
              <a:gd name="csX22" fmla="*/ 50467 w 110190"/>
              <a:gd name="csY22" fmla="*/ 1 h 18592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</a:cxnLst>
            <a:rect l="l" t="t" r="r" b="b"/>
            <a:pathLst>
              <a:path w="110190" h="185923">
                <a:moveTo>
                  <a:pt x="50468" y="0"/>
                </a:moveTo>
                <a:cubicBezTo>
                  <a:pt x="47329" y="0"/>
                  <a:pt x="44121" y="1096"/>
                  <a:pt x="40352" y="3265"/>
                </a:cubicBezTo>
                <a:cubicBezTo>
                  <a:pt x="33261" y="7206"/>
                  <a:pt x="31971" y="8747"/>
                  <a:pt x="30906" y="16263"/>
                </a:cubicBezTo>
                <a:cubicBezTo>
                  <a:pt x="28215" y="31769"/>
                  <a:pt x="38702" y="48191"/>
                  <a:pt x="54923" y="54174"/>
                </a:cubicBezTo>
                <a:cubicBezTo>
                  <a:pt x="64137" y="57789"/>
                  <a:pt x="64824" y="59880"/>
                  <a:pt x="59763" y="69451"/>
                </a:cubicBezTo>
                <a:cubicBezTo>
                  <a:pt x="57189" y="74013"/>
                  <a:pt x="53498" y="81009"/>
                  <a:pt x="51486" y="85095"/>
                </a:cubicBezTo>
                <a:cubicBezTo>
                  <a:pt x="33958" y="119066"/>
                  <a:pt x="3147" y="178057"/>
                  <a:pt x="1160" y="181306"/>
                </a:cubicBezTo>
                <a:cubicBezTo>
                  <a:pt x="-555" y="184376"/>
                  <a:pt x="-326" y="185924"/>
                  <a:pt x="1568" y="185924"/>
                </a:cubicBezTo>
                <a:cubicBezTo>
                  <a:pt x="3508" y="185924"/>
                  <a:pt x="7194" y="184302"/>
                  <a:pt x="12330" y="181030"/>
                </a:cubicBezTo>
                <a:cubicBezTo>
                  <a:pt x="17450" y="178020"/>
                  <a:pt x="28544" y="173501"/>
                  <a:pt x="37081" y="171228"/>
                </a:cubicBezTo>
                <a:cubicBezTo>
                  <a:pt x="63454" y="163988"/>
                  <a:pt x="73236" y="156573"/>
                  <a:pt x="82394" y="136318"/>
                </a:cubicBezTo>
                <a:cubicBezTo>
                  <a:pt x="84683" y="131256"/>
                  <a:pt x="89054" y="124869"/>
                  <a:pt x="91975" y="122092"/>
                </a:cubicBezTo>
                <a:cubicBezTo>
                  <a:pt x="100231" y="114042"/>
                  <a:pt x="107638" y="99211"/>
                  <a:pt x="108910" y="87955"/>
                </a:cubicBezTo>
                <a:lnTo>
                  <a:pt x="110190" y="78178"/>
                </a:lnTo>
                <a:lnTo>
                  <a:pt x="102500" y="92507"/>
                </a:lnTo>
                <a:cubicBezTo>
                  <a:pt x="92099" y="111618"/>
                  <a:pt x="77734" y="121705"/>
                  <a:pt x="61310" y="121705"/>
                </a:cubicBezTo>
                <a:cubicBezTo>
                  <a:pt x="58036" y="121705"/>
                  <a:pt x="54680" y="121305"/>
                  <a:pt x="51258" y="120494"/>
                </a:cubicBezTo>
                <a:lnTo>
                  <a:pt x="40864" y="118030"/>
                </a:lnTo>
                <a:lnTo>
                  <a:pt x="42925" y="112269"/>
                </a:lnTo>
                <a:cubicBezTo>
                  <a:pt x="45238" y="106368"/>
                  <a:pt x="52534" y="91928"/>
                  <a:pt x="67835" y="64304"/>
                </a:cubicBezTo>
                <a:cubicBezTo>
                  <a:pt x="72785" y="55125"/>
                  <a:pt x="77395" y="45641"/>
                  <a:pt x="78062" y="43292"/>
                </a:cubicBezTo>
                <a:cubicBezTo>
                  <a:pt x="81003" y="32922"/>
                  <a:pt x="72780" y="12273"/>
                  <a:pt x="62675" y="5033"/>
                </a:cubicBezTo>
                <a:cubicBezTo>
                  <a:pt x="58097" y="1665"/>
                  <a:pt x="54334" y="1"/>
                  <a:pt x="50467" y="1"/>
                </a:cubicBezTo>
                <a:close/>
              </a:path>
            </a:pathLst>
          </a:custGeom>
          <a:solidFill>
            <a:schemeClr val="accent2">
              <a:lumMod val="50000"/>
            </a:schemeClr>
          </a:solidFill>
          <a:ln w="7382" cap="flat">
            <a:noFill/>
            <a:prstDash val="solid"/>
            <a:miter/>
          </a:ln>
        </p:spPr>
        <p:txBody>
          <a:bodyPr/>
          <a:lstStyle/>
          <a:p>
            <a:endParaRPr lang="en-AU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604DD844-64C4-F28D-6875-25C03B7675EE}"/>
              </a:ext>
            </a:extLst>
          </p:cNvPr>
          <p:cNvSpPr/>
          <p:nvPr/>
        </p:nvSpPr>
        <p:spPr>
          <a:xfrm flipH="1">
            <a:off x="3154850" y="1896149"/>
            <a:ext cx="237686" cy="228202"/>
          </a:xfrm>
          <a:custGeom>
            <a:avLst/>
            <a:gdLst>
              <a:gd name="csX0" fmla="*/ 225590 w 237686"/>
              <a:gd name="csY0" fmla="*/ 1 h 228202"/>
              <a:gd name="csX1" fmla="*/ 217350 w 237686"/>
              <a:gd name="csY1" fmla="*/ 919 h 228202"/>
              <a:gd name="csX2" fmla="*/ 198881 w 237686"/>
              <a:gd name="csY2" fmla="*/ 8876 h 228202"/>
              <a:gd name="csX3" fmla="*/ 160139 w 237686"/>
              <a:gd name="csY3" fmla="*/ 49200 h 228202"/>
              <a:gd name="csX4" fmla="*/ 142022 w 237686"/>
              <a:gd name="csY4" fmla="*/ 56664 h 228202"/>
              <a:gd name="csX5" fmla="*/ 139495 w 237686"/>
              <a:gd name="csY5" fmla="*/ 56554 h 228202"/>
              <a:gd name="csX6" fmla="*/ 135676 w 237686"/>
              <a:gd name="csY6" fmla="*/ 56391 h 228202"/>
              <a:gd name="csX7" fmla="*/ 84649 w 237686"/>
              <a:gd name="csY7" fmla="*/ 67918 h 228202"/>
              <a:gd name="csX8" fmla="*/ 48368 w 237686"/>
              <a:gd name="csY8" fmla="*/ 109347 h 228202"/>
              <a:gd name="csX9" fmla="*/ 67939 w 237686"/>
              <a:gd name="csY9" fmla="*/ 173466 h 228202"/>
              <a:gd name="csX10" fmla="*/ 64887 w 237686"/>
              <a:gd name="csY10" fmla="*/ 196261 h 228202"/>
              <a:gd name="csX11" fmla="*/ 27715 w 237686"/>
              <a:gd name="csY11" fmla="*/ 224333 h 228202"/>
              <a:gd name="csX12" fmla="*/ 10613 w 237686"/>
              <a:gd name="csY12" fmla="*/ 215383 h 228202"/>
              <a:gd name="csX13" fmla="*/ 7724 w 237686"/>
              <a:gd name="csY13" fmla="*/ 205177 h 228202"/>
              <a:gd name="csX14" fmla="*/ 7745 w 237686"/>
              <a:gd name="csY14" fmla="*/ 205177 h 228202"/>
              <a:gd name="csX15" fmla="*/ 12826 w 237686"/>
              <a:gd name="csY15" fmla="*/ 206076 h 228202"/>
              <a:gd name="csX16" fmla="*/ 18752 w 237686"/>
              <a:gd name="csY16" fmla="*/ 207087 h 228202"/>
              <a:gd name="csX17" fmla="*/ 27597 w 237686"/>
              <a:gd name="csY17" fmla="*/ 203635 h 228202"/>
              <a:gd name="csX18" fmla="*/ 34656 w 237686"/>
              <a:gd name="csY18" fmla="*/ 187020 h 228202"/>
              <a:gd name="csX19" fmla="*/ 21310 w 237686"/>
              <a:gd name="csY19" fmla="*/ 174658 h 228202"/>
              <a:gd name="csX20" fmla="*/ 16348 w 237686"/>
              <a:gd name="csY20" fmla="*/ 173911 h 228202"/>
              <a:gd name="csX21" fmla="*/ 1665 w 237686"/>
              <a:gd name="csY21" fmla="*/ 190521 h 228202"/>
              <a:gd name="csX22" fmla="*/ 9367 w 237686"/>
              <a:gd name="csY22" fmla="*/ 220525 h 228202"/>
              <a:gd name="csX23" fmla="*/ 30303 w 237686"/>
              <a:gd name="csY23" fmla="*/ 228203 h 228202"/>
              <a:gd name="csX24" fmla="*/ 42511 w 237686"/>
              <a:gd name="csY24" fmla="*/ 225508 h 228202"/>
              <a:gd name="csX25" fmla="*/ 69149 w 237686"/>
              <a:gd name="csY25" fmla="*/ 197022 h 228202"/>
              <a:gd name="csX26" fmla="*/ 72681 w 237686"/>
              <a:gd name="csY26" fmla="*/ 192092 h 228202"/>
              <a:gd name="csX27" fmla="*/ 76046 w 237686"/>
              <a:gd name="csY27" fmla="*/ 187749 h 228202"/>
              <a:gd name="csX28" fmla="*/ 86251 w 237686"/>
              <a:gd name="csY28" fmla="*/ 182772 h 228202"/>
              <a:gd name="csX29" fmla="*/ 93120 w 237686"/>
              <a:gd name="csY29" fmla="*/ 183204 h 228202"/>
              <a:gd name="csX30" fmla="*/ 96732 w 237686"/>
              <a:gd name="csY30" fmla="*/ 183360 h 228202"/>
              <a:gd name="csX31" fmla="*/ 141888 w 237686"/>
              <a:gd name="csY31" fmla="*/ 151153 h 228202"/>
              <a:gd name="csX32" fmla="*/ 136001 w 237686"/>
              <a:gd name="csY32" fmla="*/ 117010 h 228202"/>
              <a:gd name="csX33" fmla="*/ 128545 w 237686"/>
              <a:gd name="csY33" fmla="*/ 109452 h 228202"/>
              <a:gd name="csX34" fmla="*/ 134900 w 237686"/>
              <a:gd name="csY34" fmla="*/ 93062 h 228202"/>
              <a:gd name="csX35" fmla="*/ 157352 w 237686"/>
              <a:gd name="csY35" fmla="*/ 80089 h 228202"/>
              <a:gd name="csX36" fmla="*/ 226694 w 237686"/>
              <a:gd name="csY36" fmla="*/ 37921 h 228202"/>
              <a:gd name="csX37" fmla="*/ 235036 w 237686"/>
              <a:gd name="csY37" fmla="*/ 6252 h 228202"/>
              <a:gd name="csX38" fmla="*/ 225591 w 237686"/>
              <a:gd name="csY38" fmla="*/ 0 h 22820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</a:cxnLst>
            <a:rect l="l" t="t" r="r" b="b"/>
            <a:pathLst>
              <a:path w="237686" h="228202">
                <a:moveTo>
                  <a:pt x="225590" y="1"/>
                </a:moveTo>
                <a:cubicBezTo>
                  <a:pt x="223574" y="1"/>
                  <a:pt x="220972" y="345"/>
                  <a:pt x="217350" y="919"/>
                </a:cubicBezTo>
                <a:cubicBezTo>
                  <a:pt x="212445" y="1667"/>
                  <a:pt x="203970" y="5224"/>
                  <a:pt x="198881" y="8876"/>
                </a:cubicBezTo>
                <a:cubicBezTo>
                  <a:pt x="188758" y="15986"/>
                  <a:pt x="161526" y="44308"/>
                  <a:pt x="160139" y="49200"/>
                </a:cubicBezTo>
                <a:cubicBezTo>
                  <a:pt x="158982" y="53282"/>
                  <a:pt x="150302" y="56664"/>
                  <a:pt x="142022" y="56664"/>
                </a:cubicBezTo>
                <a:cubicBezTo>
                  <a:pt x="141173" y="56664"/>
                  <a:pt x="140328" y="56628"/>
                  <a:pt x="139495" y="56554"/>
                </a:cubicBezTo>
                <a:cubicBezTo>
                  <a:pt x="138331" y="56444"/>
                  <a:pt x="137052" y="56391"/>
                  <a:pt x="135676" y="56391"/>
                </a:cubicBezTo>
                <a:cubicBezTo>
                  <a:pt x="122075" y="56391"/>
                  <a:pt x="99043" y="61564"/>
                  <a:pt x="84649" y="67918"/>
                </a:cubicBezTo>
                <a:cubicBezTo>
                  <a:pt x="63957" y="76947"/>
                  <a:pt x="54361" y="88215"/>
                  <a:pt x="48368" y="109347"/>
                </a:cubicBezTo>
                <a:cubicBezTo>
                  <a:pt x="41073" y="135819"/>
                  <a:pt x="47404" y="156364"/>
                  <a:pt x="67939" y="173466"/>
                </a:cubicBezTo>
                <a:cubicBezTo>
                  <a:pt x="75332" y="179740"/>
                  <a:pt x="75172" y="181807"/>
                  <a:pt x="64887" y="196261"/>
                </a:cubicBezTo>
                <a:cubicBezTo>
                  <a:pt x="51819" y="214761"/>
                  <a:pt x="38990" y="224333"/>
                  <a:pt x="27715" y="224333"/>
                </a:cubicBezTo>
                <a:cubicBezTo>
                  <a:pt x="21461" y="224333"/>
                  <a:pt x="15685" y="221387"/>
                  <a:pt x="10613" y="215383"/>
                </a:cubicBezTo>
                <a:cubicBezTo>
                  <a:pt x="4537" y="208509"/>
                  <a:pt x="3617" y="205182"/>
                  <a:pt x="7724" y="205177"/>
                </a:cubicBezTo>
                <a:lnTo>
                  <a:pt x="7745" y="205177"/>
                </a:lnTo>
                <a:cubicBezTo>
                  <a:pt x="8986" y="205178"/>
                  <a:pt x="10680" y="205480"/>
                  <a:pt x="12826" y="206076"/>
                </a:cubicBezTo>
                <a:cubicBezTo>
                  <a:pt x="15200" y="206736"/>
                  <a:pt x="17069" y="207087"/>
                  <a:pt x="18752" y="207087"/>
                </a:cubicBezTo>
                <a:cubicBezTo>
                  <a:pt x="21696" y="207087"/>
                  <a:pt x="24073" y="206013"/>
                  <a:pt x="27597" y="203635"/>
                </a:cubicBezTo>
                <a:cubicBezTo>
                  <a:pt x="35472" y="198434"/>
                  <a:pt x="36644" y="195804"/>
                  <a:pt x="34656" y="187020"/>
                </a:cubicBezTo>
                <a:cubicBezTo>
                  <a:pt x="33324" y="179683"/>
                  <a:pt x="30406" y="177184"/>
                  <a:pt x="21310" y="174658"/>
                </a:cubicBezTo>
                <a:cubicBezTo>
                  <a:pt x="19528" y="174163"/>
                  <a:pt x="17878" y="173911"/>
                  <a:pt x="16348" y="173911"/>
                </a:cubicBezTo>
                <a:cubicBezTo>
                  <a:pt x="9387" y="173911"/>
                  <a:pt x="4895" y="179133"/>
                  <a:pt x="1665" y="190521"/>
                </a:cubicBezTo>
                <a:cubicBezTo>
                  <a:pt x="-1911" y="203882"/>
                  <a:pt x="102" y="211829"/>
                  <a:pt x="9367" y="220525"/>
                </a:cubicBezTo>
                <a:cubicBezTo>
                  <a:pt x="14631" y="225491"/>
                  <a:pt x="22621" y="228203"/>
                  <a:pt x="30303" y="228203"/>
                </a:cubicBezTo>
                <a:cubicBezTo>
                  <a:pt x="34655" y="228203"/>
                  <a:pt x="38908" y="227332"/>
                  <a:pt x="42511" y="225508"/>
                </a:cubicBezTo>
                <a:cubicBezTo>
                  <a:pt x="50757" y="221256"/>
                  <a:pt x="67262" y="203674"/>
                  <a:pt x="69149" y="197022"/>
                </a:cubicBezTo>
                <a:cubicBezTo>
                  <a:pt x="69815" y="194673"/>
                  <a:pt x="71526" y="192405"/>
                  <a:pt x="72681" y="192092"/>
                </a:cubicBezTo>
                <a:cubicBezTo>
                  <a:pt x="74034" y="191835"/>
                  <a:pt x="75490" y="189706"/>
                  <a:pt x="76046" y="187749"/>
                </a:cubicBezTo>
                <a:cubicBezTo>
                  <a:pt x="77020" y="184312"/>
                  <a:pt x="79945" y="182772"/>
                  <a:pt x="86251" y="182772"/>
                </a:cubicBezTo>
                <a:cubicBezTo>
                  <a:pt x="88203" y="182772"/>
                  <a:pt x="90478" y="182919"/>
                  <a:pt x="93120" y="183204"/>
                </a:cubicBezTo>
                <a:cubicBezTo>
                  <a:pt x="94321" y="183308"/>
                  <a:pt x="95526" y="183360"/>
                  <a:pt x="96732" y="183360"/>
                </a:cubicBezTo>
                <a:cubicBezTo>
                  <a:pt x="116633" y="183360"/>
                  <a:pt x="136707" y="169419"/>
                  <a:pt x="141888" y="151153"/>
                </a:cubicBezTo>
                <a:cubicBezTo>
                  <a:pt x="144885" y="140587"/>
                  <a:pt x="142387" y="125328"/>
                  <a:pt x="136001" y="117010"/>
                </a:cubicBezTo>
                <a:cubicBezTo>
                  <a:pt x="133218" y="113283"/>
                  <a:pt x="129732" y="109781"/>
                  <a:pt x="128545" y="109452"/>
                </a:cubicBezTo>
                <a:cubicBezTo>
                  <a:pt x="125184" y="108518"/>
                  <a:pt x="126523" y="105301"/>
                  <a:pt x="134900" y="93062"/>
                </a:cubicBezTo>
                <a:cubicBezTo>
                  <a:pt x="142074" y="82812"/>
                  <a:pt x="142382" y="82476"/>
                  <a:pt x="157352" y="80089"/>
                </a:cubicBezTo>
                <a:cubicBezTo>
                  <a:pt x="187092" y="75261"/>
                  <a:pt x="209511" y="61646"/>
                  <a:pt x="226694" y="37921"/>
                </a:cubicBezTo>
                <a:cubicBezTo>
                  <a:pt x="237794" y="22850"/>
                  <a:pt x="240316" y="13206"/>
                  <a:pt x="235036" y="6252"/>
                </a:cubicBezTo>
                <a:cubicBezTo>
                  <a:pt x="231637" y="1676"/>
                  <a:pt x="230041" y="0"/>
                  <a:pt x="225591" y="0"/>
                </a:cubicBezTo>
                <a:close/>
              </a:path>
            </a:pathLst>
          </a:custGeom>
          <a:solidFill>
            <a:srgbClr val="000000"/>
          </a:solidFill>
          <a:ln w="7382" cap="flat">
            <a:noFill/>
            <a:prstDash val="solid"/>
            <a:miter/>
          </a:ln>
        </p:spPr>
        <p:txBody>
          <a:bodyPr/>
          <a:lstStyle/>
          <a:p>
            <a:endParaRPr lang="en-AU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9A68264F-CD11-75A9-E9CA-794205D95733}"/>
              </a:ext>
            </a:extLst>
          </p:cNvPr>
          <p:cNvSpPr/>
          <p:nvPr/>
        </p:nvSpPr>
        <p:spPr>
          <a:xfrm flipH="1">
            <a:off x="2507898" y="2053651"/>
            <a:ext cx="108804" cy="120895"/>
          </a:xfrm>
          <a:custGeom>
            <a:avLst/>
            <a:gdLst>
              <a:gd name="csX0" fmla="*/ 83546 w 108804"/>
              <a:gd name="csY0" fmla="*/ 2 h 120895"/>
              <a:gd name="csX1" fmla="*/ 83109 w 108804"/>
              <a:gd name="csY1" fmla="*/ 18 h 120895"/>
              <a:gd name="csX2" fmla="*/ 68892 w 108804"/>
              <a:gd name="csY2" fmla="*/ 12535 h 120895"/>
              <a:gd name="csX3" fmla="*/ 77861 w 108804"/>
              <a:gd name="csY3" fmla="*/ 41834 h 120895"/>
              <a:gd name="csX4" fmla="*/ 81931 w 108804"/>
              <a:gd name="csY4" fmla="*/ 49297 h 120895"/>
              <a:gd name="csX5" fmla="*/ 68252 w 108804"/>
              <a:gd name="csY5" fmla="*/ 62175 h 120895"/>
              <a:gd name="csX6" fmla="*/ 33007 w 108804"/>
              <a:gd name="csY6" fmla="*/ 90170 h 120895"/>
              <a:gd name="csX7" fmla="*/ 5945 w 108804"/>
              <a:gd name="csY7" fmla="*/ 112629 h 120895"/>
              <a:gd name="csX8" fmla="*/ 2347 w 108804"/>
              <a:gd name="csY8" fmla="*/ 120895 h 120895"/>
              <a:gd name="csX9" fmla="*/ 6827 w 108804"/>
              <a:gd name="csY9" fmla="*/ 120051 h 120895"/>
              <a:gd name="csX10" fmla="*/ 16604 w 108804"/>
              <a:gd name="csY10" fmla="*/ 119327 h 120895"/>
              <a:gd name="csX11" fmla="*/ 28012 w 108804"/>
              <a:gd name="csY11" fmla="*/ 119813 h 120895"/>
              <a:gd name="csX12" fmla="*/ 40543 w 108804"/>
              <a:gd name="csY12" fmla="*/ 120466 h 120895"/>
              <a:gd name="csX13" fmla="*/ 72147 w 108804"/>
              <a:gd name="csY13" fmla="*/ 110118 h 120895"/>
              <a:gd name="csX14" fmla="*/ 92701 w 108804"/>
              <a:gd name="csY14" fmla="*/ 95563 h 120895"/>
              <a:gd name="csX15" fmla="*/ 105731 w 108804"/>
              <a:gd name="csY15" fmla="*/ 82716 h 120895"/>
              <a:gd name="csX16" fmla="*/ 108804 w 108804"/>
              <a:gd name="csY16" fmla="*/ 76392 h 120895"/>
              <a:gd name="csX17" fmla="*/ 100572 w 108804"/>
              <a:gd name="csY17" fmla="*/ 83604 h 120895"/>
              <a:gd name="csX18" fmla="*/ 72616 w 108804"/>
              <a:gd name="csY18" fmla="*/ 93570 h 120895"/>
              <a:gd name="csX19" fmla="*/ 52480 w 108804"/>
              <a:gd name="csY19" fmla="*/ 85446 h 120895"/>
              <a:gd name="csX20" fmla="*/ 48987 w 108804"/>
              <a:gd name="csY20" fmla="*/ 80465 h 120895"/>
              <a:gd name="csX21" fmla="*/ 64982 w 108804"/>
              <a:gd name="csY21" fmla="*/ 68443 h 120895"/>
              <a:gd name="csX22" fmla="*/ 102249 w 108804"/>
              <a:gd name="csY22" fmla="*/ 32564 h 120895"/>
              <a:gd name="csX23" fmla="*/ 99623 w 108804"/>
              <a:gd name="csY23" fmla="*/ 7981 h 120895"/>
              <a:gd name="csX24" fmla="*/ 83546 w 108804"/>
              <a:gd name="csY24" fmla="*/ 0 h 12089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</a:cxnLst>
            <a:rect l="l" t="t" r="r" b="b"/>
            <a:pathLst>
              <a:path w="108804" h="120895">
                <a:moveTo>
                  <a:pt x="83546" y="2"/>
                </a:moveTo>
                <a:cubicBezTo>
                  <a:pt x="83394" y="2"/>
                  <a:pt x="83249" y="7"/>
                  <a:pt x="83109" y="18"/>
                </a:cubicBezTo>
                <a:cubicBezTo>
                  <a:pt x="77468" y="352"/>
                  <a:pt x="70613" y="6470"/>
                  <a:pt x="68892" y="12535"/>
                </a:cubicBezTo>
                <a:cubicBezTo>
                  <a:pt x="66728" y="20166"/>
                  <a:pt x="71370" y="35389"/>
                  <a:pt x="77861" y="41834"/>
                </a:cubicBezTo>
                <a:cubicBezTo>
                  <a:pt x="80469" y="44670"/>
                  <a:pt x="82319" y="47927"/>
                  <a:pt x="81931" y="49297"/>
                </a:cubicBezTo>
                <a:cubicBezTo>
                  <a:pt x="81209" y="51841"/>
                  <a:pt x="74607" y="57818"/>
                  <a:pt x="68252" y="62175"/>
                </a:cubicBezTo>
                <a:cubicBezTo>
                  <a:pt x="59419" y="67743"/>
                  <a:pt x="50594" y="74790"/>
                  <a:pt x="33007" y="90170"/>
                </a:cubicBezTo>
                <a:cubicBezTo>
                  <a:pt x="22274" y="99433"/>
                  <a:pt x="10219" y="109594"/>
                  <a:pt x="5945" y="112629"/>
                </a:cubicBezTo>
                <a:cubicBezTo>
                  <a:pt x="-593" y="117425"/>
                  <a:pt x="-1654" y="120895"/>
                  <a:pt x="2347" y="120895"/>
                </a:cubicBezTo>
                <a:cubicBezTo>
                  <a:pt x="3455" y="120895"/>
                  <a:pt x="4951" y="120629"/>
                  <a:pt x="6827" y="120051"/>
                </a:cubicBezTo>
                <a:cubicBezTo>
                  <a:pt x="8506" y="119577"/>
                  <a:pt x="12173" y="119327"/>
                  <a:pt x="16604" y="119327"/>
                </a:cubicBezTo>
                <a:cubicBezTo>
                  <a:pt x="20128" y="119327"/>
                  <a:pt x="24136" y="119485"/>
                  <a:pt x="28012" y="119813"/>
                </a:cubicBezTo>
                <a:cubicBezTo>
                  <a:pt x="32694" y="120237"/>
                  <a:pt x="36819" y="120466"/>
                  <a:pt x="40543" y="120466"/>
                </a:cubicBezTo>
                <a:cubicBezTo>
                  <a:pt x="53859" y="120466"/>
                  <a:pt x="62040" y="117538"/>
                  <a:pt x="72147" y="110118"/>
                </a:cubicBezTo>
                <a:cubicBezTo>
                  <a:pt x="78051" y="105847"/>
                  <a:pt x="87359" y="99355"/>
                  <a:pt x="92701" y="95563"/>
                </a:cubicBezTo>
                <a:cubicBezTo>
                  <a:pt x="98186" y="92019"/>
                  <a:pt x="104083" y="86269"/>
                  <a:pt x="105731" y="82716"/>
                </a:cubicBezTo>
                <a:lnTo>
                  <a:pt x="108804" y="76392"/>
                </a:lnTo>
                <a:lnTo>
                  <a:pt x="100572" y="83604"/>
                </a:lnTo>
                <a:cubicBezTo>
                  <a:pt x="92946" y="90197"/>
                  <a:pt x="82234" y="93570"/>
                  <a:pt x="72616" y="93570"/>
                </a:cubicBezTo>
                <a:cubicBezTo>
                  <a:pt x="64053" y="93570"/>
                  <a:pt x="56358" y="90898"/>
                  <a:pt x="52480" y="85446"/>
                </a:cubicBezTo>
                <a:lnTo>
                  <a:pt x="48987" y="80465"/>
                </a:lnTo>
                <a:lnTo>
                  <a:pt x="64982" y="68443"/>
                </a:lnTo>
                <a:cubicBezTo>
                  <a:pt x="96411" y="44874"/>
                  <a:pt x="99641" y="41760"/>
                  <a:pt x="102249" y="32564"/>
                </a:cubicBezTo>
                <a:cubicBezTo>
                  <a:pt x="104494" y="23899"/>
                  <a:pt x="103314" y="13017"/>
                  <a:pt x="99623" y="7981"/>
                </a:cubicBezTo>
                <a:cubicBezTo>
                  <a:pt x="97125" y="4431"/>
                  <a:pt x="87904" y="0"/>
                  <a:pt x="83546" y="0"/>
                </a:cubicBezTo>
                <a:close/>
              </a:path>
            </a:pathLst>
          </a:custGeom>
          <a:solidFill>
            <a:srgbClr val="000000"/>
          </a:solidFill>
          <a:ln w="7382" cap="flat">
            <a:noFill/>
            <a:prstDash val="solid"/>
            <a:miter/>
          </a:ln>
        </p:spPr>
        <p:txBody>
          <a:bodyPr/>
          <a:lstStyle/>
          <a:p>
            <a:endParaRPr lang="en-AU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C98E7A70-2441-5EEB-B34A-1FDD1DFF8BE2}"/>
              </a:ext>
            </a:extLst>
          </p:cNvPr>
          <p:cNvSpPr/>
          <p:nvPr/>
        </p:nvSpPr>
        <p:spPr>
          <a:xfrm flipH="1">
            <a:off x="2772158" y="1838165"/>
            <a:ext cx="122751" cy="347703"/>
          </a:xfrm>
          <a:custGeom>
            <a:avLst/>
            <a:gdLst>
              <a:gd name="csX0" fmla="*/ 80135 w 122751"/>
              <a:gd name="csY0" fmla="*/ 0 h 347703"/>
              <a:gd name="csX1" fmla="*/ 72152 w 122751"/>
              <a:gd name="csY1" fmla="*/ 2253 h 347703"/>
              <a:gd name="csX2" fmla="*/ 53085 w 122751"/>
              <a:gd name="csY2" fmla="*/ 92792 h 347703"/>
              <a:gd name="csX3" fmla="*/ 54289 w 122751"/>
              <a:gd name="csY3" fmla="*/ 102836 h 347703"/>
              <a:gd name="csX4" fmla="*/ 37919 w 122751"/>
              <a:gd name="csY4" fmla="*/ 119187 h 347703"/>
              <a:gd name="csX5" fmla="*/ 1953 w 122751"/>
              <a:gd name="csY5" fmla="*/ 209889 h 347703"/>
              <a:gd name="csX6" fmla="*/ 47052 w 122751"/>
              <a:gd name="csY6" fmla="*/ 261467 h 347703"/>
              <a:gd name="csX7" fmla="*/ 68550 w 122751"/>
              <a:gd name="csY7" fmla="*/ 265011 h 347703"/>
              <a:gd name="csX8" fmla="*/ 70372 w 122751"/>
              <a:gd name="csY8" fmla="*/ 264988 h 347703"/>
              <a:gd name="csX9" fmla="*/ 83235 w 122751"/>
              <a:gd name="csY9" fmla="*/ 264762 h 347703"/>
              <a:gd name="csX10" fmla="*/ 85605 w 122751"/>
              <a:gd name="csY10" fmla="*/ 270696 h 347703"/>
              <a:gd name="csX11" fmla="*/ 90505 w 122751"/>
              <a:gd name="csY11" fmla="*/ 316597 h 347703"/>
              <a:gd name="csX12" fmla="*/ 63130 w 122751"/>
              <a:gd name="csY12" fmla="*/ 342922 h 347703"/>
              <a:gd name="csX13" fmla="*/ 58805 w 122751"/>
              <a:gd name="csY13" fmla="*/ 342623 h 347703"/>
              <a:gd name="csX14" fmla="*/ 56272 w 122751"/>
              <a:gd name="csY14" fmla="*/ 331998 h 347703"/>
              <a:gd name="csX15" fmla="*/ 62950 w 122751"/>
              <a:gd name="csY15" fmla="*/ 306200 h 347703"/>
              <a:gd name="csX16" fmla="*/ 46755 w 122751"/>
              <a:gd name="csY16" fmla="*/ 295570 h 347703"/>
              <a:gd name="csX17" fmla="*/ 29074 w 122751"/>
              <a:gd name="csY17" fmla="*/ 307557 h 347703"/>
              <a:gd name="csX18" fmla="*/ 53376 w 122751"/>
              <a:gd name="csY18" fmla="*/ 345970 h 347703"/>
              <a:gd name="csX19" fmla="*/ 64756 w 122751"/>
              <a:gd name="csY19" fmla="*/ 347704 h 347703"/>
              <a:gd name="csX20" fmla="*/ 82949 w 122751"/>
              <a:gd name="csY20" fmla="*/ 341730 h 347703"/>
              <a:gd name="csX21" fmla="*/ 94007 w 122751"/>
              <a:gd name="csY21" fmla="*/ 281686 h 347703"/>
              <a:gd name="csX22" fmla="*/ 91100 w 122751"/>
              <a:gd name="csY22" fmla="*/ 263358 h 347703"/>
              <a:gd name="csX23" fmla="*/ 99166 w 122751"/>
              <a:gd name="csY23" fmla="*/ 256732 h 347703"/>
              <a:gd name="csX24" fmla="*/ 120322 w 122751"/>
              <a:gd name="csY24" fmla="*/ 226512 h 347703"/>
              <a:gd name="csX25" fmla="*/ 115253 w 122751"/>
              <a:gd name="csY25" fmla="*/ 186474 h 347703"/>
              <a:gd name="csX26" fmla="*/ 85765 w 122751"/>
              <a:gd name="csY26" fmla="*/ 167096 h 347703"/>
              <a:gd name="csX27" fmla="*/ 70935 w 122751"/>
              <a:gd name="csY27" fmla="*/ 162977 h 347703"/>
              <a:gd name="csX28" fmla="*/ 68468 w 122751"/>
              <a:gd name="csY28" fmla="*/ 148361 h 347703"/>
              <a:gd name="csX29" fmla="*/ 66001 w 122751"/>
              <a:gd name="csY29" fmla="*/ 133744 h 347703"/>
              <a:gd name="csX30" fmla="*/ 79059 w 122751"/>
              <a:gd name="csY30" fmla="*/ 114784 h 347703"/>
              <a:gd name="csX31" fmla="*/ 101457 w 122751"/>
              <a:gd name="csY31" fmla="*/ 60634 h 347703"/>
              <a:gd name="csX32" fmla="*/ 93057 w 122751"/>
              <a:gd name="csY32" fmla="*/ 8272 h 347703"/>
              <a:gd name="csX33" fmla="*/ 80135 w 122751"/>
              <a:gd name="csY33" fmla="*/ 2 h 3477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</a:cxnLst>
            <a:rect l="l" t="t" r="r" b="b"/>
            <a:pathLst>
              <a:path w="122751" h="347703">
                <a:moveTo>
                  <a:pt x="80135" y="0"/>
                </a:moveTo>
                <a:cubicBezTo>
                  <a:pt x="77717" y="0"/>
                  <a:pt x="75127" y="774"/>
                  <a:pt x="72152" y="2253"/>
                </a:cubicBezTo>
                <a:cubicBezTo>
                  <a:pt x="54814" y="10736"/>
                  <a:pt x="47141" y="46813"/>
                  <a:pt x="53085" y="92792"/>
                </a:cubicBezTo>
                <a:lnTo>
                  <a:pt x="54289" y="102836"/>
                </a:lnTo>
                <a:lnTo>
                  <a:pt x="37919" y="119187"/>
                </a:lnTo>
                <a:cubicBezTo>
                  <a:pt x="6722" y="150208"/>
                  <a:pt x="-5044" y="179658"/>
                  <a:pt x="1953" y="209889"/>
                </a:cubicBezTo>
                <a:cubicBezTo>
                  <a:pt x="6852" y="231725"/>
                  <a:pt x="26197" y="253774"/>
                  <a:pt x="47052" y="261467"/>
                </a:cubicBezTo>
                <a:cubicBezTo>
                  <a:pt x="53316" y="263794"/>
                  <a:pt x="60811" y="265011"/>
                  <a:pt x="68550" y="265011"/>
                </a:cubicBezTo>
                <a:cubicBezTo>
                  <a:pt x="69156" y="265011"/>
                  <a:pt x="69763" y="265003"/>
                  <a:pt x="70372" y="264988"/>
                </a:cubicBezTo>
                <a:lnTo>
                  <a:pt x="83235" y="264762"/>
                </a:lnTo>
                <a:lnTo>
                  <a:pt x="85605" y="270696"/>
                </a:lnTo>
                <a:cubicBezTo>
                  <a:pt x="89143" y="279279"/>
                  <a:pt x="91919" y="305592"/>
                  <a:pt x="90505" y="316597"/>
                </a:cubicBezTo>
                <a:cubicBezTo>
                  <a:pt x="88448" y="332747"/>
                  <a:pt x="77477" y="342922"/>
                  <a:pt x="63130" y="342922"/>
                </a:cubicBezTo>
                <a:cubicBezTo>
                  <a:pt x="61719" y="342922"/>
                  <a:pt x="60276" y="342824"/>
                  <a:pt x="58805" y="342623"/>
                </a:cubicBezTo>
                <a:cubicBezTo>
                  <a:pt x="48727" y="341302"/>
                  <a:pt x="48065" y="338374"/>
                  <a:pt x="56272" y="331998"/>
                </a:cubicBezTo>
                <a:cubicBezTo>
                  <a:pt x="65549" y="324865"/>
                  <a:pt x="67848" y="316004"/>
                  <a:pt x="62950" y="306200"/>
                </a:cubicBezTo>
                <a:cubicBezTo>
                  <a:pt x="59398" y="299092"/>
                  <a:pt x="53134" y="295570"/>
                  <a:pt x="46755" y="295570"/>
                </a:cubicBezTo>
                <a:cubicBezTo>
                  <a:pt x="39936" y="295570"/>
                  <a:pt x="32987" y="299593"/>
                  <a:pt x="29074" y="307557"/>
                </a:cubicBezTo>
                <a:cubicBezTo>
                  <a:pt x="22649" y="321183"/>
                  <a:pt x="34986" y="340862"/>
                  <a:pt x="53376" y="345970"/>
                </a:cubicBezTo>
                <a:cubicBezTo>
                  <a:pt x="57510" y="347118"/>
                  <a:pt x="61241" y="347704"/>
                  <a:pt x="64756" y="347704"/>
                </a:cubicBezTo>
                <a:cubicBezTo>
                  <a:pt x="71161" y="347704"/>
                  <a:pt x="76848" y="345759"/>
                  <a:pt x="82949" y="341730"/>
                </a:cubicBezTo>
                <a:cubicBezTo>
                  <a:pt x="96112" y="332932"/>
                  <a:pt x="99414" y="315273"/>
                  <a:pt x="94007" y="281686"/>
                </a:cubicBezTo>
                <a:lnTo>
                  <a:pt x="91100" y="263358"/>
                </a:lnTo>
                <a:lnTo>
                  <a:pt x="99166" y="256732"/>
                </a:lnTo>
                <a:cubicBezTo>
                  <a:pt x="113302" y="245249"/>
                  <a:pt x="116160" y="241188"/>
                  <a:pt x="120322" y="226512"/>
                </a:cubicBezTo>
                <a:cubicBezTo>
                  <a:pt x="124620" y="210608"/>
                  <a:pt x="123385" y="199921"/>
                  <a:pt x="115253" y="186474"/>
                </a:cubicBezTo>
                <a:cubicBezTo>
                  <a:pt x="108741" y="175589"/>
                  <a:pt x="103166" y="171930"/>
                  <a:pt x="85765" y="167096"/>
                </a:cubicBezTo>
                <a:lnTo>
                  <a:pt x="70935" y="162977"/>
                </a:lnTo>
                <a:lnTo>
                  <a:pt x="68468" y="148361"/>
                </a:lnTo>
                <a:lnTo>
                  <a:pt x="66001" y="133744"/>
                </a:lnTo>
                <a:lnTo>
                  <a:pt x="79059" y="114784"/>
                </a:lnTo>
                <a:cubicBezTo>
                  <a:pt x="96123" y="89971"/>
                  <a:pt x="100028" y="80712"/>
                  <a:pt x="101457" y="60634"/>
                </a:cubicBezTo>
                <a:cubicBezTo>
                  <a:pt x="102750" y="41785"/>
                  <a:pt x="98392" y="15031"/>
                  <a:pt x="93057" y="8272"/>
                </a:cubicBezTo>
                <a:cubicBezTo>
                  <a:pt x="88444" y="2617"/>
                  <a:pt x="84579" y="2"/>
                  <a:pt x="80135" y="2"/>
                </a:cubicBezTo>
                <a:close/>
              </a:path>
            </a:pathLst>
          </a:custGeom>
          <a:solidFill>
            <a:srgbClr val="000000"/>
          </a:solidFill>
          <a:ln w="7382" cap="flat">
            <a:noFill/>
            <a:prstDash val="solid"/>
            <a:miter/>
          </a:ln>
        </p:spPr>
        <p:txBody>
          <a:bodyPr/>
          <a:lstStyle/>
          <a:p>
            <a:endParaRPr lang="en-AU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F90B6D26-B2A7-204E-4848-F5231128CB69}"/>
              </a:ext>
            </a:extLst>
          </p:cNvPr>
          <p:cNvSpPr/>
          <p:nvPr/>
        </p:nvSpPr>
        <p:spPr>
          <a:xfrm flipH="1">
            <a:off x="6044775" y="1799305"/>
            <a:ext cx="154297" cy="170237"/>
          </a:xfrm>
          <a:custGeom>
            <a:avLst/>
            <a:gdLst>
              <a:gd name="csX0" fmla="*/ 141506 w 154297"/>
              <a:gd name="csY0" fmla="*/ 0 h 170237"/>
              <a:gd name="csX1" fmla="*/ 130464 w 154297"/>
              <a:gd name="csY1" fmla="*/ 17399 h 170237"/>
              <a:gd name="csX2" fmla="*/ 115565 w 154297"/>
              <a:gd name="csY2" fmla="*/ 46612 h 170237"/>
              <a:gd name="csX3" fmla="*/ 96834 w 154297"/>
              <a:gd name="csY3" fmla="*/ 82573 h 170237"/>
              <a:gd name="csX4" fmla="*/ 76557 w 154297"/>
              <a:gd name="csY4" fmla="*/ 120215 h 170237"/>
              <a:gd name="csX5" fmla="*/ 69113 w 154297"/>
              <a:gd name="csY5" fmla="*/ 132924 h 170237"/>
              <a:gd name="csX6" fmla="*/ 60722 w 154297"/>
              <a:gd name="csY6" fmla="*/ 130172 h 170237"/>
              <a:gd name="csX7" fmla="*/ 44389 w 154297"/>
              <a:gd name="csY7" fmla="*/ 124579 h 170237"/>
              <a:gd name="csX8" fmla="*/ 33875 w 154297"/>
              <a:gd name="csY8" fmla="*/ 122916 h 170237"/>
              <a:gd name="csX9" fmla="*/ 7163 w 154297"/>
              <a:gd name="csY9" fmla="*/ 133238 h 170237"/>
              <a:gd name="csX10" fmla="*/ 2789 w 154297"/>
              <a:gd name="csY10" fmla="*/ 156932 h 170237"/>
              <a:gd name="csX11" fmla="*/ 16832 w 154297"/>
              <a:gd name="csY11" fmla="*/ 167586 h 170237"/>
              <a:gd name="csX12" fmla="*/ 31661 w 154297"/>
              <a:gd name="csY12" fmla="*/ 170238 h 170237"/>
              <a:gd name="csX13" fmla="*/ 54365 w 154297"/>
              <a:gd name="csY13" fmla="*/ 163868 h 170237"/>
              <a:gd name="csX14" fmla="*/ 102254 w 154297"/>
              <a:gd name="csY14" fmla="*/ 83022 h 170237"/>
              <a:gd name="csX15" fmla="*/ 119290 w 154297"/>
              <a:gd name="csY15" fmla="*/ 52290 h 170237"/>
              <a:gd name="csX16" fmla="*/ 119745 w 154297"/>
              <a:gd name="csY16" fmla="*/ 52167 h 170237"/>
              <a:gd name="csX17" fmla="*/ 128178 w 154297"/>
              <a:gd name="csY17" fmla="*/ 58558 h 170237"/>
              <a:gd name="csX18" fmla="*/ 137365 w 154297"/>
              <a:gd name="csY18" fmla="*/ 80319 h 170237"/>
              <a:gd name="csX19" fmla="*/ 134071 w 154297"/>
              <a:gd name="csY19" fmla="*/ 111489 h 170237"/>
              <a:gd name="csX20" fmla="*/ 120257 w 154297"/>
              <a:gd name="csY20" fmla="*/ 137628 h 170237"/>
              <a:gd name="csX21" fmla="*/ 112293 w 154297"/>
              <a:gd name="csY21" fmla="*/ 147659 h 170237"/>
              <a:gd name="csX22" fmla="*/ 112959 w 154297"/>
              <a:gd name="csY22" fmla="*/ 147968 h 170237"/>
              <a:gd name="csX23" fmla="*/ 137058 w 154297"/>
              <a:gd name="csY23" fmla="*/ 128784 h 170237"/>
              <a:gd name="csX24" fmla="*/ 151582 w 154297"/>
              <a:gd name="csY24" fmla="*/ 103900 h 170237"/>
              <a:gd name="csX25" fmla="*/ 149586 w 154297"/>
              <a:gd name="csY25" fmla="*/ 57539 h 170237"/>
              <a:gd name="csX26" fmla="*/ 142890 w 154297"/>
              <a:gd name="csY26" fmla="*/ 13461 h 170237"/>
              <a:gd name="csX27" fmla="*/ 141585 w 154297"/>
              <a:gd name="csY27" fmla="*/ 10 h 170237"/>
              <a:gd name="csX28" fmla="*/ 141508 w 154297"/>
              <a:gd name="csY28" fmla="*/ 0 h 17023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</a:cxnLst>
            <a:rect l="l" t="t" r="r" b="b"/>
            <a:pathLst>
              <a:path w="154297" h="170237">
                <a:moveTo>
                  <a:pt x="141506" y="0"/>
                </a:moveTo>
                <a:cubicBezTo>
                  <a:pt x="140194" y="0"/>
                  <a:pt x="135284" y="7775"/>
                  <a:pt x="130464" y="17399"/>
                </a:cubicBezTo>
                <a:cubicBezTo>
                  <a:pt x="125490" y="27415"/>
                  <a:pt x="118781" y="40540"/>
                  <a:pt x="115565" y="46612"/>
                </a:cubicBezTo>
                <a:cubicBezTo>
                  <a:pt x="112152" y="52630"/>
                  <a:pt x="103708" y="68861"/>
                  <a:pt x="96834" y="82573"/>
                </a:cubicBezTo>
                <a:cubicBezTo>
                  <a:pt x="89761" y="96229"/>
                  <a:pt x="80700" y="113133"/>
                  <a:pt x="76557" y="120215"/>
                </a:cubicBezTo>
                <a:lnTo>
                  <a:pt x="69113" y="132924"/>
                </a:lnTo>
                <a:lnTo>
                  <a:pt x="60722" y="130172"/>
                </a:lnTo>
                <a:cubicBezTo>
                  <a:pt x="56087" y="128462"/>
                  <a:pt x="48683" y="125983"/>
                  <a:pt x="44389" y="124579"/>
                </a:cubicBezTo>
                <a:cubicBezTo>
                  <a:pt x="41157" y="123451"/>
                  <a:pt x="37566" y="122916"/>
                  <a:pt x="33875" y="122916"/>
                </a:cubicBezTo>
                <a:cubicBezTo>
                  <a:pt x="24046" y="122916"/>
                  <a:pt x="13510" y="126715"/>
                  <a:pt x="7163" y="133238"/>
                </a:cubicBezTo>
                <a:cubicBezTo>
                  <a:pt x="-896" y="141344"/>
                  <a:pt x="-1857" y="146987"/>
                  <a:pt x="2789" y="156932"/>
                </a:cubicBezTo>
                <a:cubicBezTo>
                  <a:pt x="5325" y="162280"/>
                  <a:pt x="7958" y="164278"/>
                  <a:pt x="16832" y="167586"/>
                </a:cubicBezTo>
                <a:cubicBezTo>
                  <a:pt x="21696" y="169352"/>
                  <a:pt x="26676" y="170238"/>
                  <a:pt x="31661" y="170238"/>
                </a:cubicBezTo>
                <a:cubicBezTo>
                  <a:pt x="39363" y="170238"/>
                  <a:pt x="47072" y="168122"/>
                  <a:pt x="54365" y="163868"/>
                </a:cubicBezTo>
                <a:cubicBezTo>
                  <a:pt x="62073" y="159254"/>
                  <a:pt x="71395" y="143690"/>
                  <a:pt x="102254" y="83022"/>
                </a:cubicBezTo>
                <a:cubicBezTo>
                  <a:pt x="110500" y="66736"/>
                  <a:pt x="118277" y="52854"/>
                  <a:pt x="119290" y="52290"/>
                </a:cubicBezTo>
                <a:cubicBezTo>
                  <a:pt x="119407" y="52207"/>
                  <a:pt x="119560" y="52167"/>
                  <a:pt x="119745" y="52167"/>
                </a:cubicBezTo>
                <a:cubicBezTo>
                  <a:pt x="121253" y="52167"/>
                  <a:pt x="124869" y="54820"/>
                  <a:pt x="128178" y="58558"/>
                </a:cubicBezTo>
                <a:cubicBezTo>
                  <a:pt x="133396" y="64230"/>
                  <a:pt x="135536" y="69468"/>
                  <a:pt x="137365" y="80319"/>
                </a:cubicBezTo>
                <a:cubicBezTo>
                  <a:pt x="139627" y="93402"/>
                  <a:pt x="139356" y="95860"/>
                  <a:pt x="134071" y="111489"/>
                </a:cubicBezTo>
                <a:cubicBezTo>
                  <a:pt x="129648" y="124827"/>
                  <a:pt x="126852" y="130172"/>
                  <a:pt x="120257" y="137628"/>
                </a:cubicBezTo>
                <a:cubicBezTo>
                  <a:pt x="115626" y="142675"/>
                  <a:pt x="112008" y="147158"/>
                  <a:pt x="112293" y="147659"/>
                </a:cubicBezTo>
                <a:cubicBezTo>
                  <a:pt x="112411" y="147868"/>
                  <a:pt x="112637" y="147968"/>
                  <a:pt x="112959" y="147968"/>
                </a:cubicBezTo>
                <a:cubicBezTo>
                  <a:pt x="116104" y="147968"/>
                  <a:pt x="128324" y="138425"/>
                  <a:pt x="137058" y="128784"/>
                </a:cubicBezTo>
                <a:cubicBezTo>
                  <a:pt x="146209" y="119083"/>
                  <a:pt x="148363" y="115249"/>
                  <a:pt x="151582" y="103900"/>
                </a:cubicBezTo>
                <a:cubicBezTo>
                  <a:pt x="155800" y="89029"/>
                  <a:pt x="155082" y="74263"/>
                  <a:pt x="149586" y="57539"/>
                </a:cubicBezTo>
                <a:cubicBezTo>
                  <a:pt x="144091" y="40813"/>
                  <a:pt x="141797" y="27090"/>
                  <a:pt x="142890" y="13461"/>
                </a:cubicBezTo>
                <a:cubicBezTo>
                  <a:pt x="143393" y="6424"/>
                  <a:pt x="142772" y="340"/>
                  <a:pt x="141585" y="10"/>
                </a:cubicBezTo>
                <a:cubicBezTo>
                  <a:pt x="141561" y="4"/>
                  <a:pt x="141535" y="0"/>
                  <a:pt x="141508" y="0"/>
                </a:cubicBezTo>
                <a:close/>
              </a:path>
            </a:pathLst>
          </a:custGeom>
          <a:solidFill>
            <a:srgbClr val="FFCC66"/>
          </a:solidFill>
          <a:ln w="7382" cap="flat">
            <a:noFill/>
            <a:prstDash val="solid"/>
            <a:miter/>
          </a:ln>
        </p:spPr>
        <p:txBody>
          <a:bodyPr/>
          <a:lstStyle/>
          <a:p>
            <a:endParaRPr lang="en-AU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0256845D-3946-B6CA-67B7-9CEA274B628C}"/>
              </a:ext>
            </a:extLst>
          </p:cNvPr>
          <p:cNvSpPr/>
          <p:nvPr/>
        </p:nvSpPr>
        <p:spPr>
          <a:xfrm flipH="1">
            <a:off x="3763186" y="2096490"/>
            <a:ext cx="98468" cy="171983"/>
          </a:xfrm>
          <a:custGeom>
            <a:avLst/>
            <a:gdLst>
              <a:gd name="csX0" fmla="*/ 51112 w 98468"/>
              <a:gd name="csY0" fmla="*/ 0 h 171983"/>
              <a:gd name="csX1" fmla="*/ 49552 w 98468"/>
              <a:gd name="csY1" fmla="*/ 9479 h 171983"/>
              <a:gd name="csX2" fmla="*/ 49049 w 98468"/>
              <a:gd name="csY2" fmla="*/ 40582 h 171983"/>
              <a:gd name="csX3" fmla="*/ 42443 w 98468"/>
              <a:gd name="csY3" fmla="*/ 130327 h 171983"/>
              <a:gd name="csX4" fmla="*/ 38749 w 98468"/>
              <a:gd name="csY4" fmla="*/ 129546 h 171983"/>
              <a:gd name="csX5" fmla="*/ 33708 w 98468"/>
              <a:gd name="csY5" fmla="*/ 128973 h 171983"/>
              <a:gd name="csX6" fmla="*/ 10567 w 98468"/>
              <a:gd name="csY6" fmla="*/ 135650 h 171983"/>
              <a:gd name="csX7" fmla="*/ 379 w 98468"/>
              <a:gd name="csY7" fmla="*/ 158785 h 171983"/>
              <a:gd name="csX8" fmla="*/ 2415 w 98468"/>
              <a:gd name="csY8" fmla="*/ 165894 h 171983"/>
              <a:gd name="csX9" fmla="*/ 8638 w 98468"/>
              <a:gd name="csY9" fmla="*/ 169522 h 171983"/>
              <a:gd name="csX10" fmla="*/ 18247 w 98468"/>
              <a:gd name="csY10" fmla="*/ 171983 h 171983"/>
              <a:gd name="csX11" fmla="*/ 40287 w 98468"/>
              <a:gd name="csY11" fmla="*/ 162481 h 171983"/>
              <a:gd name="csX12" fmla="*/ 51567 w 98468"/>
              <a:gd name="csY12" fmla="*/ 125718 h 171983"/>
              <a:gd name="csX13" fmla="*/ 52190 w 98468"/>
              <a:gd name="csY13" fmla="*/ 78396 h 171983"/>
              <a:gd name="csX14" fmla="*/ 52596 w 98468"/>
              <a:gd name="csY14" fmla="*/ 62677 h 171983"/>
              <a:gd name="csX15" fmla="*/ 57798 w 98468"/>
              <a:gd name="csY15" fmla="*/ 46450 h 171983"/>
              <a:gd name="csX16" fmla="*/ 60082 w 98468"/>
              <a:gd name="csY16" fmla="*/ 46813 h 171983"/>
              <a:gd name="csX17" fmla="*/ 82750 w 98468"/>
              <a:gd name="csY17" fmla="*/ 67673 h 171983"/>
              <a:gd name="csX18" fmla="*/ 88999 w 98468"/>
              <a:gd name="csY18" fmla="*/ 106562 h 171983"/>
              <a:gd name="csX19" fmla="*/ 86300 w 98468"/>
              <a:gd name="csY19" fmla="*/ 120589 h 171983"/>
              <a:gd name="csX20" fmla="*/ 91368 w 98468"/>
              <a:gd name="csY20" fmla="*/ 112497 h 171983"/>
              <a:gd name="csX21" fmla="*/ 96577 w 98468"/>
              <a:gd name="csY21" fmla="*/ 68559 h 171983"/>
              <a:gd name="csX22" fmla="*/ 71089 w 98468"/>
              <a:gd name="csY22" fmla="*/ 29816 h 171983"/>
              <a:gd name="csX23" fmla="*/ 59273 w 98468"/>
              <a:gd name="csY23" fmla="*/ 12814 h 171983"/>
              <a:gd name="csX24" fmla="*/ 51172 w 98468"/>
              <a:gd name="csY24" fmla="*/ 10 h 171983"/>
              <a:gd name="csX25" fmla="*/ 51113 w 98468"/>
              <a:gd name="csY25" fmla="*/ 2 h 17198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</a:cxnLst>
            <a:rect l="l" t="t" r="r" b="b"/>
            <a:pathLst>
              <a:path w="98468" h="171983">
                <a:moveTo>
                  <a:pt x="51112" y="0"/>
                </a:moveTo>
                <a:cubicBezTo>
                  <a:pt x="50343" y="0"/>
                  <a:pt x="49609" y="4144"/>
                  <a:pt x="49552" y="9479"/>
                </a:cubicBezTo>
                <a:cubicBezTo>
                  <a:pt x="49240" y="15092"/>
                  <a:pt x="49136" y="28995"/>
                  <a:pt x="49049" y="40582"/>
                </a:cubicBezTo>
                <a:cubicBezTo>
                  <a:pt x="47992" y="119218"/>
                  <a:pt x="48002" y="130327"/>
                  <a:pt x="42443" y="130327"/>
                </a:cubicBezTo>
                <a:cubicBezTo>
                  <a:pt x="41416" y="130327"/>
                  <a:pt x="40199" y="129948"/>
                  <a:pt x="38749" y="129546"/>
                </a:cubicBezTo>
                <a:cubicBezTo>
                  <a:pt x="37341" y="129155"/>
                  <a:pt x="35618" y="128973"/>
                  <a:pt x="33708" y="128973"/>
                </a:cubicBezTo>
                <a:cubicBezTo>
                  <a:pt x="26235" y="128973"/>
                  <a:pt x="15919" y="131756"/>
                  <a:pt x="10567" y="135650"/>
                </a:cubicBezTo>
                <a:cubicBezTo>
                  <a:pt x="2525" y="141438"/>
                  <a:pt x="-1270" y="150305"/>
                  <a:pt x="379" y="158785"/>
                </a:cubicBezTo>
                <a:cubicBezTo>
                  <a:pt x="1214" y="162606"/>
                  <a:pt x="2217" y="165839"/>
                  <a:pt x="2415" y="165894"/>
                </a:cubicBezTo>
                <a:cubicBezTo>
                  <a:pt x="2612" y="165949"/>
                  <a:pt x="5356" y="167555"/>
                  <a:pt x="8638" y="169522"/>
                </a:cubicBezTo>
                <a:cubicBezTo>
                  <a:pt x="11384" y="171185"/>
                  <a:pt x="14696" y="171983"/>
                  <a:pt x="18247" y="171983"/>
                </a:cubicBezTo>
                <a:cubicBezTo>
                  <a:pt x="25526" y="171983"/>
                  <a:pt x="33811" y="168627"/>
                  <a:pt x="40287" y="162481"/>
                </a:cubicBezTo>
                <a:cubicBezTo>
                  <a:pt x="49358" y="153812"/>
                  <a:pt x="51277" y="147801"/>
                  <a:pt x="51567" y="125718"/>
                </a:cubicBezTo>
                <a:cubicBezTo>
                  <a:pt x="51792" y="95593"/>
                  <a:pt x="51972" y="85934"/>
                  <a:pt x="52190" y="78396"/>
                </a:cubicBezTo>
                <a:cubicBezTo>
                  <a:pt x="52256" y="74403"/>
                  <a:pt x="52561" y="67311"/>
                  <a:pt x="52596" y="62677"/>
                </a:cubicBezTo>
                <a:cubicBezTo>
                  <a:pt x="52732" y="50666"/>
                  <a:pt x="53907" y="46450"/>
                  <a:pt x="57798" y="46450"/>
                </a:cubicBezTo>
                <a:cubicBezTo>
                  <a:pt x="58474" y="46450"/>
                  <a:pt x="59233" y="46577"/>
                  <a:pt x="60082" y="46813"/>
                </a:cubicBezTo>
                <a:cubicBezTo>
                  <a:pt x="68189" y="49064"/>
                  <a:pt x="76491" y="56647"/>
                  <a:pt x="82750" y="67673"/>
                </a:cubicBezTo>
                <a:cubicBezTo>
                  <a:pt x="90857" y="81958"/>
                  <a:pt x="92252" y="90578"/>
                  <a:pt x="88999" y="106562"/>
                </a:cubicBezTo>
                <a:lnTo>
                  <a:pt x="86300" y="120589"/>
                </a:lnTo>
                <a:lnTo>
                  <a:pt x="91368" y="112497"/>
                </a:lnTo>
                <a:cubicBezTo>
                  <a:pt x="98202" y="101941"/>
                  <a:pt x="100453" y="82723"/>
                  <a:pt x="96577" y="68559"/>
                </a:cubicBezTo>
                <a:cubicBezTo>
                  <a:pt x="93792" y="58075"/>
                  <a:pt x="80862" y="38230"/>
                  <a:pt x="71089" y="29816"/>
                </a:cubicBezTo>
                <a:cubicBezTo>
                  <a:pt x="68172" y="27317"/>
                  <a:pt x="62860" y="19721"/>
                  <a:pt x="59273" y="12814"/>
                </a:cubicBezTo>
                <a:cubicBezTo>
                  <a:pt x="55631" y="6103"/>
                  <a:pt x="52161" y="284"/>
                  <a:pt x="51172" y="10"/>
                </a:cubicBezTo>
                <a:cubicBezTo>
                  <a:pt x="51152" y="4"/>
                  <a:pt x="51133" y="2"/>
                  <a:pt x="51113" y="2"/>
                </a:cubicBezTo>
                <a:close/>
              </a:path>
            </a:pathLst>
          </a:custGeom>
          <a:solidFill>
            <a:srgbClr val="000000"/>
          </a:solidFill>
          <a:ln w="7382" cap="flat">
            <a:noFill/>
            <a:prstDash val="solid"/>
            <a:miter/>
          </a:ln>
        </p:spPr>
        <p:txBody>
          <a:bodyPr/>
          <a:lstStyle/>
          <a:p>
            <a:endParaRPr lang="en-AU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83DDE471-B35E-62AA-E798-A2C34549FDC2}"/>
              </a:ext>
            </a:extLst>
          </p:cNvPr>
          <p:cNvSpPr/>
          <p:nvPr/>
        </p:nvSpPr>
        <p:spPr>
          <a:xfrm flipH="1">
            <a:off x="4170937" y="1535550"/>
            <a:ext cx="146283" cy="82641"/>
          </a:xfrm>
          <a:custGeom>
            <a:avLst/>
            <a:gdLst>
              <a:gd name="csX0" fmla="*/ 130181 w 146283"/>
              <a:gd name="csY0" fmla="*/ 1 h 82641"/>
              <a:gd name="csX1" fmla="*/ 105802 w 146283"/>
              <a:gd name="csY1" fmla="*/ 6682 h 82641"/>
              <a:gd name="csX2" fmla="*/ 49488 w 146283"/>
              <a:gd name="csY2" fmla="*/ 23969 h 82641"/>
              <a:gd name="csX3" fmla="*/ 7291 w 146283"/>
              <a:gd name="csY3" fmla="*/ 37370 h 82641"/>
              <a:gd name="csX4" fmla="*/ 568 w 146283"/>
              <a:gd name="csY4" fmla="*/ 47534 h 82641"/>
              <a:gd name="csX5" fmla="*/ 10917 w 146283"/>
              <a:gd name="csY5" fmla="*/ 82495 h 82641"/>
              <a:gd name="csX6" fmla="*/ 11402 w 146283"/>
              <a:gd name="csY6" fmla="*/ 82642 h 82641"/>
              <a:gd name="csX7" fmla="*/ 17935 w 146283"/>
              <a:gd name="csY7" fmla="*/ 81066 h 82641"/>
              <a:gd name="csX8" fmla="*/ 75367 w 146283"/>
              <a:gd name="csY8" fmla="*/ 65047 h 82641"/>
              <a:gd name="csX9" fmla="*/ 76003 w 146283"/>
              <a:gd name="csY9" fmla="*/ 65109 h 82641"/>
              <a:gd name="csX10" fmla="*/ 77358 w 146283"/>
              <a:gd name="csY10" fmla="*/ 65289 h 82641"/>
              <a:gd name="csX11" fmla="*/ 81748 w 146283"/>
              <a:gd name="csY11" fmla="*/ 62905 h 82641"/>
              <a:gd name="csX12" fmla="*/ 107173 w 146283"/>
              <a:gd name="csY12" fmla="*/ 52235 h 82641"/>
              <a:gd name="csX13" fmla="*/ 141873 w 146283"/>
              <a:gd name="csY13" fmla="*/ 42987 h 82641"/>
              <a:gd name="csX14" fmla="*/ 144716 w 146283"/>
              <a:gd name="csY14" fmla="*/ 44719 h 82641"/>
              <a:gd name="csX15" fmla="*/ 145812 w 146283"/>
              <a:gd name="csY15" fmla="*/ 46700 h 82641"/>
              <a:gd name="csX16" fmla="*/ 146107 w 146283"/>
              <a:gd name="csY16" fmla="*/ 46583 h 82641"/>
              <a:gd name="csX17" fmla="*/ 142044 w 146283"/>
              <a:gd name="csY17" fmla="*/ 28568 h 82641"/>
              <a:gd name="csX18" fmla="*/ 130512 w 146283"/>
              <a:gd name="csY18" fmla="*/ 33 h 82641"/>
              <a:gd name="csX19" fmla="*/ 130180 w 146283"/>
              <a:gd name="csY19" fmla="*/ 0 h 8264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</a:cxnLst>
            <a:rect l="l" t="t" r="r" b="b"/>
            <a:pathLst>
              <a:path w="146283" h="82641">
                <a:moveTo>
                  <a:pt x="130181" y="1"/>
                </a:moveTo>
                <a:cubicBezTo>
                  <a:pt x="127852" y="1"/>
                  <a:pt x="117328" y="2917"/>
                  <a:pt x="105802" y="6682"/>
                </a:cubicBezTo>
                <a:cubicBezTo>
                  <a:pt x="93578" y="10675"/>
                  <a:pt x="68140" y="18385"/>
                  <a:pt x="49488" y="23969"/>
                </a:cubicBezTo>
                <a:cubicBezTo>
                  <a:pt x="30696" y="29305"/>
                  <a:pt x="11683" y="35423"/>
                  <a:pt x="7291" y="37370"/>
                </a:cubicBezTo>
                <a:cubicBezTo>
                  <a:pt x="-535" y="40895"/>
                  <a:pt x="-646" y="41288"/>
                  <a:pt x="568" y="47534"/>
                </a:cubicBezTo>
                <a:cubicBezTo>
                  <a:pt x="1665" y="52694"/>
                  <a:pt x="9322" y="79096"/>
                  <a:pt x="10917" y="82495"/>
                </a:cubicBezTo>
                <a:cubicBezTo>
                  <a:pt x="10937" y="82594"/>
                  <a:pt x="11107" y="82642"/>
                  <a:pt x="11402" y="82642"/>
                </a:cubicBezTo>
                <a:cubicBezTo>
                  <a:pt x="12436" y="82642"/>
                  <a:pt x="14999" y="82058"/>
                  <a:pt x="17935" y="81066"/>
                </a:cubicBezTo>
                <a:cubicBezTo>
                  <a:pt x="39859" y="73278"/>
                  <a:pt x="69848" y="65047"/>
                  <a:pt x="75367" y="65047"/>
                </a:cubicBezTo>
                <a:cubicBezTo>
                  <a:pt x="75641" y="65047"/>
                  <a:pt x="75854" y="65067"/>
                  <a:pt x="76003" y="65109"/>
                </a:cubicBezTo>
                <a:cubicBezTo>
                  <a:pt x="76442" y="65231"/>
                  <a:pt x="76900" y="65289"/>
                  <a:pt x="77358" y="65289"/>
                </a:cubicBezTo>
                <a:cubicBezTo>
                  <a:pt x="79168" y="65289"/>
                  <a:pt x="80989" y="64379"/>
                  <a:pt x="81748" y="62905"/>
                </a:cubicBezTo>
                <a:cubicBezTo>
                  <a:pt x="82897" y="61113"/>
                  <a:pt x="94299" y="56258"/>
                  <a:pt x="107173" y="52235"/>
                </a:cubicBezTo>
                <a:cubicBezTo>
                  <a:pt x="127957" y="45708"/>
                  <a:pt x="137674" y="42987"/>
                  <a:pt x="141873" y="42987"/>
                </a:cubicBezTo>
                <a:cubicBezTo>
                  <a:pt x="143871" y="42987"/>
                  <a:pt x="144619" y="43604"/>
                  <a:pt x="144716" y="44719"/>
                </a:cubicBezTo>
                <a:cubicBezTo>
                  <a:pt x="144768" y="45788"/>
                  <a:pt x="145308" y="46700"/>
                  <a:pt x="145812" y="46700"/>
                </a:cubicBezTo>
                <a:cubicBezTo>
                  <a:pt x="145913" y="46700"/>
                  <a:pt x="146013" y="46663"/>
                  <a:pt x="146107" y="46583"/>
                </a:cubicBezTo>
                <a:cubicBezTo>
                  <a:pt x="146867" y="46160"/>
                  <a:pt x="145108" y="38073"/>
                  <a:pt x="142044" y="28568"/>
                </a:cubicBezTo>
                <a:cubicBezTo>
                  <a:pt x="134339" y="3841"/>
                  <a:pt x="133281" y="803"/>
                  <a:pt x="130512" y="33"/>
                </a:cubicBezTo>
                <a:cubicBezTo>
                  <a:pt x="130433" y="11"/>
                  <a:pt x="130321" y="0"/>
                  <a:pt x="130180" y="0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 w="7382" cap="flat">
            <a:noFill/>
            <a:prstDash val="solid"/>
            <a:miter/>
          </a:ln>
        </p:spPr>
        <p:txBody>
          <a:bodyPr/>
          <a:lstStyle/>
          <a:p>
            <a:endParaRPr lang="en-AU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86DA1A83-2CED-A105-FE64-6140B36DE00A}"/>
              </a:ext>
            </a:extLst>
          </p:cNvPr>
          <p:cNvSpPr/>
          <p:nvPr/>
        </p:nvSpPr>
        <p:spPr>
          <a:xfrm flipH="1">
            <a:off x="5635495" y="1699976"/>
            <a:ext cx="176098" cy="169347"/>
          </a:xfrm>
          <a:custGeom>
            <a:avLst/>
            <a:gdLst>
              <a:gd name="csX0" fmla="*/ 164393 w 176098"/>
              <a:gd name="csY0" fmla="*/ 0 h 169347"/>
              <a:gd name="csX1" fmla="*/ 130124 w 176098"/>
              <a:gd name="csY1" fmla="*/ 24420 h 169347"/>
              <a:gd name="csX2" fmla="*/ 104957 w 176098"/>
              <a:gd name="csY2" fmla="*/ 41706 h 169347"/>
              <a:gd name="csX3" fmla="*/ 40527 w 176098"/>
              <a:gd name="csY3" fmla="*/ 72572 h 169347"/>
              <a:gd name="csX4" fmla="*/ 35632 w 176098"/>
              <a:gd name="csY4" fmla="*/ 93589 h 169347"/>
              <a:gd name="csX5" fmla="*/ 51234 w 176098"/>
              <a:gd name="csY5" fmla="*/ 129586 h 169347"/>
              <a:gd name="csX6" fmla="*/ 47394 w 176098"/>
              <a:gd name="csY6" fmla="*/ 146883 h 169347"/>
              <a:gd name="csX7" fmla="*/ 24969 w 176098"/>
              <a:gd name="csY7" fmla="*/ 165775 h 169347"/>
              <a:gd name="csX8" fmla="*/ 22107 w 176098"/>
              <a:gd name="csY8" fmla="*/ 165942 h 169347"/>
              <a:gd name="csX9" fmla="*/ 17969 w 176098"/>
              <a:gd name="csY9" fmla="*/ 152854 h 169347"/>
              <a:gd name="csX10" fmla="*/ 17438 w 176098"/>
              <a:gd name="csY10" fmla="*/ 129909 h 169347"/>
              <a:gd name="csX11" fmla="*/ 14204 w 176098"/>
              <a:gd name="csY11" fmla="*/ 129480 h 169347"/>
              <a:gd name="csX12" fmla="*/ 581 w 176098"/>
              <a:gd name="csY12" fmla="*/ 138948 h 169347"/>
              <a:gd name="csX13" fmla="*/ 4609 w 176098"/>
              <a:gd name="csY13" fmla="*/ 161598 h 169347"/>
              <a:gd name="csX14" fmla="*/ 17137 w 176098"/>
              <a:gd name="csY14" fmla="*/ 167822 h 169347"/>
              <a:gd name="csX15" fmla="*/ 25647 w 176098"/>
              <a:gd name="csY15" fmla="*/ 169348 h 169347"/>
              <a:gd name="csX16" fmla="*/ 32453 w 176098"/>
              <a:gd name="csY16" fmla="*/ 167221 h 169347"/>
              <a:gd name="csX17" fmla="*/ 54959 w 176098"/>
              <a:gd name="csY17" fmla="*/ 142019 h 169347"/>
              <a:gd name="csX18" fmla="*/ 63768 w 176098"/>
              <a:gd name="csY18" fmla="*/ 136181 h 169347"/>
              <a:gd name="csX19" fmla="*/ 67431 w 176098"/>
              <a:gd name="csY19" fmla="*/ 136406 h 169347"/>
              <a:gd name="csX20" fmla="*/ 70960 w 176098"/>
              <a:gd name="csY20" fmla="*/ 136592 h 169347"/>
              <a:gd name="csX21" fmla="*/ 106970 w 176098"/>
              <a:gd name="csY21" fmla="*/ 109814 h 169347"/>
              <a:gd name="csX22" fmla="*/ 102846 w 176098"/>
              <a:gd name="csY22" fmla="*/ 90514 h 169347"/>
              <a:gd name="csX23" fmla="*/ 102424 w 176098"/>
              <a:gd name="csY23" fmla="*/ 67178 h 169347"/>
              <a:gd name="csX24" fmla="*/ 120182 w 176098"/>
              <a:gd name="csY24" fmla="*/ 57966 h 169347"/>
              <a:gd name="csX25" fmla="*/ 163628 w 176098"/>
              <a:gd name="csY25" fmla="*/ 34148 h 169347"/>
              <a:gd name="csX26" fmla="*/ 164567 w 176098"/>
              <a:gd name="csY26" fmla="*/ 1 h 169347"/>
              <a:gd name="csX27" fmla="*/ 164393 w 176098"/>
              <a:gd name="csY27" fmla="*/ 1 h 16934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</a:cxnLst>
            <a:rect l="l" t="t" r="r" b="b"/>
            <a:pathLst>
              <a:path w="176098" h="169347">
                <a:moveTo>
                  <a:pt x="164393" y="0"/>
                </a:moveTo>
                <a:cubicBezTo>
                  <a:pt x="155105" y="0"/>
                  <a:pt x="147361" y="5501"/>
                  <a:pt x="130124" y="24420"/>
                </a:cubicBezTo>
                <a:cubicBezTo>
                  <a:pt x="115193" y="40960"/>
                  <a:pt x="114378" y="41578"/>
                  <a:pt x="104957" y="41706"/>
                </a:cubicBezTo>
                <a:cubicBezTo>
                  <a:pt x="70543" y="42702"/>
                  <a:pt x="52050" y="51498"/>
                  <a:pt x="40527" y="72572"/>
                </a:cubicBezTo>
                <a:cubicBezTo>
                  <a:pt x="36384" y="79654"/>
                  <a:pt x="35472" y="83623"/>
                  <a:pt x="35632" y="93589"/>
                </a:cubicBezTo>
                <a:cubicBezTo>
                  <a:pt x="35837" y="107155"/>
                  <a:pt x="43682" y="125377"/>
                  <a:pt x="51234" y="129586"/>
                </a:cubicBezTo>
                <a:cubicBezTo>
                  <a:pt x="56722" y="132799"/>
                  <a:pt x="56556" y="133386"/>
                  <a:pt x="47394" y="146883"/>
                </a:cubicBezTo>
                <a:cubicBezTo>
                  <a:pt x="37726" y="160663"/>
                  <a:pt x="32922" y="164817"/>
                  <a:pt x="24969" y="165775"/>
                </a:cubicBezTo>
                <a:cubicBezTo>
                  <a:pt x="23974" y="165889"/>
                  <a:pt x="23019" y="165942"/>
                  <a:pt x="22107" y="165942"/>
                </a:cubicBezTo>
                <a:cubicBezTo>
                  <a:pt x="9691" y="165942"/>
                  <a:pt x="5343" y="156034"/>
                  <a:pt x="17969" y="152854"/>
                </a:cubicBezTo>
                <a:cubicBezTo>
                  <a:pt x="30367" y="149754"/>
                  <a:pt x="30092" y="133424"/>
                  <a:pt x="17438" y="129909"/>
                </a:cubicBezTo>
                <a:cubicBezTo>
                  <a:pt x="16388" y="129618"/>
                  <a:pt x="15300" y="129480"/>
                  <a:pt x="14204" y="129480"/>
                </a:cubicBezTo>
                <a:cubicBezTo>
                  <a:pt x="8280" y="129480"/>
                  <a:pt x="2126" y="133499"/>
                  <a:pt x="581" y="138948"/>
                </a:cubicBezTo>
                <a:cubicBezTo>
                  <a:pt x="-1084" y="144818"/>
                  <a:pt x="1005" y="157008"/>
                  <a:pt x="4609" y="161598"/>
                </a:cubicBezTo>
                <a:cubicBezTo>
                  <a:pt x="6000" y="163462"/>
                  <a:pt x="11600" y="166284"/>
                  <a:pt x="17137" y="167822"/>
                </a:cubicBezTo>
                <a:cubicBezTo>
                  <a:pt x="20783" y="168835"/>
                  <a:pt x="23437" y="169348"/>
                  <a:pt x="25647" y="169348"/>
                </a:cubicBezTo>
                <a:cubicBezTo>
                  <a:pt x="28232" y="169348"/>
                  <a:pt x="30209" y="168646"/>
                  <a:pt x="32453" y="167221"/>
                </a:cubicBezTo>
                <a:cubicBezTo>
                  <a:pt x="38080" y="163928"/>
                  <a:pt x="47508" y="153249"/>
                  <a:pt x="54959" y="142019"/>
                </a:cubicBezTo>
                <a:cubicBezTo>
                  <a:pt x="58112" y="137506"/>
                  <a:pt x="59681" y="136181"/>
                  <a:pt x="63768" y="136181"/>
                </a:cubicBezTo>
                <a:cubicBezTo>
                  <a:pt x="64805" y="136181"/>
                  <a:pt x="66004" y="136266"/>
                  <a:pt x="67431" y="136406"/>
                </a:cubicBezTo>
                <a:cubicBezTo>
                  <a:pt x="68607" y="136531"/>
                  <a:pt x="69785" y="136592"/>
                  <a:pt x="70960" y="136592"/>
                </a:cubicBezTo>
                <a:cubicBezTo>
                  <a:pt x="86971" y="136592"/>
                  <a:pt x="102575" y="125309"/>
                  <a:pt x="106970" y="109814"/>
                </a:cubicBezTo>
                <a:cubicBezTo>
                  <a:pt x="108691" y="103748"/>
                  <a:pt x="107942" y="100373"/>
                  <a:pt x="102846" y="90514"/>
                </a:cubicBezTo>
                <a:cubicBezTo>
                  <a:pt x="95900" y="77398"/>
                  <a:pt x="96011" y="77006"/>
                  <a:pt x="102424" y="67178"/>
                </a:cubicBezTo>
                <a:cubicBezTo>
                  <a:pt x="106234" y="61270"/>
                  <a:pt x="108766" y="59863"/>
                  <a:pt x="120182" y="57966"/>
                </a:cubicBezTo>
                <a:cubicBezTo>
                  <a:pt x="137406" y="55151"/>
                  <a:pt x="153107" y="46425"/>
                  <a:pt x="163628" y="34148"/>
                </a:cubicBezTo>
                <a:cubicBezTo>
                  <a:pt x="179873" y="15229"/>
                  <a:pt x="180310" y="152"/>
                  <a:pt x="164567" y="1"/>
                </a:cubicBezTo>
                <a:cubicBezTo>
                  <a:pt x="164509" y="1"/>
                  <a:pt x="164452" y="1"/>
                  <a:pt x="164393" y="1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 w="7382" cap="flat">
            <a:noFill/>
            <a:prstDash val="solid"/>
            <a:miter/>
          </a:ln>
        </p:spPr>
        <p:txBody>
          <a:bodyPr/>
          <a:lstStyle/>
          <a:p>
            <a:endParaRPr lang="en-AU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083388D6-E597-60E9-8FA0-BBFF29A3C159}"/>
              </a:ext>
            </a:extLst>
          </p:cNvPr>
          <p:cNvSpPr/>
          <p:nvPr/>
        </p:nvSpPr>
        <p:spPr>
          <a:xfrm flipH="1">
            <a:off x="2221264" y="2173996"/>
            <a:ext cx="145694" cy="162816"/>
          </a:xfrm>
          <a:custGeom>
            <a:avLst/>
            <a:gdLst>
              <a:gd name="csX0" fmla="*/ 28484 w 145694"/>
              <a:gd name="csY0" fmla="*/ 3 h 162816"/>
              <a:gd name="csX1" fmla="*/ 7 w 145694"/>
              <a:gd name="csY1" fmla="*/ 18452 h 162816"/>
              <a:gd name="csX2" fmla="*/ 15403 w 145694"/>
              <a:gd name="csY2" fmla="*/ 40883 h 162816"/>
              <a:gd name="csX3" fmla="*/ 33049 w 145694"/>
              <a:gd name="csY3" fmla="*/ 44294 h 162816"/>
              <a:gd name="csX4" fmla="*/ 50293 w 145694"/>
              <a:gd name="csY4" fmla="*/ 38962 h 162816"/>
              <a:gd name="csX5" fmla="*/ 58685 w 145694"/>
              <a:gd name="csY5" fmla="*/ 35722 h 162816"/>
              <a:gd name="csX6" fmla="*/ 84943 w 145694"/>
              <a:gd name="csY6" fmla="*/ 76239 h 162816"/>
              <a:gd name="csX7" fmla="*/ 107571 w 145694"/>
              <a:gd name="csY7" fmla="*/ 124318 h 162816"/>
              <a:gd name="csX8" fmla="*/ 119785 w 145694"/>
              <a:gd name="csY8" fmla="*/ 148186 h 162816"/>
              <a:gd name="csX9" fmla="*/ 129456 w 145694"/>
              <a:gd name="csY9" fmla="*/ 162816 h 162816"/>
              <a:gd name="csX10" fmla="*/ 130300 w 145694"/>
              <a:gd name="csY10" fmla="*/ 158495 h 162816"/>
              <a:gd name="csX11" fmla="*/ 138542 w 145694"/>
              <a:gd name="csY11" fmla="*/ 123421 h 162816"/>
              <a:gd name="csX12" fmla="*/ 137583 w 145694"/>
              <a:gd name="csY12" fmla="*/ 63626 h 162816"/>
              <a:gd name="csX13" fmla="*/ 132583 w 145694"/>
              <a:gd name="csY13" fmla="*/ 50416 h 162816"/>
              <a:gd name="csX14" fmla="*/ 117509 w 145694"/>
              <a:gd name="csY14" fmla="*/ 18577 h 162816"/>
              <a:gd name="csX15" fmla="*/ 109817 w 145694"/>
              <a:gd name="csY15" fmla="*/ 12193 h 162816"/>
              <a:gd name="csX16" fmla="*/ 109784 w 145694"/>
              <a:gd name="csY16" fmla="*/ 12193 h 162816"/>
              <a:gd name="csX17" fmla="*/ 113045 w 145694"/>
              <a:gd name="csY17" fmla="*/ 23036 h 162816"/>
              <a:gd name="csX18" fmla="*/ 107336 w 145694"/>
              <a:gd name="csY18" fmla="*/ 80767 h 162816"/>
              <a:gd name="csX19" fmla="*/ 99256 w 145694"/>
              <a:gd name="csY19" fmla="*/ 86064 h 162816"/>
              <a:gd name="csX20" fmla="*/ 84721 w 145694"/>
              <a:gd name="csY20" fmla="*/ 64987 h 162816"/>
              <a:gd name="csX21" fmla="*/ 50448 w 145694"/>
              <a:gd name="csY21" fmla="*/ 6073 h 162816"/>
              <a:gd name="csX22" fmla="*/ 28485 w 145694"/>
              <a:gd name="csY22" fmla="*/ 0 h 1628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</a:cxnLst>
            <a:rect l="l" t="t" r="r" b="b"/>
            <a:pathLst>
              <a:path w="145694" h="162816">
                <a:moveTo>
                  <a:pt x="28484" y="3"/>
                </a:moveTo>
                <a:cubicBezTo>
                  <a:pt x="13808" y="3"/>
                  <a:pt x="271" y="7109"/>
                  <a:pt x="7" y="18452"/>
                </a:cubicBezTo>
                <a:cubicBezTo>
                  <a:pt x="-298" y="25545"/>
                  <a:pt x="8934" y="38875"/>
                  <a:pt x="15403" y="40883"/>
                </a:cubicBezTo>
                <a:cubicBezTo>
                  <a:pt x="22510" y="43140"/>
                  <a:pt x="28086" y="44294"/>
                  <a:pt x="33049" y="44294"/>
                </a:cubicBezTo>
                <a:cubicBezTo>
                  <a:pt x="39155" y="44294"/>
                  <a:pt x="44334" y="42548"/>
                  <a:pt x="50293" y="38962"/>
                </a:cubicBezTo>
                <a:cubicBezTo>
                  <a:pt x="53623" y="36980"/>
                  <a:pt x="56255" y="35722"/>
                  <a:pt x="58685" y="35722"/>
                </a:cubicBezTo>
                <a:cubicBezTo>
                  <a:pt x="65432" y="35722"/>
                  <a:pt x="70632" y="45417"/>
                  <a:pt x="84943" y="76239"/>
                </a:cubicBezTo>
                <a:cubicBezTo>
                  <a:pt x="94549" y="97272"/>
                  <a:pt x="104837" y="118915"/>
                  <a:pt x="107571" y="124318"/>
                </a:cubicBezTo>
                <a:cubicBezTo>
                  <a:pt x="110305" y="129721"/>
                  <a:pt x="115772" y="140528"/>
                  <a:pt x="119785" y="148186"/>
                </a:cubicBezTo>
                <a:cubicBezTo>
                  <a:pt x="124771" y="157922"/>
                  <a:pt x="127989" y="162816"/>
                  <a:pt x="129456" y="162816"/>
                </a:cubicBezTo>
                <a:cubicBezTo>
                  <a:pt x="130251" y="162816"/>
                  <a:pt x="130532" y="161379"/>
                  <a:pt x="130300" y="158495"/>
                </a:cubicBezTo>
                <a:cubicBezTo>
                  <a:pt x="130175" y="155927"/>
                  <a:pt x="133825" y="140054"/>
                  <a:pt x="138542" y="123421"/>
                </a:cubicBezTo>
                <a:cubicBezTo>
                  <a:pt x="148255" y="89178"/>
                  <a:pt x="148209" y="85576"/>
                  <a:pt x="137583" y="63626"/>
                </a:cubicBezTo>
                <a:cubicBezTo>
                  <a:pt x="134422" y="57472"/>
                  <a:pt x="132306" y="51396"/>
                  <a:pt x="132583" y="50416"/>
                </a:cubicBezTo>
                <a:cubicBezTo>
                  <a:pt x="133638" y="46699"/>
                  <a:pt x="123210" y="24804"/>
                  <a:pt x="117509" y="18577"/>
                </a:cubicBezTo>
                <a:cubicBezTo>
                  <a:pt x="113591" y="14319"/>
                  <a:pt x="110987" y="12213"/>
                  <a:pt x="109817" y="12193"/>
                </a:cubicBezTo>
                <a:lnTo>
                  <a:pt x="109784" y="12193"/>
                </a:lnTo>
                <a:cubicBezTo>
                  <a:pt x="108274" y="12219"/>
                  <a:pt x="109269" y="15885"/>
                  <a:pt x="113045" y="23036"/>
                </a:cubicBezTo>
                <a:cubicBezTo>
                  <a:pt x="124146" y="44062"/>
                  <a:pt x="121989" y="65205"/>
                  <a:pt x="107336" y="80767"/>
                </a:cubicBezTo>
                <a:cubicBezTo>
                  <a:pt x="104092" y="84158"/>
                  <a:pt x="101594" y="86064"/>
                  <a:pt x="99256" y="86064"/>
                </a:cubicBezTo>
                <a:cubicBezTo>
                  <a:pt x="95040" y="86064"/>
                  <a:pt x="91343" y="79863"/>
                  <a:pt x="84721" y="64987"/>
                </a:cubicBezTo>
                <a:cubicBezTo>
                  <a:pt x="69095" y="29829"/>
                  <a:pt x="58230" y="10978"/>
                  <a:pt x="50448" y="6073"/>
                </a:cubicBezTo>
                <a:cubicBezTo>
                  <a:pt x="43936" y="1893"/>
                  <a:pt x="36059" y="0"/>
                  <a:pt x="28485" y="0"/>
                </a:cubicBezTo>
                <a:close/>
              </a:path>
            </a:pathLst>
          </a:custGeom>
          <a:solidFill>
            <a:srgbClr val="000000"/>
          </a:solidFill>
          <a:ln w="7382" cap="flat">
            <a:noFill/>
            <a:prstDash val="solid"/>
            <a:miter/>
          </a:ln>
        </p:spPr>
        <p:txBody>
          <a:bodyPr/>
          <a:lstStyle/>
          <a:p>
            <a:endParaRPr lang="en-AU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1FE22430-D7EA-3628-E0E8-949EFC2CA61A}"/>
              </a:ext>
            </a:extLst>
          </p:cNvPr>
          <p:cNvSpPr/>
          <p:nvPr/>
        </p:nvSpPr>
        <p:spPr>
          <a:xfrm flipH="1">
            <a:off x="2898707" y="2200623"/>
            <a:ext cx="190488" cy="193945"/>
          </a:xfrm>
          <a:custGeom>
            <a:avLst/>
            <a:gdLst>
              <a:gd name="csX0" fmla="*/ 157589 w 190488"/>
              <a:gd name="csY0" fmla="*/ 1 h 193945"/>
              <a:gd name="csX1" fmla="*/ 152832 w 190488"/>
              <a:gd name="csY1" fmla="*/ 447 h 193945"/>
              <a:gd name="csX2" fmla="*/ 131797 w 190488"/>
              <a:gd name="csY2" fmla="*/ 26479 h 193945"/>
              <a:gd name="csX3" fmla="*/ 147193 w 190488"/>
              <a:gd name="csY3" fmla="*/ 72974 h 193945"/>
              <a:gd name="csX4" fmla="*/ 151793 w 190488"/>
              <a:gd name="csY4" fmla="*/ 79318 h 193945"/>
              <a:gd name="csX5" fmla="*/ 135402 w 190488"/>
              <a:gd name="csY5" fmla="*/ 91230 h 193945"/>
              <a:gd name="csX6" fmla="*/ 103682 w 190488"/>
              <a:gd name="csY6" fmla="*/ 112816 h 193945"/>
              <a:gd name="csX7" fmla="*/ 62765 w 190488"/>
              <a:gd name="csY7" fmla="*/ 140504 h 193945"/>
              <a:gd name="csX8" fmla="*/ 122 w 190488"/>
              <a:gd name="csY8" fmla="*/ 185376 h 193945"/>
              <a:gd name="csX9" fmla="*/ 5707 w 190488"/>
              <a:gd name="csY9" fmla="*/ 186960 h 193945"/>
              <a:gd name="csX10" fmla="*/ 10002 w 190488"/>
              <a:gd name="csY10" fmla="*/ 186643 h 193945"/>
              <a:gd name="csX11" fmla="*/ 13097 w 190488"/>
              <a:gd name="csY11" fmla="*/ 186476 h 193945"/>
              <a:gd name="csX12" fmla="*/ 50504 w 190488"/>
              <a:gd name="csY12" fmla="*/ 190504 h 193945"/>
              <a:gd name="csX13" fmla="*/ 83353 w 190488"/>
              <a:gd name="csY13" fmla="*/ 193945 h 193945"/>
              <a:gd name="csX14" fmla="*/ 127675 w 190488"/>
              <a:gd name="csY14" fmla="*/ 175631 h 193945"/>
              <a:gd name="csX15" fmla="*/ 142932 w 190488"/>
              <a:gd name="csY15" fmla="*/ 168469 h 193945"/>
              <a:gd name="csX16" fmla="*/ 188657 w 190488"/>
              <a:gd name="csY16" fmla="*/ 131352 h 193945"/>
              <a:gd name="csX17" fmla="*/ 190489 w 190488"/>
              <a:gd name="csY17" fmla="*/ 124895 h 193945"/>
              <a:gd name="csX18" fmla="*/ 183498 w 190488"/>
              <a:gd name="csY18" fmla="*/ 132241 h 193945"/>
              <a:gd name="csX19" fmla="*/ 144104 w 190488"/>
              <a:gd name="csY19" fmla="*/ 153807 h 193945"/>
              <a:gd name="csX20" fmla="*/ 137708 w 190488"/>
              <a:gd name="csY20" fmla="*/ 154244 h 193945"/>
              <a:gd name="csX21" fmla="*/ 95176 w 190488"/>
              <a:gd name="csY21" fmla="*/ 139795 h 193945"/>
              <a:gd name="csX22" fmla="*/ 101863 w 190488"/>
              <a:gd name="csY22" fmla="*/ 122233 h 193945"/>
              <a:gd name="csX23" fmla="*/ 125512 w 190488"/>
              <a:gd name="csY23" fmla="*/ 105792 h 193945"/>
              <a:gd name="csX24" fmla="*/ 157826 w 190488"/>
              <a:gd name="csY24" fmla="*/ 84370 h 193945"/>
              <a:gd name="csX25" fmla="*/ 180541 w 190488"/>
              <a:gd name="csY25" fmla="*/ 67458 h 193945"/>
              <a:gd name="csX26" fmla="*/ 175793 w 190488"/>
              <a:gd name="csY26" fmla="*/ 5979 h 193945"/>
              <a:gd name="csX27" fmla="*/ 157588 w 190488"/>
              <a:gd name="csY27" fmla="*/ 0 h 19394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</a:cxnLst>
            <a:rect l="l" t="t" r="r" b="b"/>
            <a:pathLst>
              <a:path w="190488" h="193945">
                <a:moveTo>
                  <a:pt x="157589" y="1"/>
                </a:moveTo>
                <a:cubicBezTo>
                  <a:pt x="155930" y="1"/>
                  <a:pt x="154322" y="145"/>
                  <a:pt x="152832" y="447"/>
                </a:cubicBezTo>
                <a:cubicBezTo>
                  <a:pt x="143702" y="2555"/>
                  <a:pt x="133267" y="15278"/>
                  <a:pt x="131797" y="26479"/>
                </a:cubicBezTo>
                <a:cubicBezTo>
                  <a:pt x="129255" y="43715"/>
                  <a:pt x="136037" y="64176"/>
                  <a:pt x="147193" y="72974"/>
                </a:cubicBezTo>
                <a:cubicBezTo>
                  <a:pt x="150562" y="75387"/>
                  <a:pt x="152522" y="78254"/>
                  <a:pt x="151793" y="79318"/>
                </a:cubicBezTo>
                <a:cubicBezTo>
                  <a:pt x="151065" y="80381"/>
                  <a:pt x="143839" y="85552"/>
                  <a:pt x="135402" y="91230"/>
                </a:cubicBezTo>
                <a:cubicBezTo>
                  <a:pt x="127219" y="96768"/>
                  <a:pt x="112934" y="106520"/>
                  <a:pt x="103682" y="112816"/>
                </a:cubicBezTo>
                <a:cubicBezTo>
                  <a:pt x="94627" y="119167"/>
                  <a:pt x="76179" y="131565"/>
                  <a:pt x="62765" y="140504"/>
                </a:cubicBezTo>
                <a:cubicBezTo>
                  <a:pt x="6883" y="177333"/>
                  <a:pt x="-1159" y="183121"/>
                  <a:pt x="122" y="185376"/>
                </a:cubicBezTo>
                <a:cubicBezTo>
                  <a:pt x="714" y="186420"/>
                  <a:pt x="2787" y="186960"/>
                  <a:pt x="5707" y="186960"/>
                </a:cubicBezTo>
                <a:cubicBezTo>
                  <a:pt x="6993" y="186960"/>
                  <a:pt x="8442" y="186855"/>
                  <a:pt x="10002" y="186643"/>
                </a:cubicBezTo>
                <a:cubicBezTo>
                  <a:pt x="10747" y="186529"/>
                  <a:pt x="11794" y="186476"/>
                  <a:pt x="13097" y="186476"/>
                </a:cubicBezTo>
                <a:cubicBezTo>
                  <a:pt x="20373" y="186476"/>
                  <a:pt x="35610" y="188158"/>
                  <a:pt x="50504" y="190504"/>
                </a:cubicBezTo>
                <a:cubicBezTo>
                  <a:pt x="64387" y="192688"/>
                  <a:pt x="74768" y="193945"/>
                  <a:pt x="83353" y="193945"/>
                </a:cubicBezTo>
                <a:cubicBezTo>
                  <a:pt x="100781" y="193945"/>
                  <a:pt x="110802" y="188763"/>
                  <a:pt x="127675" y="175631"/>
                </a:cubicBezTo>
                <a:cubicBezTo>
                  <a:pt x="131807" y="172345"/>
                  <a:pt x="138676" y="169186"/>
                  <a:pt x="142932" y="168469"/>
                </a:cubicBezTo>
                <a:cubicBezTo>
                  <a:pt x="159705" y="165739"/>
                  <a:pt x="184717" y="145244"/>
                  <a:pt x="188657" y="131352"/>
                </a:cubicBezTo>
                <a:lnTo>
                  <a:pt x="190489" y="124895"/>
                </a:lnTo>
                <a:lnTo>
                  <a:pt x="183498" y="132241"/>
                </a:lnTo>
                <a:cubicBezTo>
                  <a:pt x="173588" y="142364"/>
                  <a:pt x="156170" y="151881"/>
                  <a:pt x="144104" y="153807"/>
                </a:cubicBezTo>
                <a:cubicBezTo>
                  <a:pt x="142103" y="154103"/>
                  <a:pt x="139953" y="154244"/>
                  <a:pt x="137708" y="154244"/>
                </a:cubicBezTo>
                <a:cubicBezTo>
                  <a:pt x="122716" y="154244"/>
                  <a:pt x="103434" y="147963"/>
                  <a:pt x="95176" y="139795"/>
                </a:cubicBezTo>
                <a:cubicBezTo>
                  <a:pt x="87578" y="131986"/>
                  <a:pt x="87325" y="132127"/>
                  <a:pt x="101863" y="122233"/>
                </a:cubicBezTo>
                <a:cubicBezTo>
                  <a:pt x="107348" y="118690"/>
                  <a:pt x="117779" y="111243"/>
                  <a:pt x="125512" y="105792"/>
                </a:cubicBezTo>
                <a:cubicBezTo>
                  <a:pt x="133047" y="100285"/>
                  <a:pt x="147475" y="90782"/>
                  <a:pt x="157826" y="84370"/>
                </a:cubicBezTo>
                <a:cubicBezTo>
                  <a:pt x="168122" y="78153"/>
                  <a:pt x="178159" y="70597"/>
                  <a:pt x="180541" y="67458"/>
                </a:cubicBezTo>
                <a:cubicBezTo>
                  <a:pt x="193352" y="50119"/>
                  <a:pt x="191037" y="19923"/>
                  <a:pt x="175793" y="5979"/>
                </a:cubicBezTo>
                <a:cubicBezTo>
                  <a:pt x="171711" y="2311"/>
                  <a:pt x="164238" y="0"/>
                  <a:pt x="157588" y="0"/>
                </a:cubicBezTo>
                <a:close/>
              </a:path>
            </a:pathLst>
          </a:custGeom>
          <a:solidFill>
            <a:srgbClr val="000000"/>
          </a:solidFill>
          <a:ln w="7382" cap="flat">
            <a:noFill/>
            <a:prstDash val="solid"/>
            <a:miter/>
          </a:ln>
        </p:spPr>
        <p:txBody>
          <a:bodyPr/>
          <a:lstStyle/>
          <a:p>
            <a:endParaRPr lang="en-AU"/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67FBAA17-F010-DE46-1E65-1FB88C39441F}"/>
              </a:ext>
            </a:extLst>
          </p:cNvPr>
          <p:cNvSpPr/>
          <p:nvPr/>
        </p:nvSpPr>
        <p:spPr>
          <a:xfrm flipH="1">
            <a:off x="2419833" y="2253045"/>
            <a:ext cx="148681" cy="142039"/>
          </a:xfrm>
          <a:custGeom>
            <a:avLst/>
            <a:gdLst>
              <a:gd name="csX0" fmla="*/ 144777 w 148681"/>
              <a:gd name="csY0" fmla="*/ 2 h 142039"/>
              <a:gd name="csX1" fmla="*/ 142401 w 148681"/>
              <a:gd name="csY1" fmla="*/ 2185 h 142039"/>
              <a:gd name="csX2" fmla="*/ 129812 w 148681"/>
              <a:gd name="csY2" fmla="*/ 18741 h 142039"/>
              <a:gd name="csX3" fmla="*/ 116155 w 148681"/>
              <a:gd name="csY3" fmla="*/ 36057 h 142039"/>
              <a:gd name="csX4" fmla="*/ 94066 w 148681"/>
              <a:gd name="csY4" fmla="*/ 65806 h 142039"/>
              <a:gd name="csX5" fmla="*/ 71610 w 148681"/>
              <a:gd name="csY5" fmla="*/ 96088 h 142039"/>
              <a:gd name="csX6" fmla="*/ 66092 w 148681"/>
              <a:gd name="csY6" fmla="*/ 104266 h 142039"/>
              <a:gd name="csX7" fmla="*/ 61121 w 148681"/>
              <a:gd name="csY7" fmla="*/ 108740 h 142039"/>
              <a:gd name="csX8" fmla="*/ 52943 w 148681"/>
              <a:gd name="csY8" fmla="*/ 103991 h 142039"/>
              <a:gd name="csX9" fmla="*/ 24542 w 148681"/>
              <a:gd name="csY9" fmla="*/ 93378 h 142039"/>
              <a:gd name="csX10" fmla="*/ 20001 w 148681"/>
              <a:gd name="csY10" fmla="*/ 93787 h 142039"/>
              <a:gd name="csX11" fmla="*/ 2681 w 148681"/>
              <a:gd name="csY11" fmla="*/ 124016 h 142039"/>
              <a:gd name="csX12" fmla="*/ 18077 w 148681"/>
              <a:gd name="csY12" fmla="*/ 134414 h 142039"/>
              <a:gd name="csX13" fmla="*/ 32332 w 148681"/>
              <a:gd name="csY13" fmla="*/ 136664 h 142039"/>
              <a:gd name="csX14" fmla="*/ 62397 w 148681"/>
              <a:gd name="csY14" fmla="*/ 116538 h 142039"/>
              <a:gd name="csX15" fmla="*/ 83894 w 148681"/>
              <a:gd name="csY15" fmla="*/ 86623 h 142039"/>
              <a:gd name="csX16" fmla="*/ 101078 w 148681"/>
              <a:gd name="csY16" fmla="*/ 69070 h 142039"/>
              <a:gd name="csX17" fmla="*/ 103475 w 148681"/>
              <a:gd name="csY17" fmla="*/ 69475 h 142039"/>
              <a:gd name="csX18" fmla="*/ 117519 w 148681"/>
              <a:gd name="csY18" fmla="*/ 92162 h 142039"/>
              <a:gd name="csX19" fmla="*/ 102763 w 148681"/>
              <a:gd name="csY19" fmla="*/ 133660 h 142039"/>
              <a:gd name="csX20" fmla="*/ 95693 w 148681"/>
              <a:gd name="csY20" fmla="*/ 142039 h 142039"/>
              <a:gd name="csX21" fmla="*/ 101098 w 148681"/>
              <a:gd name="csY21" fmla="*/ 139530 h 142039"/>
              <a:gd name="csX22" fmla="*/ 126907 w 148681"/>
              <a:gd name="csY22" fmla="*/ 108702 h 142039"/>
              <a:gd name="csX23" fmla="*/ 139777 w 148681"/>
              <a:gd name="csY23" fmla="*/ 85890 h 142039"/>
              <a:gd name="csX24" fmla="*/ 148556 w 148681"/>
              <a:gd name="csY24" fmla="*/ 63209 h 142039"/>
              <a:gd name="csX25" fmla="*/ 146714 w 148681"/>
              <a:gd name="csY25" fmla="*/ 37365 h 142039"/>
              <a:gd name="csX26" fmla="*/ 145007 w 148681"/>
              <a:gd name="csY26" fmla="*/ 10294 h 142039"/>
              <a:gd name="csX27" fmla="*/ 144776 w 148681"/>
              <a:gd name="csY27" fmla="*/ 0 h 14203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</a:cxnLst>
            <a:rect l="l" t="t" r="r" b="b"/>
            <a:pathLst>
              <a:path w="148681" h="142039">
                <a:moveTo>
                  <a:pt x="144777" y="2"/>
                </a:moveTo>
                <a:cubicBezTo>
                  <a:pt x="144296" y="2"/>
                  <a:pt x="143531" y="813"/>
                  <a:pt x="142401" y="2185"/>
                </a:cubicBezTo>
                <a:cubicBezTo>
                  <a:pt x="140636" y="4649"/>
                  <a:pt x="134943" y="11934"/>
                  <a:pt x="129812" y="18741"/>
                </a:cubicBezTo>
                <a:cubicBezTo>
                  <a:pt x="124540" y="25298"/>
                  <a:pt x="118483" y="33114"/>
                  <a:pt x="116155" y="36057"/>
                </a:cubicBezTo>
                <a:cubicBezTo>
                  <a:pt x="113883" y="38803"/>
                  <a:pt x="104074" y="52332"/>
                  <a:pt x="94066" y="65806"/>
                </a:cubicBezTo>
                <a:cubicBezTo>
                  <a:pt x="84255" y="79336"/>
                  <a:pt x="73994" y="92951"/>
                  <a:pt x="71610" y="96088"/>
                </a:cubicBezTo>
                <a:cubicBezTo>
                  <a:pt x="69029" y="99171"/>
                  <a:pt x="66480" y="102896"/>
                  <a:pt x="66092" y="104266"/>
                </a:cubicBezTo>
                <a:cubicBezTo>
                  <a:pt x="65245" y="107251"/>
                  <a:pt x="63428" y="108740"/>
                  <a:pt x="61121" y="108740"/>
                </a:cubicBezTo>
                <a:cubicBezTo>
                  <a:pt x="58740" y="108740"/>
                  <a:pt x="55838" y="107154"/>
                  <a:pt x="52943" y="103991"/>
                </a:cubicBezTo>
                <a:cubicBezTo>
                  <a:pt x="47305" y="98084"/>
                  <a:pt x="34273" y="93378"/>
                  <a:pt x="24542" y="93378"/>
                </a:cubicBezTo>
                <a:cubicBezTo>
                  <a:pt x="22920" y="93378"/>
                  <a:pt x="21390" y="93509"/>
                  <a:pt x="20001" y="93787"/>
                </a:cubicBezTo>
                <a:cubicBezTo>
                  <a:pt x="3457" y="97213"/>
                  <a:pt x="-4573" y="111236"/>
                  <a:pt x="2681" y="124016"/>
                </a:cubicBezTo>
                <a:cubicBezTo>
                  <a:pt x="6434" y="130337"/>
                  <a:pt x="8387" y="131723"/>
                  <a:pt x="18077" y="134414"/>
                </a:cubicBezTo>
                <a:cubicBezTo>
                  <a:pt x="23379" y="135887"/>
                  <a:pt x="28067" y="136664"/>
                  <a:pt x="32332" y="136664"/>
                </a:cubicBezTo>
                <a:cubicBezTo>
                  <a:pt x="44291" y="136664"/>
                  <a:pt x="52919" y="130555"/>
                  <a:pt x="62397" y="116538"/>
                </a:cubicBezTo>
                <a:cubicBezTo>
                  <a:pt x="66459" y="110488"/>
                  <a:pt x="76016" y="97100"/>
                  <a:pt x="83894" y="86623"/>
                </a:cubicBezTo>
                <a:cubicBezTo>
                  <a:pt x="94744" y="72466"/>
                  <a:pt x="97647" y="69070"/>
                  <a:pt x="101078" y="69070"/>
                </a:cubicBezTo>
                <a:cubicBezTo>
                  <a:pt x="101823" y="69070"/>
                  <a:pt x="102593" y="69230"/>
                  <a:pt x="103475" y="69475"/>
                </a:cubicBezTo>
                <a:cubicBezTo>
                  <a:pt x="109606" y="71178"/>
                  <a:pt x="115122" y="80309"/>
                  <a:pt x="117519" y="92162"/>
                </a:cubicBezTo>
                <a:cubicBezTo>
                  <a:pt x="119570" y="102231"/>
                  <a:pt x="112580" y="121610"/>
                  <a:pt x="102763" y="133660"/>
                </a:cubicBezTo>
                <a:lnTo>
                  <a:pt x="95693" y="142039"/>
                </a:lnTo>
                <a:lnTo>
                  <a:pt x="101098" y="139530"/>
                </a:lnTo>
                <a:cubicBezTo>
                  <a:pt x="109597" y="135136"/>
                  <a:pt x="121520" y="120928"/>
                  <a:pt x="126907" y="108702"/>
                </a:cubicBezTo>
                <a:cubicBezTo>
                  <a:pt x="129530" y="102464"/>
                  <a:pt x="135208" y="92221"/>
                  <a:pt x="139777" y="85890"/>
                </a:cubicBezTo>
                <a:cubicBezTo>
                  <a:pt x="146895" y="75835"/>
                  <a:pt x="147815" y="73345"/>
                  <a:pt x="148556" y="63209"/>
                </a:cubicBezTo>
                <a:cubicBezTo>
                  <a:pt x="149035" y="57009"/>
                  <a:pt x="148077" y="45344"/>
                  <a:pt x="146714" y="37365"/>
                </a:cubicBezTo>
                <a:cubicBezTo>
                  <a:pt x="145350" y="29388"/>
                  <a:pt x="144560" y="17136"/>
                  <a:pt x="145007" y="10294"/>
                </a:cubicBezTo>
                <a:cubicBezTo>
                  <a:pt x="145580" y="2873"/>
                  <a:pt x="145681" y="0"/>
                  <a:pt x="144776" y="0"/>
                </a:cubicBezTo>
                <a:close/>
              </a:path>
            </a:pathLst>
          </a:custGeom>
          <a:solidFill>
            <a:srgbClr val="000000"/>
          </a:solidFill>
          <a:ln w="7382" cap="flat">
            <a:noFill/>
            <a:prstDash val="solid"/>
            <a:miter/>
          </a:ln>
        </p:spPr>
        <p:txBody>
          <a:bodyPr/>
          <a:lstStyle/>
          <a:p>
            <a:endParaRPr lang="en-AU"/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0E682719-89C8-32B6-21CB-B5DE7F2F5358}"/>
              </a:ext>
            </a:extLst>
          </p:cNvPr>
          <p:cNvSpPr/>
          <p:nvPr/>
        </p:nvSpPr>
        <p:spPr>
          <a:xfrm flipH="1">
            <a:off x="2092345" y="2267839"/>
            <a:ext cx="106448" cy="152708"/>
          </a:xfrm>
          <a:custGeom>
            <a:avLst/>
            <a:gdLst>
              <a:gd name="csX0" fmla="*/ 67795 w 106448"/>
              <a:gd name="csY0" fmla="*/ 0 h 152708"/>
              <a:gd name="csX1" fmla="*/ 59528 w 106448"/>
              <a:gd name="csY1" fmla="*/ 1804 h 152708"/>
              <a:gd name="csX2" fmla="*/ 50502 w 106448"/>
              <a:gd name="csY2" fmla="*/ 14074 h 152708"/>
              <a:gd name="csX3" fmla="*/ 52309 w 106448"/>
              <a:gd name="csY3" fmla="*/ 32518 h 152708"/>
              <a:gd name="csX4" fmla="*/ 63883 w 106448"/>
              <a:gd name="csY4" fmla="*/ 45865 h 152708"/>
              <a:gd name="csX5" fmla="*/ 61066 w 106448"/>
              <a:gd name="csY5" fmla="*/ 70836 h 152708"/>
              <a:gd name="csX6" fmla="*/ 49959 w 106448"/>
              <a:gd name="csY6" fmla="*/ 84428 h 152708"/>
              <a:gd name="csX7" fmla="*/ 43505 w 106448"/>
              <a:gd name="csY7" fmla="*/ 92135 h 152708"/>
              <a:gd name="csX8" fmla="*/ 5 w 106448"/>
              <a:gd name="csY8" fmla="*/ 152245 h 152708"/>
              <a:gd name="csX9" fmla="*/ 1079 w 106448"/>
              <a:gd name="csY9" fmla="*/ 152709 h 152708"/>
              <a:gd name="csX10" fmla="*/ 9278 w 106448"/>
              <a:gd name="csY10" fmla="*/ 150388 h 152708"/>
              <a:gd name="csX11" fmla="*/ 34952 w 106448"/>
              <a:gd name="csY11" fmla="*/ 144853 h 152708"/>
              <a:gd name="csX12" fmla="*/ 58199 w 106448"/>
              <a:gd name="csY12" fmla="*/ 138856 h 152708"/>
              <a:gd name="csX13" fmla="*/ 77972 w 106448"/>
              <a:gd name="csY13" fmla="*/ 120282 h 152708"/>
              <a:gd name="csX14" fmla="*/ 85018 w 106448"/>
              <a:gd name="csY14" fmla="*/ 112740 h 152708"/>
              <a:gd name="csX15" fmla="*/ 104694 w 106448"/>
              <a:gd name="csY15" fmla="*/ 85486 h 152708"/>
              <a:gd name="csX16" fmla="*/ 106361 w 106448"/>
              <a:gd name="csY16" fmla="*/ 77549 h 152708"/>
              <a:gd name="csX17" fmla="*/ 106327 w 106448"/>
              <a:gd name="csY17" fmla="*/ 77549 h 152708"/>
              <a:gd name="csX18" fmla="*/ 103914 w 106448"/>
              <a:gd name="csY18" fmla="*/ 81470 h 152708"/>
              <a:gd name="csX19" fmla="*/ 66067 w 106448"/>
              <a:gd name="csY19" fmla="*/ 106531 h 152708"/>
              <a:gd name="csX20" fmla="*/ 58156 w 106448"/>
              <a:gd name="csY20" fmla="*/ 105914 h 152708"/>
              <a:gd name="csX21" fmla="*/ 78623 w 106448"/>
              <a:gd name="csY21" fmla="*/ 54815 h 152708"/>
              <a:gd name="csX22" fmla="*/ 89862 w 106448"/>
              <a:gd name="csY22" fmla="*/ 33239 h 152708"/>
              <a:gd name="csX23" fmla="*/ 69789 w 106448"/>
              <a:gd name="csY23" fmla="*/ 223 h 152708"/>
              <a:gd name="csX24" fmla="*/ 67794 w 106448"/>
              <a:gd name="csY24" fmla="*/ 1 h 15270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</a:cxnLst>
            <a:rect l="l" t="t" r="r" b="b"/>
            <a:pathLst>
              <a:path w="106448" h="152708">
                <a:moveTo>
                  <a:pt x="67795" y="0"/>
                </a:moveTo>
                <a:cubicBezTo>
                  <a:pt x="65452" y="0"/>
                  <a:pt x="62258" y="659"/>
                  <a:pt x="59528" y="1804"/>
                </a:cubicBezTo>
                <a:cubicBezTo>
                  <a:pt x="54234" y="3923"/>
                  <a:pt x="52832" y="5856"/>
                  <a:pt x="50502" y="14074"/>
                </a:cubicBezTo>
                <a:cubicBezTo>
                  <a:pt x="48170" y="22292"/>
                  <a:pt x="48437" y="25111"/>
                  <a:pt x="52309" y="32518"/>
                </a:cubicBezTo>
                <a:cubicBezTo>
                  <a:pt x="54616" y="37170"/>
                  <a:pt x="59921" y="43287"/>
                  <a:pt x="63883" y="45865"/>
                </a:cubicBezTo>
                <a:cubicBezTo>
                  <a:pt x="72968" y="52189"/>
                  <a:pt x="72372" y="57300"/>
                  <a:pt x="61066" y="70836"/>
                </a:cubicBezTo>
                <a:cubicBezTo>
                  <a:pt x="56522" y="76328"/>
                  <a:pt x="51359" y="82495"/>
                  <a:pt x="49959" y="84428"/>
                </a:cubicBezTo>
                <a:cubicBezTo>
                  <a:pt x="48359" y="86305"/>
                  <a:pt x="45667" y="89780"/>
                  <a:pt x="43505" y="92135"/>
                </a:cubicBezTo>
                <a:cubicBezTo>
                  <a:pt x="33237" y="104270"/>
                  <a:pt x="-453" y="150851"/>
                  <a:pt x="5" y="152245"/>
                </a:cubicBezTo>
                <a:cubicBezTo>
                  <a:pt x="39" y="152562"/>
                  <a:pt x="427" y="152709"/>
                  <a:pt x="1079" y="152709"/>
                </a:cubicBezTo>
                <a:cubicBezTo>
                  <a:pt x="2672" y="152709"/>
                  <a:pt x="5841" y="151830"/>
                  <a:pt x="9278" y="150388"/>
                </a:cubicBezTo>
                <a:cubicBezTo>
                  <a:pt x="14120" y="148356"/>
                  <a:pt x="25704" y="145873"/>
                  <a:pt x="34952" y="144853"/>
                </a:cubicBezTo>
                <a:cubicBezTo>
                  <a:pt x="44201" y="143833"/>
                  <a:pt x="54597" y="141022"/>
                  <a:pt x="58199" y="138856"/>
                </a:cubicBezTo>
                <a:cubicBezTo>
                  <a:pt x="66920" y="133679"/>
                  <a:pt x="76806" y="124392"/>
                  <a:pt x="77972" y="120282"/>
                </a:cubicBezTo>
                <a:cubicBezTo>
                  <a:pt x="78472" y="118521"/>
                  <a:pt x="81559" y="115158"/>
                  <a:pt x="85018" y="112740"/>
                </a:cubicBezTo>
                <a:cubicBezTo>
                  <a:pt x="95339" y="105686"/>
                  <a:pt x="101672" y="96890"/>
                  <a:pt x="104694" y="85486"/>
                </a:cubicBezTo>
                <a:cubicBezTo>
                  <a:pt x="106108" y="80081"/>
                  <a:pt x="106684" y="77627"/>
                  <a:pt x="106361" y="77549"/>
                </a:cubicBezTo>
                <a:lnTo>
                  <a:pt x="106327" y="77549"/>
                </a:lnTo>
                <a:cubicBezTo>
                  <a:pt x="106039" y="77608"/>
                  <a:pt x="105244" y="78996"/>
                  <a:pt x="103914" y="81470"/>
                </a:cubicBezTo>
                <a:cubicBezTo>
                  <a:pt x="95116" y="98183"/>
                  <a:pt x="82319" y="106531"/>
                  <a:pt x="66067" y="106531"/>
                </a:cubicBezTo>
                <a:cubicBezTo>
                  <a:pt x="63515" y="106531"/>
                  <a:pt x="60877" y="106325"/>
                  <a:pt x="58156" y="105914"/>
                </a:cubicBezTo>
                <a:cubicBezTo>
                  <a:pt x="38761" y="102848"/>
                  <a:pt x="38982" y="102065"/>
                  <a:pt x="78623" y="54815"/>
                </a:cubicBezTo>
                <a:cubicBezTo>
                  <a:pt x="88638" y="42820"/>
                  <a:pt x="89841" y="40833"/>
                  <a:pt x="89862" y="33239"/>
                </a:cubicBezTo>
                <a:cubicBezTo>
                  <a:pt x="89965" y="19336"/>
                  <a:pt x="80071" y="3078"/>
                  <a:pt x="69789" y="223"/>
                </a:cubicBezTo>
                <a:cubicBezTo>
                  <a:pt x="69248" y="73"/>
                  <a:pt x="68568" y="1"/>
                  <a:pt x="67794" y="1"/>
                </a:cubicBezTo>
                <a:close/>
              </a:path>
            </a:pathLst>
          </a:custGeom>
          <a:solidFill>
            <a:srgbClr val="000000"/>
          </a:solidFill>
          <a:ln w="7382" cap="flat">
            <a:noFill/>
            <a:prstDash val="solid"/>
            <a:miter/>
          </a:ln>
        </p:spPr>
        <p:txBody>
          <a:bodyPr/>
          <a:lstStyle/>
          <a:p>
            <a:endParaRPr lang="en-AU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2EFA2AFD-8A80-4975-01CB-02C6E6E643C8}"/>
              </a:ext>
            </a:extLst>
          </p:cNvPr>
          <p:cNvSpPr/>
          <p:nvPr/>
        </p:nvSpPr>
        <p:spPr>
          <a:xfrm flipH="1">
            <a:off x="4729931" y="1870666"/>
            <a:ext cx="224131" cy="222055"/>
          </a:xfrm>
          <a:custGeom>
            <a:avLst/>
            <a:gdLst>
              <a:gd name="csX0" fmla="*/ 219870 w 224131"/>
              <a:gd name="csY0" fmla="*/ 1 h 222055"/>
              <a:gd name="csX1" fmla="*/ 218264 w 224131"/>
              <a:gd name="csY1" fmla="*/ 814 h 222055"/>
              <a:gd name="csX2" fmla="*/ 178244 w 224131"/>
              <a:gd name="csY2" fmla="*/ 57670 h 222055"/>
              <a:gd name="csX3" fmla="*/ 156589 w 224131"/>
              <a:gd name="csY3" fmla="*/ 89652 h 222055"/>
              <a:gd name="csX4" fmla="*/ 135525 w 224131"/>
              <a:gd name="csY4" fmla="*/ 121797 h 222055"/>
              <a:gd name="csX5" fmla="*/ 120678 w 224131"/>
              <a:gd name="csY5" fmla="*/ 144061 h 222055"/>
              <a:gd name="csX6" fmla="*/ 107621 w 224131"/>
              <a:gd name="csY6" fmla="*/ 163020 h 222055"/>
              <a:gd name="csX7" fmla="*/ 94758 w 224131"/>
              <a:gd name="csY7" fmla="*/ 177977 h 222055"/>
              <a:gd name="csX8" fmla="*/ 94431 w 224131"/>
              <a:gd name="csY8" fmla="*/ 177934 h 222055"/>
              <a:gd name="csX9" fmla="*/ 79858 w 224131"/>
              <a:gd name="csY9" fmla="*/ 168397 h 222055"/>
              <a:gd name="csX10" fmla="*/ 41098 w 224131"/>
              <a:gd name="csY10" fmla="*/ 154744 h 222055"/>
              <a:gd name="csX11" fmla="*/ 13336 w 224131"/>
              <a:gd name="csY11" fmla="*/ 163008 h 222055"/>
              <a:gd name="csX12" fmla="*/ 1791 w 224131"/>
              <a:gd name="csY12" fmla="*/ 179644 h 222055"/>
              <a:gd name="csX13" fmla="*/ 2617 w 224131"/>
              <a:gd name="csY13" fmla="*/ 199293 h 222055"/>
              <a:gd name="csX14" fmla="*/ 43905 w 224131"/>
              <a:gd name="csY14" fmla="*/ 222055 h 222055"/>
              <a:gd name="csX15" fmla="*/ 76964 w 224131"/>
              <a:gd name="csY15" fmla="*/ 213188 h 222055"/>
              <a:gd name="csX16" fmla="*/ 103033 w 224131"/>
              <a:gd name="csY16" fmla="*/ 183699 h 222055"/>
              <a:gd name="csX17" fmla="*/ 181184 w 224131"/>
              <a:gd name="csY17" fmla="*/ 71188 h 222055"/>
              <a:gd name="csX18" fmla="*/ 181439 w 224131"/>
              <a:gd name="csY18" fmla="*/ 71223 h 222055"/>
              <a:gd name="csX19" fmla="*/ 199043 w 224131"/>
              <a:gd name="csY19" fmla="*/ 94898 h 222055"/>
              <a:gd name="csX20" fmla="*/ 198919 w 224131"/>
              <a:gd name="csY20" fmla="*/ 140459 h 222055"/>
              <a:gd name="csX21" fmla="*/ 158228 w 224131"/>
              <a:gd name="csY21" fmla="*/ 198184 h 222055"/>
              <a:gd name="csX22" fmla="*/ 150505 w 224131"/>
              <a:gd name="csY22" fmla="*/ 205720 h 222055"/>
              <a:gd name="csX23" fmla="*/ 156594 w 224131"/>
              <a:gd name="csY23" fmla="*/ 204697 h 222055"/>
              <a:gd name="csX24" fmla="*/ 211637 w 224131"/>
              <a:gd name="csY24" fmla="*/ 157291 h 222055"/>
              <a:gd name="csX25" fmla="*/ 221348 w 224131"/>
              <a:gd name="csY25" fmla="*/ 74919 h 222055"/>
              <a:gd name="csX26" fmla="*/ 221125 w 224131"/>
              <a:gd name="csY26" fmla="*/ 15540 h 222055"/>
              <a:gd name="csX27" fmla="*/ 219869 w 224131"/>
              <a:gd name="csY27" fmla="*/ 0 h 22205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</a:cxnLst>
            <a:rect l="l" t="t" r="r" b="b"/>
            <a:pathLst>
              <a:path w="224131" h="222055">
                <a:moveTo>
                  <a:pt x="219870" y="1"/>
                </a:moveTo>
                <a:cubicBezTo>
                  <a:pt x="219390" y="1"/>
                  <a:pt x="218851" y="257"/>
                  <a:pt x="218264" y="814"/>
                </a:cubicBezTo>
                <a:cubicBezTo>
                  <a:pt x="216269" y="2582"/>
                  <a:pt x="193876" y="34148"/>
                  <a:pt x="178244" y="57670"/>
                </a:cubicBezTo>
                <a:cubicBezTo>
                  <a:pt x="171269" y="67976"/>
                  <a:pt x="161434" y="82343"/>
                  <a:pt x="156589" y="89652"/>
                </a:cubicBezTo>
                <a:cubicBezTo>
                  <a:pt x="151545" y="96906"/>
                  <a:pt x="142106" y="111383"/>
                  <a:pt x="135525" y="121797"/>
                </a:cubicBezTo>
                <a:cubicBezTo>
                  <a:pt x="128945" y="132213"/>
                  <a:pt x="122278" y="142183"/>
                  <a:pt x="120678" y="144061"/>
                </a:cubicBezTo>
                <a:cubicBezTo>
                  <a:pt x="119079" y="145938"/>
                  <a:pt x="113252" y="154452"/>
                  <a:pt x="107621" y="163020"/>
                </a:cubicBezTo>
                <a:cubicBezTo>
                  <a:pt x="101089" y="173213"/>
                  <a:pt x="96865" y="177977"/>
                  <a:pt x="94758" y="177977"/>
                </a:cubicBezTo>
                <a:cubicBezTo>
                  <a:pt x="94643" y="177977"/>
                  <a:pt x="94534" y="177962"/>
                  <a:pt x="94431" y="177934"/>
                </a:cubicBezTo>
                <a:cubicBezTo>
                  <a:pt x="92651" y="177439"/>
                  <a:pt x="86199" y="173114"/>
                  <a:pt x="79858" y="168397"/>
                </a:cubicBezTo>
                <a:cubicBezTo>
                  <a:pt x="68041" y="159378"/>
                  <a:pt x="54229" y="154744"/>
                  <a:pt x="41098" y="154744"/>
                </a:cubicBezTo>
                <a:cubicBezTo>
                  <a:pt x="31042" y="154744"/>
                  <a:pt x="21386" y="157462"/>
                  <a:pt x="13336" y="163008"/>
                </a:cubicBezTo>
                <a:cubicBezTo>
                  <a:pt x="6166" y="167983"/>
                  <a:pt x="4455" y="170252"/>
                  <a:pt x="1791" y="179644"/>
                </a:cubicBezTo>
                <a:cubicBezTo>
                  <a:pt x="-818" y="188840"/>
                  <a:pt x="-605" y="191854"/>
                  <a:pt x="2617" y="199293"/>
                </a:cubicBezTo>
                <a:cubicBezTo>
                  <a:pt x="9167" y="213962"/>
                  <a:pt x="25563" y="222055"/>
                  <a:pt x="43905" y="222055"/>
                </a:cubicBezTo>
                <a:cubicBezTo>
                  <a:pt x="54789" y="222055"/>
                  <a:pt x="66360" y="219205"/>
                  <a:pt x="76964" y="213188"/>
                </a:cubicBezTo>
                <a:cubicBezTo>
                  <a:pt x="86390" y="207784"/>
                  <a:pt x="89588" y="204029"/>
                  <a:pt x="103033" y="183699"/>
                </a:cubicBezTo>
                <a:cubicBezTo>
                  <a:pt x="167329" y="86540"/>
                  <a:pt x="177926" y="71188"/>
                  <a:pt x="181184" y="71188"/>
                </a:cubicBezTo>
                <a:cubicBezTo>
                  <a:pt x="181274" y="71188"/>
                  <a:pt x="181358" y="71200"/>
                  <a:pt x="181439" y="71223"/>
                </a:cubicBezTo>
                <a:cubicBezTo>
                  <a:pt x="185789" y="72431"/>
                  <a:pt x="195671" y="85729"/>
                  <a:pt x="199043" y="94898"/>
                </a:cubicBezTo>
                <a:cubicBezTo>
                  <a:pt x="203844" y="108053"/>
                  <a:pt x="203859" y="123044"/>
                  <a:pt x="198919" y="140459"/>
                </a:cubicBezTo>
                <a:cubicBezTo>
                  <a:pt x="192123" y="165170"/>
                  <a:pt x="178560" y="184411"/>
                  <a:pt x="158228" y="198184"/>
                </a:cubicBezTo>
                <a:cubicBezTo>
                  <a:pt x="150409" y="203682"/>
                  <a:pt x="147945" y="205720"/>
                  <a:pt x="150505" y="205720"/>
                </a:cubicBezTo>
                <a:cubicBezTo>
                  <a:pt x="151609" y="205720"/>
                  <a:pt x="153648" y="205341"/>
                  <a:pt x="156594" y="204697"/>
                </a:cubicBezTo>
                <a:cubicBezTo>
                  <a:pt x="171730" y="201723"/>
                  <a:pt x="198311" y="178708"/>
                  <a:pt x="211637" y="157291"/>
                </a:cubicBezTo>
                <a:cubicBezTo>
                  <a:pt x="224545" y="136601"/>
                  <a:pt x="226821" y="116546"/>
                  <a:pt x="221348" y="74919"/>
                </a:cubicBezTo>
                <a:cubicBezTo>
                  <a:pt x="217576" y="46851"/>
                  <a:pt x="217573" y="28063"/>
                  <a:pt x="221125" y="15540"/>
                </a:cubicBezTo>
                <a:cubicBezTo>
                  <a:pt x="223376" y="7604"/>
                  <a:pt x="222486" y="0"/>
                  <a:pt x="219869" y="0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 w="7382" cap="flat">
            <a:noFill/>
            <a:prstDash val="solid"/>
            <a:miter/>
          </a:ln>
        </p:spPr>
        <p:txBody>
          <a:bodyPr/>
          <a:lstStyle/>
          <a:p>
            <a:endParaRPr lang="en-AU"/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0EDA022B-7B04-1A8E-4EAE-D94F08A65A0A}"/>
              </a:ext>
            </a:extLst>
          </p:cNvPr>
          <p:cNvSpPr/>
          <p:nvPr/>
        </p:nvSpPr>
        <p:spPr>
          <a:xfrm flipH="1">
            <a:off x="4235827" y="1872923"/>
            <a:ext cx="139717" cy="68368"/>
          </a:xfrm>
          <a:custGeom>
            <a:avLst/>
            <a:gdLst>
              <a:gd name="csX0" fmla="*/ 133137 w 139717"/>
              <a:gd name="csY0" fmla="*/ 0 h 68368"/>
              <a:gd name="csX1" fmla="*/ 126616 w 139717"/>
              <a:gd name="csY1" fmla="*/ 863 h 68368"/>
              <a:gd name="csX2" fmla="*/ 86306 w 139717"/>
              <a:gd name="csY2" fmla="*/ 7609 h 68368"/>
              <a:gd name="csX3" fmla="*/ 3 w 139717"/>
              <a:gd name="csY3" fmla="*/ 24591 h 68368"/>
              <a:gd name="csX4" fmla="*/ 1583 w 139717"/>
              <a:gd name="csY4" fmla="*/ 66404 h 68368"/>
              <a:gd name="csX5" fmla="*/ 2745 w 139717"/>
              <a:gd name="csY5" fmla="*/ 68369 h 68368"/>
              <a:gd name="csX6" fmla="*/ 6042 w 139717"/>
              <a:gd name="csY6" fmla="*/ 67220 h 68368"/>
              <a:gd name="csX7" fmla="*/ 37129 w 139717"/>
              <a:gd name="csY7" fmla="*/ 60656 h 68368"/>
              <a:gd name="csX8" fmla="*/ 60828 w 139717"/>
              <a:gd name="csY8" fmla="*/ 57559 h 68368"/>
              <a:gd name="csX9" fmla="*/ 66915 w 139717"/>
              <a:gd name="csY9" fmla="*/ 59430 h 68368"/>
              <a:gd name="csX10" fmla="*/ 70185 w 139717"/>
              <a:gd name="csY10" fmla="*/ 62034 h 68368"/>
              <a:gd name="csX11" fmla="*/ 74977 w 139717"/>
              <a:gd name="csY11" fmla="*/ 58080 h 68368"/>
              <a:gd name="csX12" fmla="*/ 105630 w 139717"/>
              <a:gd name="csY12" fmla="*/ 49284 h 68368"/>
              <a:gd name="csX13" fmla="*/ 133655 w 139717"/>
              <a:gd name="csY13" fmla="*/ 45001 h 68368"/>
              <a:gd name="csX14" fmla="*/ 137813 w 139717"/>
              <a:gd name="csY14" fmla="*/ 47879 h 68368"/>
              <a:gd name="csX15" fmla="*/ 138196 w 139717"/>
              <a:gd name="csY15" fmla="*/ 49409 h 68368"/>
              <a:gd name="csX16" fmla="*/ 138723 w 139717"/>
              <a:gd name="csY16" fmla="*/ 49187 h 68368"/>
              <a:gd name="csX17" fmla="*/ 137256 w 139717"/>
              <a:gd name="csY17" fmla="*/ 1708 h 68368"/>
              <a:gd name="csX18" fmla="*/ 133138 w 139717"/>
              <a:gd name="csY18" fmla="*/ 1 h 6836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139717" h="68368">
                <a:moveTo>
                  <a:pt x="133137" y="0"/>
                </a:moveTo>
                <a:cubicBezTo>
                  <a:pt x="131520" y="0"/>
                  <a:pt x="129393" y="295"/>
                  <a:pt x="126616" y="863"/>
                </a:cubicBezTo>
                <a:cubicBezTo>
                  <a:pt x="121599" y="2003"/>
                  <a:pt x="103474" y="4990"/>
                  <a:pt x="86306" y="7609"/>
                </a:cubicBezTo>
                <a:cubicBezTo>
                  <a:pt x="28148" y="16365"/>
                  <a:pt x="-320" y="21968"/>
                  <a:pt x="3" y="24591"/>
                </a:cubicBezTo>
                <a:cubicBezTo>
                  <a:pt x="41" y="26713"/>
                  <a:pt x="946" y="45330"/>
                  <a:pt x="1583" y="66404"/>
                </a:cubicBezTo>
                <a:cubicBezTo>
                  <a:pt x="1683" y="67733"/>
                  <a:pt x="1914" y="68369"/>
                  <a:pt x="2745" y="68369"/>
                </a:cubicBezTo>
                <a:cubicBezTo>
                  <a:pt x="3398" y="68369"/>
                  <a:pt x="4421" y="67977"/>
                  <a:pt x="6042" y="67220"/>
                </a:cubicBezTo>
                <a:cubicBezTo>
                  <a:pt x="8267" y="66149"/>
                  <a:pt x="22358" y="63097"/>
                  <a:pt x="37129" y="60656"/>
                </a:cubicBezTo>
                <a:cubicBezTo>
                  <a:pt x="49476" y="58564"/>
                  <a:pt x="56559" y="57559"/>
                  <a:pt x="60828" y="57559"/>
                </a:cubicBezTo>
                <a:cubicBezTo>
                  <a:pt x="64230" y="57559"/>
                  <a:pt x="65845" y="58197"/>
                  <a:pt x="66915" y="59430"/>
                </a:cubicBezTo>
                <a:cubicBezTo>
                  <a:pt x="68491" y="61128"/>
                  <a:pt x="69301" y="62034"/>
                  <a:pt x="70185" y="62034"/>
                </a:cubicBezTo>
                <a:cubicBezTo>
                  <a:pt x="71225" y="62034"/>
                  <a:pt x="72366" y="60779"/>
                  <a:pt x="74977" y="58080"/>
                </a:cubicBezTo>
                <a:cubicBezTo>
                  <a:pt x="76884" y="55866"/>
                  <a:pt x="89197" y="52319"/>
                  <a:pt x="105630" y="49284"/>
                </a:cubicBezTo>
                <a:cubicBezTo>
                  <a:pt x="120646" y="46377"/>
                  <a:pt x="129173" y="45001"/>
                  <a:pt x="133655" y="45001"/>
                </a:cubicBezTo>
                <a:cubicBezTo>
                  <a:pt x="137460" y="45001"/>
                  <a:pt x="138348" y="45993"/>
                  <a:pt x="137813" y="47879"/>
                </a:cubicBezTo>
                <a:cubicBezTo>
                  <a:pt x="137562" y="48764"/>
                  <a:pt x="137743" y="49409"/>
                  <a:pt x="138196" y="49409"/>
                </a:cubicBezTo>
                <a:cubicBezTo>
                  <a:pt x="138344" y="49409"/>
                  <a:pt x="138522" y="49340"/>
                  <a:pt x="138723" y="49187"/>
                </a:cubicBezTo>
                <a:cubicBezTo>
                  <a:pt x="140748" y="48062"/>
                  <a:pt x="139390" y="5466"/>
                  <a:pt x="137256" y="1708"/>
                </a:cubicBezTo>
                <a:cubicBezTo>
                  <a:pt x="136600" y="551"/>
                  <a:pt x="135345" y="1"/>
                  <a:pt x="133138" y="1"/>
                </a:cubicBezTo>
                <a:close/>
              </a:path>
            </a:pathLst>
          </a:custGeom>
          <a:solidFill>
            <a:schemeClr val="accent6">
              <a:lumMod val="75000"/>
            </a:schemeClr>
          </a:solidFill>
          <a:ln w="7382" cap="flat">
            <a:noFill/>
            <a:prstDash val="solid"/>
            <a:miter/>
          </a:ln>
        </p:spPr>
        <p:txBody>
          <a:bodyPr/>
          <a:lstStyle/>
          <a:p>
            <a:endParaRPr lang="en-AU"/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947A5BD0-4A99-66CD-C97C-4A57600BDB84}"/>
              </a:ext>
            </a:extLst>
          </p:cNvPr>
          <p:cNvSpPr/>
          <p:nvPr/>
        </p:nvSpPr>
        <p:spPr>
          <a:xfrm flipH="1">
            <a:off x="3078667" y="2406054"/>
            <a:ext cx="123433" cy="195262"/>
          </a:xfrm>
          <a:custGeom>
            <a:avLst/>
            <a:gdLst>
              <a:gd name="csX0" fmla="*/ 84063 w 123433"/>
              <a:gd name="csY0" fmla="*/ 0 h 195262"/>
              <a:gd name="csX1" fmla="*/ 80889 w 123433"/>
              <a:gd name="csY1" fmla="*/ 14950 h 195262"/>
              <a:gd name="csX2" fmla="*/ 62416 w 123433"/>
              <a:gd name="csY2" fmla="*/ 129719 h 195262"/>
              <a:gd name="csX3" fmla="*/ 58219 w 123433"/>
              <a:gd name="csY3" fmla="*/ 149029 h 195262"/>
              <a:gd name="csX4" fmla="*/ 54624 w 123433"/>
              <a:gd name="csY4" fmla="*/ 150377 h 195262"/>
              <a:gd name="csX5" fmla="*/ 45324 w 123433"/>
              <a:gd name="csY5" fmla="*/ 148614 h 195262"/>
              <a:gd name="csX6" fmla="*/ 32736 w 123433"/>
              <a:gd name="csY6" fmla="*/ 146850 h 195262"/>
              <a:gd name="csX7" fmla="*/ 244 w 123433"/>
              <a:gd name="csY7" fmla="*/ 178945 h 195262"/>
              <a:gd name="csX8" fmla="*/ 8653 w 123433"/>
              <a:gd name="csY8" fmla="*/ 191413 h 195262"/>
              <a:gd name="csX9" fmla="*/ 22420 w 123433"/>
              <a:gd name="csY9" fmla="*/ 195263 h 195262"/>
              <a:gd name="csX10" fmla="*/ 47167 w 123433"/>
              <a:gd name="csY10" fmla="*/ 186489 h 195262"/>
              <a:gd name="csX11" fmla="*/ 61817 w 123433"/>
              <a:gd name="csY11" fmla="*/ 164171 h 195262"/>
              <a:gd name="csX12" fmla="*/ 67724 w 123433"/>
              <a:gd name="csY12" fmla="*/ 130559 h 195262"/>
              <a:gd name="csX13" fmla="*/ 72767 w 123433"/>
              <a:gd name="csY13" fmla="*/ 99241 h 195262"/>
              <a:gd name="csX14" fmla="*/ 75782 w 123433"/>
              <a:gd name="csY14" fmla="*/ 86358 h 195262"/>
              <a:gd name="csX15" fmla="*/ 82869 w 123433"/>
              <a:gd name="csY15" fmla="*/ 87693 h 195262"/>
              <a:gd name="csX16" fmla="*/ 110144 w 123433"/>
              <a:gd name="csY16" fmla="*/ 116377 h 195262"/>
              <a:gd name="csX17" fmla="*/ 111362 w 123433"/>
              <a:gd name="csY17" fmla="*/ 141413 h 195262"/>
              <a:gd name="csX18" fmla="*/ 106256 w 123433"/>
              <a:gd name="csY18" fmla="*/ 159416 h 195262"/>
              <a:gd name="csX19" fmla="*/ 104632 w 123433"/>
              <a:gd name="csY19" fmla="*/ 162583 h 195262"/>
              <a:gd name="csX20" fmla="*/ 107956 w 123433"/>
              <a:gd name="csY20" fmla="*/ 160944 h 195262"/>
              <a:gd name="csX21" fmla="*/ 121574 w 123433"/>
              <a:gd name="csY21" fmla="*/ 117443 h 195262"/>
              <a:gd name="csX22" fmla="*/ 121862 w 123433"/>
              <a:gd name="csY22" fmla="*/ 100635 h 195262"/>
              <a:gd name="csX23" fmla="*/ 119318 w 123433"/>
              <a:gd name="csY23" fmla="*/ 57711 h 195262"/>
              <a:gd name="csX24" fmla="*/ 104452 w 123433"/>
              <a:gd name="csY24" fmla="*/ 34161 h 195262"/>
              <a:gd name="csX25" fmla="*/ 88653 w 123433"/>
              <a:gd name="csY25" fmla="*/ 10142 h 195262"/>
              <a:gd name="csX26" fmla="*/ 84063 w 123433"/>
              <a:gd name="csY26" fmla="*/ 1 h 19526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</a:cxnLst>
            <a:rect l="l" t="t" r="r" b="b"/>
            <a:pathLst>
              <a:path w="123433" h="195262">
                <a:moveTo>
                  <a:pt x="84063" y="0"/>
                </a:moveTo>
                <a:lnTo>
                  <a:pt x="80889" y="14950"/>
                </a:lnTo>
                <a:cubicBezTo>
                  <a:pt x="75835" y="38033"/>
                  <a:pt x="69013" y="80890"/>
                  <a:pt x="62416" y="129719"/>
                </a:cubicBezTo>
                <a:cubicBezTo>
                  <a:pt x="61303" y="138909"/>
                  <a:pt x="59257" y="147629"/>
                  <a:pt x="58219" y="149029"/>
                </a:cubicBezTo>
                <a:cubicBezTo>
                  <a:pt x="57566" y="149929"/>
                  <a:pt x="56440" y="150377"/>
                  <a:pt x="54624" y="150377"/>
                </a:cubicBezTo>
                <a:cubicBezTo>
                  <a:pt x="52541" y="150377"/>
                  <a:pt x="49550" y="149787"/>
                  <a:pt x="45324" y="148614"/>
                </a:cubicBezTo>
                <a:cubicBezTo>
                  <a:pt x="41004" y="147414"/>
                  <a:pt x="36772" y="146850"/>
                  <a:pt x="32736" y="146850"/>
                </a:cubicBezTo>
                <a:cubicBezTo>
                  <a:pt x="12947" y="146850"/>
                  <a:pt x="-2117" y="160404"/>
                  <a:pt x="244" y="178945"/>
                </a:cubicBezTo>
                <a:cubicBezTo>
                  <a:pt x="865" y="185028"/>
                  <a:pt x="2683" y="187643"/>
                  <a:pt x="8653" y="191413"/>
                </a:cubicBezTo>
                <a:cubicBezTo>
                  <a:pt x="12762" y="193982"/>
                  <a:pt x="17405" y="195263"/>
                  <a:pt x="22420" y="195263"/>
                </a:cubicBezTo>
                <a:cubicBezTo>
                  <a:pt x="30008" y="195263"/>
                  <a:pt x="38446" y="192329"/>
                  <a:pt x="47167" y="186489"/>
                </a:cubicBezTo>
                <a:cubicBezTo>
                  <a:pt x="57741" y="179293"/>
                  <a:pt x="57995" y="179153"/>
                  <a:pt x="61817" y="164171"/>
                </a:cubicBezTo>
                <a:cubicBezTo>
                  <a:pt x="63951" y="155898"/>
                  <a:pt x="66785" y="140643"/>
                  <a:pt x="67724" y="130559"/>
                </a:cubicBezTo>
                <a:cubicBezTo>
                  <a:pt x="68918" y="120336"/>
                  <a:pt x="71165" y="106396"/>
                  <a:pt x="72767" y="99241"/>
                </a:cubicBezTo>
                <a:lnTo>
                  <a:pt x="75782" y="86358"/>
                </a:lnTo>
                <a:lnTo>
                  <a:pt x="82869" y="87693"/>
                </a:lnTo>
                <a:cubicBezTo>
                  <a:pt x="93318" y="89962"/>
                  <a:pt x="105848" y="102942"/>
                  <a:pt x="110144" y="116377"/>
                </a:cubicBezTo>
                <a:cubicBezTo>
                  <a:pt x="113034" y="124990"/>
                  <a:pt x="113172" y="130517"/>
                  <a:pt x="111362" y="141413"/>
                </a:cubicBezTo>
                <a:cubicBezTo>
                  <a:pt x="110044" y="149070"/>
                  <a:pt x="107713" y="157288"/>
                  <a:pt x="106256" y="159416"/>
                </a:cubicBezTo>
                <a:cubicBezTo>
                  <a:pt x="104793" y="161617"/>
                  <a:pt x="104152" y="162583"/>
                  <a:pt x="104632" y="162583"/>
                </a:cubicBezTo>
                <a:cubicBezTo>
                  <a:pt x="105008" y="162583"/>
                  <a:pt x="106068" y="161994"/>
                  <a:pt x="107956" y="160944"/>
                </a:cubicBezTo>
                <a:cubicBezTo>
                  <a:pt x="115498" y="156917"/>
                  <a:pt x="123194" y="132036"/>
                  <a:pt x="121574" y="117443"/>
                </a:cubicBezTo>
                <a:cubicBezTo>
                  <a:pt x="120811" y="111109"/>
                  <a:pt x="121029" y="103571"/>
                  <a:pt x="121862" y="100635"/>
                </a:cubicBezTo>
                <a:cubicBezTo>
                  <a:pt x="124803" y="90264"/>
                  <a:pt x="123425" y="67295"/>
                  <a:pt x="119318" y="57711"/>
                </a:cubicBezTo>
                <a:cubicBezTo>
                  <a:pt x="117177" y="52472"/>
                  <a:pt x="110413" y="41726"/>
                  <a:pt x="104452" y="34161"/>
                </a:cubicBezTo>
                <a:cubicBezTo>
                  <a:pt x="98492" y="26595"/>
                  <a:pt x="91332" y="15740"/>
                  <a:pt x="88653" y="10142"/>
                </a:cubicBezTo>
                <a:lnTo>
                  <a:pt x="84063" y="1"/>
                </a:lnTo>
                <a:close/>
              </a:path>
            </a:pathLst>
          </a:custGeom>
          <a:solidFill>
            <a:srgbClr val="000000"/>
          </a:solidFill>
          <a:ln w="7382" cap="flat">
            <a:noFill/>
            <a:prstDash val="solid"/>
            <a:miter/>
          </a:ln>
        </p:spPr>
        <p:txBody>
          <a:bodyPr/>
          <a:lstStyle/>
          <a:p>
            <a:endParaRPr lang="en-AU"/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997C227E-2AC2-3888-F1E9-9FAE713AED12}"/>
              </a:ext>
            </a:extLst>
          </p:cNvPr>
          <p:cNvSpPr/>
          <p:nvPr/>
        </p:nvSpPr>
        <p:spPr>
          <a:xfrm flipH="1">
            <a:off x="3430878" y="2283220"/>
            <a:ext cx="182809" cy="320627"/>
          </a:xfrm>
          <a:custGeom>
            <a:avLst/>
            <a:gdLst>
              <a:gd name="csX0" fmla="*/ 94688 w 182809"/>
              <a:gd name="csY0" fmla="*/ 2 h 320627"/>
              <a:gd name="csX1" fmla="*/ 92048 w 182809"/>
              <a:gd name="csY1" fmla="*/ 1224 h 320627"/>
              <a:gd name="csX2" fmla="*/ 90453 w 182809"/>
              <a:gd name="csY2" fmla="*/ 9858 h 320627"/>
              <a:gd name="csX3" fmla="*/ 89587 w 182809"/>
              <a:gd name="csY3" fmla="*/ 77588 h 320627"/>
              <a:gd name="csX4" fmla="*/ 88987 w 182809"/>
              <a:gd name="csY4" fmla="*/ 189510 h 320627"/>
              <a:gd name="csX5" fmla="*/ 88589 w 182809"/>
              <a:gd name="csY5" fmla="*/ 242806 h 320627"/>
              <a:gd name="csX6" fmla="*/ 86293 w 182809"/>
              <a:gd name="csY6" fmla="*/ 243622 h 320627"/>
              <a:gd name="csX7" fmla="*/ 76708 w 182809"/>
              <a:gd name="csY7" fmla="*/ 241827 h 320627"/>
              <a:gd name="csX8" fmla="*/ 59245 w 182809"/>
              <a:gd name="csY8" fmla="*/ 239202 h 320627"/>
              <a:gd name="csX9" fmla="*/ 28328 w 182809"/>
              <a:gd name="csY9" fmla="*/ 248443 h 320627"/>
              <a:gd name="csX10" fmla="*/ 1197 w 182809"/>
              <a:gd name="csY10" fmla="*/ 280171 h 320627"/>
              <a:gd name="csX11" fmla="*/ 26606 w 182809"/>
              <a:gd name="csY11" fmla="*/ 319947 h 320627"/>
              <a:gd name="csX12" fmla="*/ 34940 w 182809"/>
              <a:gd name="csY12" fmla="*/ 320628 h 320627"/>
              <a:gd name="csX13" fmla="*/ 82226 w 182809"/>
              <a:gd name="csY13" fmla="*/ 299086 h 320627"/>
              <a:gd name="csX14" fmla="*/ 97672 w 182809"/>
              <a:gd name="csY14" fmla="*/ 242372 h 320627"/>
              <a:gd name="csX15" fmla="*/ 97745 w 182809"/>
              <a:gd name="csY15" fmla="*/ 126292 h 320627"/>
              <a:gd name="csX16" fmla="*/ 100703 w 182809"/>
              <a:gd name="csY16" fmla="*/ 89540 h 320627"/>
              <a:gd name="csX17" fmla="*/ 102277 w 182809"/>
              <a:gd name="csY17" fmla="*/ 89330 h 320627"/>
              <a:gd name="csX18" fmla="*/ 135676 w 182809"/>
              <a:gd name="csY18" fmla="*/ 105375 h 320627"/>
              <a:gd name="csX19" fmla="*/ 165634 w 182809"/>
              <a:gd name="csY19" fmla="*/ 170478 h 320627"/>
              <a:gd name="csX20" fmla="*/ 160071 w 182809"/>
              <a:gd name="csY20" fmla="*/ 211151 h 320627"/>
              <a:gd name="csX21" fmla="*/ 152856 w 182809"/>
              <a:gd name="csY21" fmla="*/ 236589 h 320627"/>
              <a:gd name="csX22" fmla="*/ 159308 w 182809"/>
              <a:gd name="csY22" fmla="*/ 228882 h 320627"/>
              <a:gd name="csX23" fmla="*/ 181830 w 182809"/>
              <a:gd name="csY23" fmla="*/ 141202 h 320627"/>
              <a:gd name="csX24" fmla="*/ 146905 w 182809"/>
              <a:gd name="csY24" fmla="*/ 75563 h 320627"/>
              <a:gd name="csX25" fmla="*/ 126857 w 182809"/>
              <a:gd name="csY25" fmla="*/ 53741 h 320627"/>
              <a:gd name="csX26" fmla="*/ 102398 w 182809"/>
              <a:gd name="csY26" fmla="*/ 12118 h 320627"/>
              <a:gd name="csX27" fmla="*/ 94690 w 182809"/>
              <a:gd name="csY27" fmla="*/ 0 h 32062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</a:cxnLst>
            <a:rect l="l" t="t" r="r" b="b"/>
            <a:pathLst>
              <a:path w="182809" h="320627">
                <a:moveTo>
                  <a:pt x="94688" y="2"/>
                </a:moveTo>
                <a:cubicBezTo>
                  <a:pt x="93825" y="2"/>
                  <a:pt x="92946" y="409"/>
                  <a:pt x="92048" y="1224"/>
                </a:cubicBezTo>
                <a:cubicBezTo>
                  <a:pt x="90925" y="2179"/>
                  <a:pt x="90265" y="6006"/>
                  <a:pt x="90453" y="9858"/>
                </a:cubicBezTo>
                <a:cubicBezTo>
                  <a:pt x="90695" y="13514"/>
                  <a:pt x="90360" y="44028"/>
                  <a:pt x="89587" y="77588"/>
                </a:cubicBezTo>
                <a:cubicBezTo>
                  <a:pt x="89068" y="111007"/>
                  <a:pt x="88799" y="161594"/>
                  <a:pt x="88987" y="189510"/>
                </a:cubicBezTo>
                <a:cubicBezTo>
                  <a:pt x="89120" y="217622"/>
                  <a:pt x="88978" y="241436"/>
                  <a:pt x="88589" y="242806"/>
                </a:cubicBezTo>
                <a:cubicBezTo>
                  <a:pt x="88434" y="243353"/>
                  <a:pt x="87642" y="243622"/>
                  <a:pt x="86293" y="243622"/>
                </a:cubicBezTo>
                <a:cubicBezTo>
                  <a:pt x="84266" y="243622"/>
                  <a:pt x="80982" y="243014"/>
                  <a:pt x="76708" y="241827"/>
                </a:cubicBezTo>
                <a:cubicBezTo>
                  <a:pt x="70474" y="240096"/>
                  <a:pt x="64778" y="239202"/>
                  <a:pt x="59245" y="239202"/>
                </a:cubicBezTo>
                <a:cubicBezTo>
                  <a:pt x="49159" y="239202"/>
                  <a:pt x="39612" y="242172"/>
                  <a:pt x="28328" y="248443"/>
                </a:cubicBezTo>
                <a:cubicBezTo>
                  <a:pt x="11868" y="257593"/>
                  <a:pt x="5471" y="265104"/>
                  <a:pt x="1197" y="280171"/>
                </a:cubicBezTo>
                <a:cubicBezTo>
                  <a:pt x="-3790" y="299261"/>
                  <a:pt x="7211" y="316882"/>
                  <a:pt x="26606" y="319947"/>
                </a:cubicBezTo>
                <a:cubicBezTo>
                  <a:pt x="29340" y="320405"/>
                  <a:pt x="32127" y="320628"/>
                  <a:pt x="34940" y="320628"/>
                </a:cubicBezTo>
                <a:cubicBezTo>
                  <a:pt x="51823" y="320628"/>
                  <a:pt x="69618" y="312594"/>
                  <a:pt x="82226" y="299086"/>
                </a:cubicBezTo>
                <a:cubicBezTo>
                  <a:pt x="94266" y="285965"/>
                  <a:pt x="97541" y="274420"/>
                  <a:pt x="97672" y="242372"/>
                </a:cubicBezTo>
                <a:cubicBezTo>
                  <a:pt x="98032" y="198988"/>
                  <a:pt x="98104" y="148345"/>
                  <a:pt x="97745" y="126292"/>
                </a:cubicBezTo>
                <a:cubicBezTo>
                  <a:pt x="97283" y="94078"/>
                  <a:pt x="97379" y="90728"/>
                  <a:pt x="100703" y="89540"/>
                </a:cubicBezTo>
                <a:cubicBezTo>
                  <a:pt x="101130" y="89398"/>
                  <a:pt x="101659" y="89330"/>
                  <a:pt x="102277" y="89330"/>
                </a:cubicBezTo>
                <a:cubicBezTo>
                  <a:pt x="109171" y="89330"/>
                  <a:pt x="127069" y="97754"/>
                  <a:pt x="135676" y="105375"/>
                </a:cubicBezTo>
                <a:cubicBezTo>
                  <a:pt x="152248" y="119898"/>
                  <a:pt x="162510" y="142380"/>
                  <a:pt x="165634" y="170478"/>
                </a:cubicBezTo>
                <a:cubicBezTo>
                  <a:pt x="167168" y="184625"/>
                  <a:pt x="166929" y="187726"/>
                  <a:pt x="160071" y="211151"/>
                </a:cubicBezTo>
                <a:lnTo>
                  <a:pt x="152856" y="236589"/>
                </a:lnTo>
                <a:lnTo>
                  <a:pt x="159308" y="228882"/>
                </a:lnTo>
                <a:cubicBezTo>
                  <a:pt x="175522" y="209321"/>
                  <a:pt x="186188" y="167954"/>
                  <a:pt x="181830" y="141202"/>
                </a:cubicBezTo>
                <a:cubicBezTo>
                  <a:pt x="178811" y="123265"/>
                  <a:pt x="162502" y="92771"/>
                  <a:pt x="146905" y="75563"/>
                </a:cubicBezTo>
                <a:cubicBezTo>
                  <a:pt x="140383" y="68474"/>
                  <a:pt x="131450" y="58605"/>
                  <a:pt x="126857" y="53741"/>
                </a:cubicBezTo>
                <a:cubicBezTo>
                  <a:pt x="115599" y="41537"/>
                  <a:pt x="106101" y="25389"/>
                  <a:pt x="102398" y="12118"/>
                </a:cubicBezTo>
                <a:cubicBezTo>
                  <a:pt x="99981" y="4068"/>
                  <a:pt x="97420" y="0"/>
                  <a:pt x="94690" y="0"/>
                </a:cubicBezTo>
                <a:close/>
              </a:path>
            </a:pathLst>
          </a:custGeom>
          <a:solidFill>
            <a:schemeClr val="accent5">
              <a:lumMod val="50000"/>
            </a:schemeClr>
          </a:solidFill>
          <a:ln w="7382" cap="flat">
            <a:noFill/>
            <a:prstDash val="solid"/>
            <a:miter/>
          </a:ln>
        </p:spPr>
        <p:txBody>
          <a:bodyPr/>
          <a:lstStyle/>
          <a:p>
            <a:endParaRPr lang="en-AU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F33BEDB1-4BD2-B1F3-A083-3D5D697F582D}"/>
              </a:ext>
            </a:extLst>
          </p:cNvPr>
          <p:cNvSpPr/>
          <p:nvPr/>
        </p:nvSpPr>
        <p:spPr>
          <a:xfrm flipH="1">
            <a:off x="3669074" y="2419070"/>
            <a:ext cx="138170" cy="193375"/>
          </a:xfrm>
          <a:custGeom>
            <a:avLst/>
            <a:gdLst>
              <a:gd name="csX0" fmla="*/ 84596 w 138170"/>
              <a:gd name="csY0" fmla="*/ 1 h 193375"/>
              <a:gd name="csX1" fmla="*/ 76774 w 138170"/>
              <a:gd name="csY1" fmla="*/ 1530 h 193375"/>
              <a:gd name="csX2" fmla="*/ 65785 w 138170"/>
              <a:gd name="csY2" fmla="*/ 40274 h 193375"/>
              <a:gd name="csX3" fmla="*/ 86705 w 138170"/>
              <a:gd name="csY3" fmla="*/ 61282 h 193375"/>
              <a:gd name="csX4" fmla="*/ 93046 w 138170"/>
              <a:gd name="csY4" fmla="*/ 65998 h 193375"/>
              <a:gd name="csX5" fmla="*/ 55152 w 138170"/>
              <a:gd name="csY5" fmla="*/ 118377 h 193375"/>
              <a:gd name="csX6" fmla="*/ 283 w 138170"/>
              <a:gd name="csY6" fmla="*/ 190740 h 193375"/>
              <a:gd name="csX7" fmla="*/ 1138 w 138170"/>
              <a:gd name="csY7" fmla="*/ 193376 h 193375"/>
              <a:gd name="csX8" fmla="*/ 10718 w 138170"/>
              <a:gd name="csY8" fmla="*/ 190050 h 193375"/>
              <a:gd name="csX9" fmla="*/ 40705 w 138170"/>
              <a:gd name="csY9" fmla="*/ 183603 h 193375"/>
              <a:gd name="csX10" fmla="*/ 69314 w 138170"/>
              <a:gd name="csY10" fmla="*/ 178249 h 193375"/>
              <a:gd name="csX11" fmla="*/ 98085 w 138170"/>
              <a:gd name="csY11" fmla="*/ 153521 h 193375"/>
              <a:gd name="csX12" fmla="*/ 112856 w 138170"/>
              <a:gd name="csY12" fmla="*/ 139048 h 193375"/>
              <a:gd name="csX13" fmla="*/ 137219 w 138170"/>
              <a:gd name="csY13" fmla="*/ 106553 h 193375"/>
              <a:gd name="csX14" fmla="*/ 137072 w 138170"/>
              <a:gd name="csY14" fmla="*/ 98764 h 193375"/>
              <a:gd name="csX15" fmla="*/ 132609 w 138170"/>
              <a:gd name="csY15" fmla="*/ 104005 h 193375"/>
              <a:gd name="csX16" fmla="*/ 83454 w 138170"/>
              <a:gd name="csY16" fmla="*/ 134572 h 193375"/>
              <a:gd name="csX17" fmla="*/ 70878 w 138170"/>
              <a:gd name="csY17" fmla="*/ 132877 h 193375"/>
              <a:gd name="csX18" fmla="*/ 68740 w 138170"/>
              <a:gd name="csY18" fmla="*/ 110331 h 193375"/>
              <a:gd name="csX19" fmla="*/ 80631 w 138170"/>
              <a:gd name="csY19" fmla="*/ 95480 h 193375"/>
              <a:gd name="csX20" fmla="*/ 95745 w 138170"/>
              <a:gd name="csY20" fmla="*/ 76036 h 193375"/>
              <a:gd name="csX21" fmla="*/ 113818 w 138170"/>
              <a:gd name="csY21" fmla="*/ 31871 h 193375"/>
              <a:gd name="csX22" fmla="*/ 84596 w 138170"/>
              <a:gd name="csY22" fmla="*/ 0 h 19337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</a:cxnLst>
            <a:rect l="l" t="t" r="r" b="b"/>
            <a:pathLst>
              <a:path w="138170" h="193375">
                <a:moveTo>
                  <a:pt x="84596" y="1"/>
                </a:moveTo>
                <a:cubicBezTo>
                  <a:pt x="81993" y="1"/>
                  <a:pt x="79364" y="493"/>
                  <a:pt x="76774" y="1530"/>
                </a:cubicBezTo>
                <a:cubicBezTo>
                  <a:pt x="63259" y="7064"/>
                  <a:pt x="58875" y="22522"/>
                  <a:pt x="65785" y="40274"/>
                </a:cubicBezTo>
                <a:cubicBezTo>
                  <a:pt x="69126" y="48800"/>
                  <a:pt x="79585" y="59304"/>
                  <a:pt x="86705" y="61282"/>
                </a:cubicBezTo>
                <a:cubicBezTo>
                  <a:pt x="89474" y="62051"/>
                  <a:pt x="92304" y="64103"/>
                  <a:pt x="93046" y="65998"/>
                </a:cubicBezTo>
                <a:cubicBezTo>
                  <a:pt x="94927" y="69898"/>
                  <a:pt x="86209" y="81831"/>
                  <a:pt x="55152" y="118377"/>
                </a:cubicBezTo>
                <a:cubicBezTo>
                  <a:pt x="43648" y="131858"/>
                  <a:pt x="1005" y="188197"/>
                  <a:pt x="283" y="190740"/>
                </a:cubicBezTo>
                <a:cubicBezTo>
                  <a:pt x="-214" y="192494"/>
                  <a:pt x="-132" y="193376"/>
                  <a:pt x="1138" y="193376"/>
                </a:cubicBezTo>
                <a:cubicBezTo>
                  <a:pt x="2560" y="193376"/>
                  <a:pt x="5469" y="192271"/>
                  <a:pt x="10718" y="190050"/>
                </a:cubicBezTo>
                <a:cubicBezTo>
                  <a:pt x="15759" y="188072"/>
                  <a:pt x="29201" y="185052"/>
                  <a:pt x="40705" y="183603"/>
                </a:cubicBezTo>
                <a:cubicBezTo>
                  <a:pt x="52208" y="182154"/>
                  <a:pt x="65033" y="179805"/>
                  <a:pt x="69314" y="178249"/>
                </a:cubicBezTo>
                <a:cubicBezTo>
                  <a:pt x="78468" y="175304"/>
                  <a:pt x="92011" y="163657"/>
                  <a:pt x="98085" y="153521"/>
                </a:cubicBezTo>
                <a:cubicBezTo>
                  <a:pt x="100493" y="149547"/>
                  <a:pt x="107007" y="143124"/>
                  <a:pt x="112856" y="139048"/>
                </a:cubicBezTo>
                <a:cubicBezTo>
                  <a:pt x="124411" y="130647"/>
                  <a:pt x="134055" y="117706"/>
                  <a:pt x="137219" y="106553"/>
                </a:cubicBezTo>
                <a:cubicBezTo>
                  <a:pt x="138651" y="101504"/>
                  <a:pt x="138354" y="98764"/>
                  <a:pt x="137072" y="98764"/>
                </a:cubicBezTo>
                <a:cubicBezTo>
                  <a:pt x="136069" y="98764"/>
                  <a:pt x="134462" y="100442"/>
                  <a:pt x="132609" y="104005"/>
                </a:cubicBezTo>
                <a:cubicBezTo>
                  <a:pt x="122520" y="122886"/>
                  <a:pt x="102949" y="134572"/>
                  <a:pt x="83454" y="134572"/>
                </a:cubicBezTo>
                <a:cubicBezTo>
                  <a:pt x="79226" y="134572"/>
                  <a:pt x="75001" y="134023"/>
                  <a:pt x="70878" y="132877"/>
                </a:cubicBezTo>
                <a:cubicBezTo>
                  <a:pt x="55454" y="128594"/>
                  <a:pt x="55384" y="125830"/>
                  <a:pt x="68740" y="110331"/>
                </a:cubicBezTo>
                <a:cubicBezTo>
                  <a:pt x="75025" y="103210"/>
                  <a:pt x="80354" y="96457"/>
                  <a:pt x="80631" y="95480"/>
                </a:cubicBezTo>
                <a:cubicBezTo>
                  <a:pt x="81131" y="93718"/>
                  <a:pt x="82730" y="91841"/>
                  <a:pt x="95745" y="76036"/>
                </a:cubicBezTo>
                <a:cubicBezTo>
                  <a:pt x="112126" y="55888"/>
                  <a:pt x="116144" y="46238"/>
                  <a:pt x="113818" y="31871"/>
                </a:cubicBezTo>
                <a:cubicBezTo>
                  <a:pt x="110613" y="12961"/>
                  <a:pt x="97951" y="0"/>
                  <a:pt x="84596" y="0"/>
                </a:cubicBezTo>
                <a:close/>
              </a:path>
            </a:pathLst>
          </a:custGeom>
          <a:solidFill>
            <a:srgbClr val="000000"/>
          </a:solidFill>
          <a:ln w="7382" cap="flat">
            <a:noFill/>
            <a:prstDash val="solid"/>
            <a:miter/>
          </a:ln>
        </p:spPr>
        <p:txBody>
          <a:bodyPr/>
          <a:lstStyle/>
          <a:p>
            <a:endParaRPr lang="en-AU"/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4EB3A380-FF27-4002-86A4-43CC2A0B5D79}"/>
              </a:ext>
            </a:extLst>
          </p:cNvPr>
          <p:cNvSpPr/>
          <p:nvPr/>
        </p:nvSpPr>
        <p:spPr>
          <a:xfrm flipH="1">
            <a:off x="2902118" y="2522140"/>
            <a:ext cx="140886" cy="121341"/>
          </a:xfrm>
          <a:custGeom>
            <a:avLst/>
            <a:gdLst>
              <a:gd name="csX0" fmla="*/ 73848 w 140886"/>
              <a:gd name="csY0" fmla="*/ 0 h 121341"/>
              <a:gd name="csX1" fmla="*/ 66676 w 140886"/>
              <a:gd name="csY1" fmla="*/ 4059 h 121341"/>
              <a:gd name="csX2" fmla="*/ 54552 w 140886"/>
              <a:gd name="csY2" fmla="*/ 47555 h 121341"/>
              <a:gd name="csX3" fmla="*/ 38131 w 140886"/>
              <a:gd name="csY3" fmla="*/ 87613 h 121341"/>
              <a:gd name="csX4" fmla="*/ 30107 w 140886"/>
              <a:gd name="csY4" fmla="*/ 86360 h 121341"/>
              <a:gd name="csX5" fmla="*/ 23164 w 140886"/>
              <a:gd name="csY5" fmla="*/ 85698 h 121341"/>
              <a:gd name="csX6" fmla="*/ 575 w 140886"/>
              <a:gd name="csY6" fmla="*/ 99478 h 121341"/>
              <a:gd name="csX7" fmla="*/ 17356 w 140886"/>
              <a:gd name="csY7" fmla="*/ 116411 h 121341"/>
              <a:gd name="csX8" fmla="*/ 37316 w 140886"/>
              <a:gd name="csY8" fmla="*/ 107572 h 121341"/>
              <a:gd name="csX9" fmla="*/ 49501 w 140886"/>
              <a:gd name="csY9" fmla="*/ 77393 h 121341"/>
              <a:gd name="csX10" fmla="*/ 58576 w 140886"/>
              <a:gd name="csY10" fmla="*/ 51416 h 121341"/>
              <a:gd name="csX11" fmla="*/ 66258 w 140886"/>
              <a:gd name="csY11" fmla="*/ 50787 h 121341"/>
              <a:gd name="csX12" fmla="*/ 88115 w 140886"/>
              <a:gd name="csY12" fmla="*/ 51809 h 121341"/>
              <a:gd name="csX13" fmla="*/ 117353 w 140886"/>
              <a:gd name="csY13" fmla="*/ 54020 h 121341"/>
              <a:gd name="csX14" fmla="*/ 122162 w 140886"/>
              <a:gd name="csY14" fmla="*/ 56622 h 121341"/>
              <a:gd name="csX15" fmla="*/ 119862 w 140886"/>
              <a:gd name="csY15" fmla="*/ 77514 h 121341"/>
              <a:gd name="csX16" fmla="*/ 114645 w 140886"/>
              <a:gd name="csY16" fmla="*/ 95908 h 121341"/>
              <a:gd name="csX17" fmla="*/ 106340 w 140886"/>
              <a:gd name="csY17" fmla="*/ 93601 h 121341"/>
              <a:gd name="csX18" fmla="*/ 95491 w 140886"/>
              <a:gd name="csY18" fmla="*/ 92153 h 121341"/>
              <a:gd name="csX19" fmla="*/ 72983 w 140886"/>
              <a:gd name="csY19" fmla="*/ 114945 h 121341"/>
              <a:gd name="csX20" fmla="*/ 85169 w 140886"/>
              <a:gd name="csY20" fmla="*/ 120862 h 121341"/>
              <a:gd name="csX21" fmla="*/ 90498 w 140886"/>
              <a:gd name="csY21" fmla="*/ 121341 h 121341"/>
              <a:gd name="csX22" fmla="*/ 109755 w 140886"/>
              <a:gd name="csY22" fmla="*/ 111647 h 121341"/>
              <a:gd name="csX23" fmla="*/ 126932 w 140886"/>
              <a:gd name="csY23" fmla="*/ 57102 h 121341"/>
              <a:gd name="csX24" fmla="*/ 140887 w 140886"/>
              <a:gd name="csY24" fmla="*/ 7150 h 121341"/>
              <a:gd name="csX25" fmla="*/ 136054 w 140886"/>
              <a:gd name="csY25" fmla="*/ 5385 h 121341"/>
              <a:gd name="csX26" fmla="*/ 107094 w 140886"/>
              <a:gd name="csY26" fmla="*/ 2196 h 121341"/>
              <a:gd name="csX27" fmla="*/ 76108 w 140886"/>
              <a:gd name="csY27" fmla="*/ 134 h 121341"/>
              <a:gd name="csX28" fmla="*/ 73848 w 140886"/>
              <a:gd name="csY28" fmla="*/ 0 h 12134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</a:cxnLst>
            <a:rect l="l" t="t" r="r" b="b"/>
            <a:pathLst>
              <a:path w="140886" h="121341">
                <a:moveTo>
                  <a:pt x="73848" y="0"/>
                </a:moveTo>
                <a:cubicBezTo>
                  <a:pt x="70352" y="0"/>
                  <a:pt x="68382" y="1184"/>
                  <a:pt x="66676" y="4059"/>
                </a:cubicBezTo>
                <a:cubicBezTo>
                  <a:pt x="65306" y="6634"/>
                  <a:pt x="59756" y="26202"/>
                  <a:pt x="54552" y="47555"/>
                </a:cubicBezTo>
                <a:cubicBezTo>
                  <a:pt x="46226" y="80963"/>
                  <a:pt x="44983" y="87613"/>
                  <a:pt x="38131" y="87613"/>
                </a:cubicBezTo>
                <a:cubicBezTo>
                  <a:pt x="36076" y="87613"/>
                  <a:pt x="33515" y="87014"/>
                  <a:pt x="30107" y="86360"/>
                </a:cubicBezTo>
                <a:cubicBezTo>
                  <a:pt x="27733" y="85913"/>
                  <a:pt x="25406" y="85698"/>
                  <a:pt x="23164" y="85698"/>
                </a:cubicBezTo>
                <a:cubicBezTo>
                  <a:pt x="12023" y="85698"/>
                  <a:pt x="2978" y="91007"/>
                  <a:pt x="575" y="99478"/>
                </a:cubicBezTo>
                <a:cubicBezTo>
                  <a:pt x="-2412" y="110009"/>
                  <a:pt x="6694" y="116411"/>
                  <a:pt x="17356" y="116411"/>
                </a:cubicBezTo>
                <a:cubicBezTo>
                  <a:pt x="24325" y="116411"/>
                  <a:pt x="31960" y="113677"/>
                  <a:pt x="37316" y="107572"/>
                </a:cubicBezTo>
                <a:cubicBezTo>
                  <a:pt x="41385" y="103002"/>
                  <a:pt x="44229" y="95982"/>
                  <a:pt x="49501" y="77393"/>
                </a:cubicBezTo>
                <a:cubicBezTo>
                  <a:pt x="53220" y="64282"/>
                  <a:pt x="57396" y="52566"/>
                  <a:pt x="58576" y="51416"/>
                </a:cubicBezTo>
                <a:cubicBezTo>
                  <a:pt x="59070" y="50996"/>
                  <a:pt x="61932" y="50787"/>
                  <a:pt x="66258" y="50787"/>
                </a:cubicBezTo>
                <a:cubicBezTo>
                  <a:pt x="71782" y="50787"/>
                  <a:pt x="79695" y="51129"/>
                  <a:pt x="88115" y="51809"/>
                </a:cubicBezTo>
                <a:cubicBezTo>
                  <a:pt x="103327" y="53079"/>
                  <a:pt x="116507" y="53996"/>
                  <a:pt x="117353" y="54020"/>
                </a:cubicBezTo>
                <a:cubicBezTo>
                  <a:pt x="118342" y="54294"/>
                  <a:pt x="120406" y="55290"/>
                  <a:pt x="122162" y="56622"/>
                </a:cubicBezTo>
                <a:cubicBezTo>
                  <a:pt x="124542" y="58760"/>
                  <a:pt x="124303" y="61860"/>
                  <a:pt x="119862" y="77514"/>
                </a:cubicBezTo>
                <a:lnTo>
                  <a:pt x="114645" y="95908"/>
                </a:lnTo>
                <a:lnTo>
                  <a:pt x="106340" y="93601"/>
                </a:lnTo>
                <a:cubicBezTo>
                  <a:pt x="102633" y="92607"/>
                  <a:pt x="98972" y="92153"/>
                  <a:pt x="95491" y="92153"/>
                </a:cubicBezTo>
                <a:cubicBezTo>
                  <a:pt x="78308" y="92153"/>
                  <a:pt x="65491" y="103209"/>
                  <a:pt x="72983" y="114945"/>
                </a:cubicBezTo>
                <a:cubicBezTo>
                  <a:pt x="75227" y="118311"/>
                  <a:pt x="78027" y="119723"/>
                  <a:pt x="85169" y="120862"/>
                </a:cubicBezTo>
                <a:cubicBezTo>
                  <a:pt x="86995" y="121183"/>
                  <a:pt x="88775" y="121341"/>
                  <a:pt x="90498" y="121341"/>
                </a:cubicBezTo>
                <a:cubicBezTo>
                  <a:pt x="98549" y="121341"/>
                  <a:pt x="105346" y="117900"/>
                  <a:pt x="109755" y="111647"/>
                </a:cubicBezTo>
                <a:cubicBezTo>
                  <a:pt x="111576" y="108987"/>
                  <a:pt x="119360" y="84552"/>
                  <a:pt x="126932" y="57102"/>
                </a:cubicBezTo>
                <a:lnTo>
                  <a:pt x="140887" y="7150"/>
                </a:lnTo>
                <a:lnTo>
                  <a:pt x="136054" y="5385"/>
                </a:lnTo>
                <a:cubicBezTo>
                  <a:pt x="133341" y="4421"/>
                  <a:pt x="120329" y="2917"/>
                  <a:pt x="107094" y="2196"/>
                </a:cubicBezTo>
                <a:cubicBezTo>
                  <a:pt x="93915" y="1281"/>
                  <a:pt x="79889" y="340"/>
                  <a:pt x="76108" y="134"/>
                </a:cubicBezTo>
                <a:cubicBezTo>
                  <a:pt x="75289" y="46"/>
                  <a:pt x="74539" y="0"/>
                  <a:pt x="73848" y="0"/>
                </a:cubicBezTo>
                <a:close/>
              </a:path>
            </a:pathLst>
          </a:custGeom>
          <a:solidFill>
            <a:srgbClr val="000000"/>
          </a:solidFill>
          <a:ln w="7382" cap="flat">
            <a:noFill/>
            <a:prstDash val="solid"/>
            <a:miter/>
          </a:ln>
        </p:spPr>
        <p:txBody>
          <a:bodyPr/>
          <a:lstStyle/>
          <a:p>
            <a:endParaRPr lang="en-AU"/>
          </a:p>
        </p:txBody>
      </p: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77EE4727-B65C-F6B5-8263-28E3E934BE47}"/>
              </a:ext>
            </a:extLst>
          </p:cNvPr>
          <p:cNvSpPr/>
          <p:nvPr/>
        </p:nvSpPr>
        <p:spPr>
          <a:xfrm flipH="1">
            <a:off x="2440666" y="2470783"/>
            <a:ext cx="242814" cy="177246"/>
          </a:xfrm>
          <a:custGeom>
            <a:avLst/>
            <a:gdLst>
              <a:gd name="csX0" fmla="*/ 226139 w 242814"/>
              <a:gd name="csY0" fmla="*/ 0 h 177246"/>
              <a:gd name="csX1" fmla="*/ 210658 w 242814"/>
              <a:gd name="csY1" fmla="*/ 501 h 177246"/>
              <a:gd name="csX2" fmla="*/ 167503 w 242814"/>
              <a:gd name="csY2" fmla="*/ 2235 h 177246"/>
              <a:gd name="csX3" fmla="*/ 73464 w 242814"/>
              <a:gd name="csY3" fmla="*/ 5881 h 177246"/>
              <a:gd name="csX4" fmla="*/ 49313 w 242814"/>
              <a:gd name="csY4" fmla="*/ 6915 h 177246"/>
              <a:gd name="csX5" fmla="*/ 47175 w 242814"/>
              <a:gd name="csY5" fmla="*/ 6812 h 177246"/>
              <a:gd name="csX6" fmla="*/ 46019 w 242814"/>
              <a:gd name="csY6" fmla="*/ 6632 h 177246"/>
              <a:gd name="csX7" fmla="*/ 42888 w 242814"/>
              <a:gd name="csY7" fmla="*/ 42984 h 177246"/>
              <a:gd name="csX8" fmla="*/ 45284 w 242814"/>
              <a:gd name="csY8" fmla="*/ 132308 h 177246"/>
              <a:gd name="csX9" fmla="*/ 39099 w 242814"/>
              <a:gd name="csY9" fmla="*/ 134545 h 177246"/>
              <a:gd name="csX10" fmla="*/ 38891 w 242814"/>
              <a:gd name="csY10" fmla="*/ 134543 h 177246"/>
              <a:gd name="csX11" fmla="*/ 36176 w 242814"/>
              <a:gd name="csY11" fmla="*/ 134462 h 177246"/>
              <a:gd name="csX12" fmla="*/ 6194 w 242814"/>
              <a:gd name="csY12" fmla="*/ 146782 h 177246"/>
              <a:gd name="csX13" fmla="*/ 377 w 242814"/>
              <a:gd name="csY13" fmla="*/ 163531 h 177246"/>
              <a:gd name="csX14" fmla="*/ 18469 w 242814"/>
              <a:gd name="csY14" fmla="*/ 177211 h 177246"/>
              <a:gd name="csX15" fmla="*/ 19561 w 242814"/>
              <a:gd name="csY15" fmla="*/ 177247 h 177246"/>
              <a:gd name="csX16" fmla="*/ 45953 w 242814"/>
              <a:gd name="csY16" fmla="*/ 160782 h 177246"/>
              <a:gd name="csX17" fmla="*/ 48119 w 242814"/>
              <a:gd name="csY17" fmla="*/ 87713 h 177246"/>
              <a:gd name="csX18" fmla="*/ 48793 w 242814"/>
              <a:gd name="csY18" fmla="*/ 74811 h 177246"/>
              <a:gd name="csX19" fmla="*/ 86136 w 242814"/>
              <a:gd name="csY19" fmla="*/ 67241 h 177246"/>
              <a:gd name="csX20" fmla="*/ 120209 w 242814"/>
              <a:gd name="csY20" fmla="*/ 65939 h 177246"/>
              <a:gd name="csX21" fmla="*/ 134674 w 242814"/>
              <a:gd name="csY21" fmla="*/ 65364 h 177246"/>
              <a:gd name="csX22" fmla="*/ 136766 w 242814"/>
              <a:gd name="csY22" fmla="*/ 65472 h 177246"/>
              <a:gd name="csX23" fmla="*/ 140549 w 242814"/>
              <a:gd name="csY23" fmla="*/ 89742 h 177246"/>
              <a:gd name="csX24" fmla="*/ 141329 w 242814"/>
              <a:gd name="csY24" fmla="*/ 105791 h 177246"/>
              <a:gd name="csX25" fmla="*/ 140230 w 242814"/>
              <a:gd name="csY25" fmla="*/ 129973 h 177246"/>
              <a:gd name="csX26" fmla="*/ 129542 w 242814"/>
              <a:gd name="csY26" fmla="*/ 130804 h 177246"/>
              <a:gd name="csX27" fmla="*/ 129403 w 242814"/>
              <a:gd name="csY27" fmla="*/ 130804 h 177246"/>
              <a:gd name="csX28" fmla="*/ 96797 w 242814"/>
              <a:gd name="csY28" fmla="*/ 156750 h 177246"/>
              <a:gd name="csX29" fmla="*/ 115353 w 242814"/>
              <a:gd name="csY29" fmla="*/ 174493 h 177246"/>
              <a:gd name="csX30" fmla="*/ 135943 w 242814"/>
              <a:gd name="csY30" fmla="*/ 166144 h 177246"/>
              <a:gd name="csX31" fmla="*/ 147196 w 242814"/>
              <a:gd name="csY31" fmla="*/ 135496 h 177246"/>
              <a:gd name="csX32" fmla="*/ 144284 w 242814"/>
              <a:gd name="csY32" fmla="*/ 86349 h 177246"/>
              <a:gd name="csX33" fmla="*/ 144950 w 242814"/>
              <a:gd name="csY33" fmla="*/ 71969 h 177246"/>
              <a:gd name="csX34" fmla="*/ 159248 w 242814"/>
              <a:gd name="csY34" fmla="*/ 65175 h 177246"/>
              <a:gd name="csX35" fmla="*/ 199104 w 242814"/>
              <a:gd name="csY35" fmla="*/ 63790 h 177246"/>
              <a:gd name="csX36" fmla="*/ 224599 w 242814"/>
              <a:gd name="csY36" fmla="*/ 63206 h 177246"/>
              <a:gd name="csX37" fmla="*/ 237556 w 242814"/>
              <a:gd name="csY37" fmla="*/ 69615 h 177246"/>
              <a:gd name="csX38" fmla="*/ 238289 w 242814"/>
              <a:gd name="csY38" fmla="*/ 87339 h 177246"/>
              <a:gd name="csX39" fmla="*/ 239236 w 242814"/>
              <a:gd name="csY39" fmla="*/ 102800 h 177246"/>
              <a:gd name="csX40" fmla="*/ 238460 w 242814"/>
              <a:gd name="csY40" fmla="*/ 117573 h 177246"/>
              <a:gd name="csX41" fmla="*/ 236649 w 242814"/>
              <a:gd name="csY41" fmla="*/ 128469 h 177246"/>
              <a:gd name="csX42" fmla="*/ 229339 w 242814"/>
              <a:gd name="csY42" fmla="*/ 127917 h 177246"/>
              <a:gd name="csX43" fmla="*/ 226810 w 242814"/>
              <a:gd name="csY43" fmla="*/ 127810 h 177246"/>
              <a:gd name="csX44" fmla="*/ 192522 w 242814"/>
              <a:gd name="csY44" fmla="*/ 151676 h 177246"/>
              <a:gd name="csX45" fmla="*/ 205920 w 242814"/>
              <a:gd name="csY45" fmla="*/ 169118 h 177246"/>
              <a:gd name="csX46" fmla="*/ 211918 w 242814"/>
              <a:gd name="csY46" fmla="*/ 169910 h 177246"/>
              <a:gd name="csX47" fmla="*/ 241201 w 242814"/>
              <a:gd name="csY47" fmla="*/ 148521 h 177246"/>
              <a:gd name="csX48" fmla="*/ 241809 w 242814"/>
              <a:gd name="csY48" fmla="*/ 86207 h 177246"/>
              <a:gd name="csX49" fmla="*/ 241000 w 242814"/>
              <a:gd name="csY49" fmla="*/ 52207 h 177246"/>
              <a:gd name="csX50" fmla="*/ 234126 w 242814"/>
              <a:gd name="csY50" fmla="*/ 480 h 177246"/>
              <a:gd name="csX51" fmla="*/ 226135 w 242814"/>
              <a:gd name="csY51" fmla="*/ 5 h 17724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</a:cxnLst>
            <a:rect l="l" t="t" r="r" b="b"/>
            <a:pathLst>
              <a:path w="242814" h="177246">
                <a:moveTo>
                  <a:pt x="226139" y="0"/>
                </a:moveTo>
                <a:cubicBezTo>
                  <a:pt x="221860" y="0"/>
                  <a:pt x="216337" y="165"/>
                  <a:pt x="210658" y="501"/>
                </a:cubicBezTo>
                <a:cubicBezTo>
                  <a:pt x="199376" y="1167"/>
                  <a:pt x="179971" y="1898"/>
                  <a:pt x="167503" y="2235"/>
                </a:cubicBezTo>
                <a:cubicBezTo>
                  <a:pt x="123922" y="3218"/>
                  <a:pt x="97436" y="4094"/>
                  <a:pt x="73464" y="5881"/>
                </a:cubicBezTo>
                <a:cubicBezTo>
                  <a:pt x="63066" y="6477"/>
                  <a:pt x="53506" y="6915"/>
                  <a:pt x="49313" y="6915"/>
                </a:cubicBezTo>
                <a:cubicBezTo>
                  <a:pt x="48172" y="6915"/>
                  <a:pt x="47429" y="6882"/>
                  <a:pt x="47175" y="6812"/>
                </a:cubicBezTo>
                <a:cubicBezTo>
                  <a:pt x="46759" y="6696"/>
                  <a:pt x="46374" y="6632"/>
                  <a:pt x="46019" y="6632"/>
                </a:cubicBezTo>
                <a:cubicBezTo>
                  <a:pt x="42328" y="6632"/>
                  <a:pt x="41874" y="13624"/>
                  <a:pt x="42888" y="42984"/>
                </a:cubicBezTo>
                <a:cubicBezTo>
                  <a:pt x="45644" y="112988"/>
                  <a:pt x="45950" y="129961"/>
                  <a:pt x="45284" y="132308"/>
                </a:cubicBezTo>
                <a:cubicBezTo>
                  <a:pt x="44904" y="133648"/>
                  <a:pt x="42200" y="134545"/>
                  <a:pt x="39099" y="134545"/>
                </a:cubicBezTo>
                <a:cubicBezTo>
                  <a:pt x="39030" y="134545"/>
                  <a:pt x="38960" y="134544"/>
                  <a:pt x="38891" y="134543"/>
                </a:cubicBezTo>
                <a:cubicBezTo>
                  <a:pt x="37982" y="134489"/>
                  <a:pt x="37077" y="134462"/>
                  <a:pt x="36176" y="134462"/>
                </a:cubicBezTo>
                <a:cubicBezTo>
                  <a:pt x="24600" y="134462"/>
                  <a:pt x="13775" y="138900"/>
                  <a:pt x="6194" y="146782"/>
                </a:cubicBezTo>
                <a:cubicBezTo>
                  <a:pt x="328" y="153174"/>
                  <a:pt x="-702" y="156054"/>
                  <a:pt x="377" y="163531"/>
                </a:cubicBezTo>
                <a:cubicBezTo>
                  <a:pt x="1567" y="170616"/>
                  <a:pt x="8929" y="176249"/>
                  <a:pt x="18469" y="177211"/>
                </a:cubicBezTo>
                <a:cubicBezTo>
                  <a:pt x="18828" y="177235"/>
                  <a:pt x="19193" y="177247"/>
                  <a:pt x="19561" y="177247"/>
                </a:cubicBezTo>
                <a:cubicBezTo>
                  <a:pt x="28422" y="177247"/>
                  <a:pt x="39742" y="170404"/>
                  <a:pt x="45953" y="160782"/>
                </a:cubicBezTo>
                <a:cubicBezTo>
                  <a:pt x="50546" y="153614"/>
                  <a:pt x="50678" y="145627"/>
                  <a:pt x="48119" y="87713"/>
                </a:cubicBezTo>
                <a:cubicBezTo>
                  <a:pt x="47815" y="82773"/>
                  <a:pt x="48182" y="76965"/>
                  <a:pt x="48793" y="74811"/>
                </a:cubicBezTo>
                <a:cubicBezTo>
                  <a:pt x="50180" y="69919"/>
                  <a:pt x="60552" y="67945"/>
                  <a:pt x="86136" y="67241"/>
                </a:cubicBezTo>
                <a:cubicBezTo>
                  <a:pt x="96856" y="67051"/>
                  <a:pt x="112172" y="66451"/>
                  <a:pt x="120209" y="65939"/>
                </a:cubicBezTo>
                <a:cubicBezTo>
                  <a:pt x="126213" y="65606"/>
                  <a:pt x="131738" y="65364"/>
                  <a:pt x="134674" y="65364"/>
                </a:cubicBezTo>
                <a:cubicBezTo>
                  <a:pt x="135765" y="65364"/>
                  <a:pt x="136499" y="65397"/>
                  <a:pt x="136766" y="65472"/>
                </a:cubicBezTo>
                <a:cubicBezTo>
                  <a:pt x="139139" y="66130"/>
                  <a:pt x="140943" y="77819"/>
                  <a:pt x="140549" y="89742"/>
                </a:cubicBezTo>
                <a:cubicBezTo>
                  <a:pt x="140545" y="95018"/>
                  <a:pt x="140889" y="102080"/>
                  <a:pt x="141329" y="105791"/>
                </a:cubicBezTo>
                <a:cubicBezTo>
                  <a:pt x="142929" y="115945"/>
                  <a:pt x="142201" y="129041"/>
                  <a:pt x="140230" y="129973"/>
                </a:cubicBezTo>
                <a:cubicBezTo>
                  <a:pt x="139274" y="130340"/>
                  <a:pt x="134479" y="130697"/>
                  <a:pt x="129542" y="130804"/>
                </a:cubicBezTo>
                <a:cubicBezTo>
                  <a:pt x="129496" y="130804"/>
                  <a:pt x="129449" y="130804"/>
                  <a:pt x="129403" y="130804"/>
                </a:cubicBezTo>
                <a:cubicBezTo>
                  <a:pt x="111782" y="130804"/>
                  <a:pt x="98274" y="141791"/>
                  <a:pt x="96797" y="156750"/>
                </a:cubicBezTo>
                <a:cubicBezTo>
                  <a:pt x="95832" y="167973"/>
                  <a:pt x="104661" y="174493"/>
                  <a:pt x="115353" y="174493"/>
                </a:cubicBezTo>
                <a:cubicBezTo>
                  <a:pt x="122142" y="174493"/>
                  <a:pt x="129682" y="171865"/>
                  <a:pt x="135943" y="166144"/>
                </a:cubicBezTo>
                <a:cubicBezTo>
                  <a:pt x="145156" y="157726"/>
                  <a:pt x="147717" y="150205"/>
                  <a:pt x="147196" y="135496"/>
                </a:cubicBezTo>
                <a:cubicBezTo>
                  <a:pt x="146387" y="113529"/>
                  <a:pt x="145141" y="94608"/>
                  <a:pt x="144284" y="86349"/>
                </a:cubicBezTo>
                <a:cubicBezTo>
                  <a:pt x="143812" y="81996"/>
                  <a:pt x="144149" y="75545"/>
                  <a:pt x="144950" y="71969"/>
                </a:cubicBezTo>
                <a:cubicBezTo>
                  <a:pt x="146275" y="65792"/>
                  <a:pt x="146781" y="65511"/>
                  <a:pt x="159248" y="65175"/>
                </a:cubicBezTo>
                <a:cubicBezTo>
                  <a:pt x="166385" y="64834"/>
                  <a:pt x="184240" y="64305"/>
                  <a:pt x="199104" y="63790"/>
                </a:cubicBezTo>
                <a:cubicBezTo>
                  <a:pt x="210892" y="63459"/>
                  <a:pt x="219002" y="63206"/>
                  <a:pt x="224599" y="63206"/>
                </a:cubicBezTo>
                <a:cubicBezTo>
                  <a:pt x="237688" y="63206"/>
                  <a:pt x="237038" y="64591"/>
                  <a:pt x="237556" y="69615"/>
                </a:cubicBezTo>
                <a:cubicBezTo>
                  <a:pt x="237910" y="72879"/>
                  <a:pt x="238174" y="80973"/>
                  <a:pt x="238289" y="87339"/>
                </a:cubicBezTo>
                <a:cubicBezTo>
                  <a:pt x="238404" y="93704"/>
                  <a:pt x="238747" y="100765"/>
                  <a:pt x="239236" y="102800"/>
                </a:cubicBezTo>
                <a:cubicBezTo>
                  <a:pt x="239868" y="105087"/>
                  <a:pt x="239476" y="111733"/>
                  <a:pt x="238460" y="117573"/>
                </a:cubicBezTo>
                <a:lnTo>
                  <a:pt x="236649" y="128469"/>
                </a:lnTo>
                <a:lnTo>
                  <a:pt x="229339" y="127917"/>
                </a:lnTo>
                <a:cubicBezTo>
                  <a:pt x="228505" y="127845"/>
                  <a:pt x="227661" y="127810"/>
                  <a:pt x="226810" y="127810"/>
                </a:cubicBezTo>
                <a:cubicBezTo>
                  <a:pt x="210902" y="127810"/>
                  <a:pt x="192815" y="139935"/>
                  <a:pt x="192522" y="151676"/>
                </a:cubicBezTo>
                <a:cubicBezTo>
                  <a:pt x="192218" y="158769"/>
                  <a:pt x="198802" y="167141"/>
                  <a:pt x="205920" y="169118"/>
                </a:cubicBezTo>
                <a:cubicBezTo>
                  <a:pt x="207856" y="169656"/>
                  <a:pt x="209872" y="169910"/>
                  <a:pt x="211918" y="169910"/>
                </a:cubicBezTo>
                <a:cubicBezTo>
                  <a:pt x="224295" y="169910"/>
                  <a:pt x="237772" y="160611"/>
                  <a:pt x="241201" y="148521"/>
                </a:cubicBezTo>
                <a:cubicBezTo>
                  <a:pt x="243143" y="141672"/>
                  <a:pt x="243316" y="118501"/>
                  <a:pt x="241809" y="86207"/>
                </a:cubicBezTo>
                <a:cubicBezTo>
                  <a:pt x="241497" y="79788"/>
                  <a:pt x="241143" y="64491"/>
                  <a:pt x="241000" y="52207"/>
                </a:cubicBezTo>
                <a:cubicBezTo>
                  <a:pt x="240208" y="15891"/>
                  <a:pt x="238366" y="2080"/>
                  <a:pt x="234126" y="480"/>
                </a:cubicBezTo>
                <a:cubicBezTo>
                  <a:pt x="233368" y="165"/>
                  <a:pt x="230357" y="5"/>
                  <a:pt x="226135" y="5"/>
                </a:cubicBezTo>
                <a:close/>
              </a:path>
            </a:pathLst>
          </a:custGeom>
          <a:solidFill>
            <a:srgbClr val="000000"/>
          </a:solidFill>
          <a:ln w="7382" cap="flat">
            <a:noFill/>
            <a:prstDash val="solid"/>
            <a:miter/>
          </a:ln>
        </p:spPr>
        <p:txBody>
          <a:bodyPr/>
          <a:lstStyle/>
          <a:p>
            <a:endParaRPr lang="en-AU"/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67C2C7DE-86C7-90B9-5DA2-534EAFBF0D97}"/>
              </a:ext>
            </a:extLst>
          </p:cNvPr>
          <p:cNvSpPr/>
          <p:nvPr/>
        </p:nvSpPr>
        <p:spPr>
          <a:xfrm flipH="1">
            <a:off x="1886582" y="2191270"/>
            <a:ext cx="296820" cy="457503"/>
          </a:xfrm>
          <a:custGeom>
            <a:avLst/>
            <a:gdLst>
              <a:gd name="csX0" fmla="*/ 202241 w 296820"/>
              <a:gd name="csY0" fmla="*/ 6 h 457503"/>
              <a:gd name="csX1" fmla="*/ 197855 w 296820"/>
              <a:gd name="csY1" fmla="*/ 1540 h 457503"/>
              <a:gd name="csX2" fmla="*/ 195691 w 296820"/>
              <a:gd name="csY2" fmla="*/ 9171 h 457503"/>
              <a:gd name="csX3" fmla="*/ 176773 w 296820"/>
              <a:gd name="csY3" fmla="*/ 125505 h 457503"/>
              <a:gd name="csX4" fmla="*/ 171372 w 296820"/>
              <a:gd name="csY4" fmla="*/ 158835 h 457503"/>
              <a:gd name="csX5" fmla="*/ 166367 w 296820"/>
              <a:gd name="csY5" fmla="*/ 192274 h 457503"/>
              <a:gd name="csX6" fmla="*/ 152823 w 296820"/>
              <a:gd name="csY6" fmla="*/ 281392 h 457503"/>
              <a:gd name="csX7" fmla="*/ 141873 w 296820"/>
              <a:gd name="csY7" fmla="*/ 346322 h 457503"/>
              <a:gd name="csX8" fmla="*/ 139819 w 296820"/>
              <a:gd name="csY8" fmla="*/ 353562 h 457503"/>
              <a:gd name="csX9" fmla="*/ 120576 w 296820"/>
              <a:gd name="csY9" fmla="*/ 346951 h 457503"/>
              <a:gd name="csX10" fmla="*/ 88225 w 296820"/>
              <a:gd name="csY10" fmla="*/ 340223 h 457503"/>
              <a:gd name="csX11" fmla="*/ 66136 w 296820"/>
              <a:gd name="csY11" fmla="*/ 342597 h 457503"/>
              <a:gd name="csX12" fmla="*/ 6185 w 296820"/>
              <a:gd name="csY12" fmla="*/ 432123 h 457503"/>
              <a:gd name="csX13" fmla="*/ 55143 w 296820"/>
              <a:gd name="csY13" fmla="*/ 457503 h 457503"/>
              <a:gd name="csX14" fmla="*/ 74174 w 296820"/>
              <a:gd name="csY14" fmla="*/ 455649 h 457503"/>
              <a:gd name="csX15" fmla="*/ 130424 w 296820"/>
              <a:gd name="csY15" fmla="*/ 425044 h 457503"/>
              <a:gd name="csX16" fmla="*/ 147216 w 296820"/>
              <a:gd name="csY16" fmla="*/ 390656 h 457503"/>
              <a:gd name="csX17" fmla="*/ 169526 w 296820"/>
              <a:gd name="csY17" fmla="*/ 263861 h 457503"/>
              <a:gd name="csX18" fmla="*/ 175919 w 296820"/>
              <a:gd name="csY18" fmla="*/ 225530 h 457503"/>
              <a:gd name="csX19" fmla="*/ 179390 w 296820"/>
              <a:gd name="csY19" fmla="*/ 202008 h 457503"/>
              <a:gd name="csX20" fmla="*/ 184328 w 296820"/>
              <a:gd name="csY20" fmla="*/ 198684 h 457503"/>
              <a:gd name="csX21" fmla="*/ 195157 w 296820"/>
              <a:gd name="csY21" fmla="*/ 201321 h 457503"/>
              <a:gd name="csX22" fmla="*/ 257665 w 296820"/>
              <a:gd name="csY22" fmla="*/ 259211 h 457503"/>
              <a:gd name="csX23" fmla="*/ 251729 w 296820"/>
              <a:gd name="csY23" fmla="*/ 376407 h 457503"/>
              <a:gd name="csX24" fmla="*/ 245978 w 296820"/>
              <a:gd name="csY24" fmla="*/ 389163 h 457503"/>
              <a:gd name="csX25" fmla="*/ 246077 w 296820"/>
              <a:gd name="csY25" fmla="*/ 389218 h 457503"/>
              <a:gd name="csX26" fmla="*/ 254446 w 296820"/>
              <a:gd name="csY26" fmla="*/ 384126 h 457503"/>
              <a:gd name="csX27" fmla="*/ 289712 w 296820"/>
              <a:gd name="csY27" fmla="*/ 259034 h 457503"/>
              <a:gd name="csX28" fmla="*/ 291737 w 296820"/>
              <a:gd name="csY28" fmla="*/ 221812 h 457503"/>
              <a:gd name="csX29" fmla="*/ 289650 w 296820"/>
              <a:gd name="csY29" fmla="*/ 144184 h 457503"/>
              <a:gd name="csX30" fmla="*/ 250183 w 296820"/>
              <a:gd name="csY30" fmla="*/ 78762 h 457503"/>
              <a:gd name="csX31" fmla="*/ 212231 w 296820"/>
              <a:gd name="csY31" fmla="*/ 11015 h 457503"/>
              <a:gd name="csX32" fmla="*/ 205213 w 296820"/>
              <a:gd name="csY32" fmla="*/ 412 h 457503"/>
              <a:gd name="csX33" fmla="*/ 202241 w 296820"/>
              <a:gd name="csY33" fmla="*/ 0 h 4575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</a:cxnLst>
            <a:rect l="l" t="t" r="r" b="b"/>
            <a:pathLst>
              <a:path w="296820" h="457503">
                <a:moveTo>
                  <a:pt x="202241" y="6"/>
                </a:moveTo>
                <a:cubicBezTo>
                  <a:pt x="200243" y="6"/>
                  <a:pt x="198559" y="588"/>
                  <a:pt x="197855" y="1540"/>
                </a:cubicBezTo>
                <a:cubicBezTo>
                  <a:pt x="196619" y="2886"/>
                  <a:pt x="195818" y="6463"/>
                  <a:pt x="195691" y="9171"/>
                </a:cubicBezTo>
                <a:cubicBezTo>
                  <a:pt x="195599" y="14000"/>
                  <a:pt x="184084" y="84684"/>
                  <a:pt x="176773" y="125505"/>
                </a:cubicBezTo>
                <a:cubicBezTo>
                  <a:pt x="174875" y="135955"/>
                  <a:pt x="172548" y="150929"/>
                  <a:pt x="171372" y="158835"/>
                </a:cubicBezTo>
                <a:cubicBezTo>
                  <a:pt x="170450" y="166601"/>
                  <a:pt x="168067" y="181771"/>
                  <a:pt x="166367" y="192274"/>
                </a:cubicBezTo>
                <a:cubicBezTo>
                  <a:pt x="162610" y="215295"/>
                  <a:pt x="157002" y="252367"/>
                  <a:pt x="152823" y="281392"/>
                </a:cubicBezTo>
                <a:cubicBezTo>
                  <a:pt x="148515" y="313126"/>
                  <a:pt x="144204" y="338104"/>
                  <a:pt x="141873" y="346322"/>
                </a:cubicBezTo>
                <a:lnTo>
                  <a:pt x="139819" y="353562"/>
                </a:lnTo>
                <a:lnTo>
                  <a:pt x="120576" y="346951"/>
                </a:lnTo>
                <a:cubicBezTo>
                  <a:pt x="107117" y="342307"/>
                  <a:pt x="98304" y="340223"/>
                  <a:pt x="88225" y="340223"/>
                </a:cubicBezTo>
                <a:cubicBezTo>
                  <a:pt x="81862" y="340223"/>
                  <a:pt x="74995" y="341054"/>
                  <a:pt x="66136" y="342597"/>
                </a:cubicBezTo>
                <a:cubicBezTo>
                  <a:pt x="17652" y="351083"/>
                  <a:pt x="-14006" y="398019"/>
                  <a:pt x="6185" y="432123"/>
                </a:cubicBezTo>
                <a:cubicBezTo>
                  <a:pt x="15935" y="448835"/>
                  <a:pt x="32755" y="457503"/>
                  <a:pt x="55143" y="457503"/>
                </a:cubicBezTo>
                <a:cubicBezTo>
                  <a:pt x="61101" y="457503"/>
                  <a:pt x="67455" y="456890"/>
                  <a:pt x="74174" y="455649"/>
                </a:cubicBezTo>
                <a:cubicBezTo>
                  <a:pt x="93060" y="452240"/>
                  <a:pt x="117061" y="439064"/>
                  <a:pt x="130424" y="425044"/>
                </a:cubicBezTo>
                <a:cubicBezTo>
                  <a:pt x="140501" y="414333"/>
                  <a:pt x="140865" y="413800"/>
                  <a:pt x="147216" y="390656"/>
                </a:cubicBezTo>
                <a:cubicBezTo>
                  <a:pt x="152734" y="370446"/>
                  <a:pt x="157514" y="343066"/>
                  <a:pt x="169526" y="263861"/>
                </a:cubicBezTo>
                <a:cubicBezTo>
                  <a:pt x="170980" y="254976"/>
                  <a:pt x="173775" y="237599"/>
                  <a:pt x="175919" y="225530"/>
                </a:cubicBezTo>
                <a:cubicBezTo>
                  <a:pt x="178118" y="213263"/>
                  <a:pt x="179619" y="202704"/>
                  <a:pt x="179390" y="202008"/>
                </a:cubicBezTo>
                <a:cubicBezTo>
                  <a:pt x="178764" y="199810"/>
                  <a:pt x="180920" y="198684"/>
                  <a:pt x="184328" y="198684"/>
                </a:cubicBezTo>
                <a:cubicBezTo>
                  <a:pt x="187318" y="198684"/>
                  <a:pt x="191273" y="199551"/>
                  <a:pt x="195157" y="201321"/>
                </a:cubicBezTo>
                <a:cubicBezTo>
                  <a:pt x="221336" y="212813"/>
                  <a:pt x="247687" y="237230"/>
                  <a:pt x="257665" y="259211"/>
                </a:cubicBezTo>
                <a:cubicBezTo>
                  <a:pt x="272573" y="291637"/>
                  <a:pt x="269962" y="342208"/>
                  <a:pt x="251729" y="376407"/>
                </a:cubicBezTo>
                <a:cubicBezTo>
                  <a:pt x="248348" y="383066"/>
                  <a:pt x="245694" y="388661"/>
                  <a:pt x="245978" y="389163"/>
                </a:cubicBezTo>
                <a:cubicBezTo>
                  <a:pt x="245986" y="389200"/>
                  <a:pt x="246019" y="389218"/>
                  <a:pt x="246077" y="389218"/>
                </a:cubicBezTo>
                <a:cubicBezTo>
                  <a:pt x="246712" y="389218"/>
                  <a:pt x="250296" y="387037"/>
                  <a:pt x="254446" y="384126"/>
                </a:cubicBezTo>
                <a:cubicBezTo>
                  <a:pt x="282590" y="363868"/>
                  <a:pt x="300374" y="300414"/>
                  <a:pt x="289712" y="259034"/>
                </a:cubicBezTo>
                <a:cubicBezTo>
                  <a:pt x="286295" y="246263"/>
                  <a:pt x="286399" y="244393"/>
                  <a:pt x="291737" y="221812"/>
                </a:cubicBezTo>
                <a:cubicBezTo>
                  <a:pt x="299011" y="190902"/>
                  <a:pt x="298618" y="173484"/>
                  <a:pt x="289650" y="144184"/>
                </a:cubicBezTo>
                <a:cubicBezTo>
                  <a:pt x="284519" y="126927"/>
                  <a:pt x="278236" y="116739"/>
                  <a:pt x="250183" y="78762"/>
                </a:cubicBezTo>
                <a:cubicBezTo>
                  <a:pt x="227555" y="47991"/>
                  <a:pt x="214381" y="24489"/>
                  <a:pt x="212231" y="11015"/>
                </a:cubicBezTo>
                <a:cubicBezTo>
                  <a:pt x="210898" y="3679"/>
                  <a:pt x="209761" y="1675"/>
                  <a:pt x="205213" y="412"/>
                </a:cubicBezTo>
                <a:cubicBezTo>
                  <a:pt x="204198" y="130"/>
                  <a:pt x="203185" y="0"/>
                  <a:pt x="202241" y="0"/>
                </a:cubicBezTo>
                <a:close/>
              </a:path>
            </a:pathLst>
          </a:custGeom>
          <a:solidFill>
            <a:srgbClr val="000000"/>
          </a:solidFill>
          <a:ln w="7382" cap="flat">
            <a:noFill/>
            <a:prstDash val="solid"/>
            <a:miter/>
          </a:ln>
        </p:spPr>
        <p:txBody>
          <a:bodyPr/>
          <a:lstStyle/>
          <a:p>
            <a:endParaRPr lang="en-AU"/>
          </a:p>
        </p:txBody>
      </p:sp>
      <p:sp>
        <p:nvSpPr>
          <p:cNvPr id="38" name="Freeform: Shape 37">
            <a:extLst>
              <a:ext uri="{FF2B5EF4-FFF2-40B4-BE49-F238E27FC236}">
                <a16:creationId xmlns:a16="http://schemas.microsoft.com/office/drawing/2014/main" id="{854BF7D5-EDE0-D8F8-1FB9-0F20744CC822}"/>
              </a:ext>
            </a:extLst>
          </p:cNvPr>
          <p:cNvSpPr/>
          <p:nvPr/>
        </p:nvSpPr>
        <p:spPr>
          <a:xfrm flipH="1">
            <a:off x="1573066" y="2492675"/>
            <a:ext cx="104992" cy="300274"/>
          </a:xfrm>
          <a:custGeom>
            <a:avLst/>
            <a:gdLst>
              <a:gd name="csX0" fmla="*/ 68561 w 104992"/>
              <a:gd name="csY0" fmla="*/ 0 h 300274"/>
              <a:gd name="csX1" fmla="*/ 63052 w 104992"/>
              <a:gd name="csY1" fmla="*/ 1824 h 300274"/>
              <a:gd name="csX2" fmla="*/ 48428 w 104992"/>
              <a:gd name="csY2" fmla="*/ 23305 h 300274"/>
              <a:gd name="csX3" fmla="*/ 44641 w 104992"/>
              <a:gd name="csY3" fmla="*/ 69747 h 300274"/>
              <a:gd name="csX4" fmla="*/ 45585 w 104992"/>
              <a:gd name="csY4" fmla="*/ 90486 h 300274"/>
              <a:gd name="csX5" fmla="*/ 38928 w 104992"/>
              <a:gd name="csY5" fmla="*/ 96659 h 300274"/>
              <a:gd name="csX6" fmla="*/ 2765 w 104992"/>
              <a:gd name="csY6" fmla="*/ 187304 h 300274"/>
              <a:gd name="csX7" fmla="*/ 57946 w 104992"/>
              <a:gd name="csY7" fmla="*/ 228894 h 300274"/>
              <a:gd name="csX8" fmla="*/ 60963 w 104992"/>
              <a:gd name="csY8" fmla="*/ 228800 h 300274"/>
              <a:gd name="csX9" fmla="*/ 63953 w 104992"/>
              <a:gd name="csY9" fmla="*/ 228709 h 300274"/>
              <a:gd name="csX10" fmla="*/ 71548 w 104992"/>
              <a:gd name="csY10" fmla="*/ 229840 h 300274"/>
              <a:gd name="csX11" fmla="*/ 75362 w 104992"/>
              <a:gd name="csY11" fmla="*/ 278816 h 300274"/>
              <a:gd name="csX12" fmla="*/ 63636 w 104992"/>
              <a:gd name="csY12" fmla="*/ 293080 h 300274"/>
              <a:gd name="csX13" fmla="*/ 51809 w 104992"/>
              <a:gd name="csY13" fmla="*/ 296464 h 300274"/>
              <a:gd name="csX14" fmla="*/ 48303 w 104992"/>
              <a:gd name="csY14" fmla="*/ 295999 h 300274"/>
              <a:gd name="csX15" fmla="*/ 48934 w 104992"/>
              <a:gd name="csY15" fmla="*/ 286253 h 300274"/>
              <a:gd name="csX16" fmla="*/ 54744 w 104992"/>
              <a:gd name="csY16" fmla="*/ 268024 h 300274"/>
              <a:gd name="csX17" fmla="*/ 40715 w 104992"/>
              <a:gd name="csY17" fmla="*/ 256482 h 300274"/>
              <a:gd name="csX18" fmla="*/ 28365 w 104992"/>
              <a:gd name="csY18" fmla="*/ 261753 h 300274"/>
              <a:gd name="csX19" fmla="*/ 25292 w 104992"/>
              <a:gd name="csY19" fmla="*/ 280109 h 300274"/>
              <a:gd name="csX20" fmla="*/ 46205 w 104992"/>
              <a:gd name="csY20" fmla="*/ 299638 h 300274"/>
              <a:gd name="csX21" fmla="*/ 51510 w 104992"/>
              <a:gd name="csY21" fmla="*/ 300274 h 300274"/>
              <a:gd name="csX22" fmla="*/ 74943 w 104992"/>
              <a:gd name="csY22" fmla="*/ 291576 h 300274"/>
              <a:gd name="csX23" fmla="*/ 79315 w 104992"/>
              <a:gd name="csY23" fmla="*/ 243817 h 300274"/>
              <a:gd name="csX24" fmla="*/ 77837 w 104992"/>
              <a:gd name="csY24" fmla="*/ 229475 h 300274"/>
              <a:gd name="csX25" fmla="*/ 88112 w 104992"/>
              <a:gd name="csY25" fmla="*/ 218819 h 300274"/>
              <a:gd name="csX26" fmla="*/ 98116 w 104992"/>
              <a:gd name="csY26" fmla="*/ 162493 h 300274"/>
              <a:gd name="csX27" fmla="*/ 70383 w 104992"/>
              <a:gd name="csY27" fmla="*/ 144447 h 300274"/>
              <a:gd name="csX28" fmla="*/ 58137 w 104992"/>
              <a:gd name="csY28" fmla="*/ 131968 h 300274"/>
              <a:gd name="csX29" fmla="*/ 63281 w 104992"/>
              <a:gd name="csY29" fmla="*/ 104055 h 300274"/>
              <a:gd name="csX30" fmla="*/ 87177 w 104992"/>
              <a:gd name="csY30" fmla="*/ 44622 h 300274"/>
              <a:gd name="csX31" fmla="*/ 68559 w 104992"/>
              <a:gd name="csY31" fmla="*/ 0 h 30027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</a:cxnLst>
            <a:rect l="l" t="t" r="r" b="b"/>
            <a:pathLst>
              <a:path w="104992" h="300274">
                <a:moveTo>
                  <a:pt x="68561" y="0"/>
                </a:moveTo>
                <a:cubicBezTo>
                  <a:pt x="66786" y="0"/>
                  <a:pt x="64941" y="594"/>
                  <a:pt x="63052" y="1824"/>
                </a:cubicBezTo>
                <a:cubicBezTo>
                  <a:pt x="55431" y="6885"/>
                  <a:pt x="51789" y="12206"/>
                  <a:pt x="48428" y="23305"/>
                </a:cubicBezTo>
                <a:cubicBezTo>
                  <a:pt x="44234" y="37338"/>
                  <a:pt x="43700" y="43734"/>
                  <a:pt x="44641" y="69747"/>
                </a:cubicBezTo>
                <a:lnTo>
                  <a:pt x="45585" y="90486"/>
                </a:lnTo>
                <a:lnTo>
                  <a:pt x="38928" y="96659"/>
                </a:lnTo>
                <a:cubicBezTo>
                  <a:pt x="6823" y="126370"/>
                  <a:pt x="-6196" y="159485"/>
                  <a:pt x="2765" y="187304"/>
                </a:cubicBezTo>
                <a:cubicBezTo>
                  <a:pt x="10673" y="211372"/>
                  <a:pt x="34183" y="228894"/>
                  <a:pt x="57946" y="228894"/>
                </a:cubicBezTo>
                <a:cubicBezTo>
                  <a:pt x="58951" y="228894"/>
                  <a:pt x="59957" y="228863"/>
                  <a:pt x="60963" y="228800"/>
                </a:cubicBezTo>
                <a:cubicBezTo>
                  <a:pt x="61980" y="228738"/>
                  <a:pt x="62987" y="228709"/>
                  <a:pt x="63953" y="228709"/>
                </a:cubicBezTo>
                <a:cubicBezTo>
                  <a:pt x="67734" y="228709"/>
                  <a:pt x="70892" y="229154"/>
                  <a:pt x="71548" y="229840"/>
                </a:cubicBezTo>
                <a:cubicBezTo>
                  <a:pt x="76141" y="234704"/>
                  <a:pt x="78660" y="266434"/>
                  <a:pt x="75362" y="278816"/>
                </a:cubicBezTo>
                <a:cubicBezTo>
                  <a:pt x="73117" y="287481"/>
                  <a:pt x="71883" y="288826"/>
                  <a:pt x="63636" y="293080"/>
                </a:cubicBezTo>
                <a:cubicBezTo>
                  <a:pt x="58946" y="295326"/>
                  <a:pt x="55140" y="296464"/>
                  <a:pt x="51809" y="296464"/>
                </a:cubicBezTo>
                <a:cubicBezTo>
                  <a:pt x="50583" y="296464"/>
                  <a:pt x="49421" y="296309"/>
                  <a:pt x="48303" y="295999"/>
                </a:cubicBezTo>
                <a:cubicBezTo>
                  <a:pt x="41382" y="294077"/>
                  <a:pt x="41455" y="291564"/>
                  <a:pt x="48934" y="286253"/>
                </a:cubicBezTo>
                <a:cubicBezTo>
                  <a:pt x="55654" y="281364"/>
                  <a:pt x="56986" y="276668"/>
                  <a:pt x="54744" y="268024"/>
                </a:cubicBezTo>
                <a:cubicBezTo>
                  <a:pt x="52722" y="260542"/>
                  <a:pt x="47055" y="256482"/>
                  <a:pt x="40715" y="256482"/>
                </a:cubicBezTo>
                <a:cubicBezTo>
                  <a:pt x="36612" y="256482"/>
                  <a:pt x="32228" y="258182"/>
                  <a:pt x="28365" y="261753"/>
                </a:cubicBezTo>
                <a:cubicBezTo>
                  <a:pt x="20584" y="268880"/>
                  <a:pt x="20307" y="269859"/>
                  <a:pt x="25292" y="280109"/>
                </a:cubicBezTo>
                <a:cubicBezTo>
                  <a:pt x="30705" y="291112"/>
                  <a:pt x="37108" y="297111"/>
                  <a:pt x="46205" y="299638"/>
                </a:cubicBezTo>
                <a:cubicBezTo>
                  <a:pt x="47769" y="300073"/>
                  <a:pt x="49575" y="300274"/>
                  <a:pt x="51510" y="300274"/>
                </a:cubicBezTo>
                <a:cubicBezTo>
                  <a:pt x="59845" y="300274"/>
                  <a:pt x="70592" y="296535"/>
                  <a:pt x="74943" y="291576"/>
                </a:cubicBezTo>
                <a:cubicBezTo>
                  <a:pt x="82265" y="283056"/>
                  <a:pt x="83850" y="266186"/>
                  <a:pt x="79315" y="243817"/>
                </a:cubicBezTo>
                <a:cubicBezTo>
                  <a:pt x="78101" y="237570"/>
                  <a:pt x="77392" y="231041"/>
                  <a:pt x="77837" y="229475"/>
                </a:cubicBezTo>
                <a:cubicBezTo>
                  <a:pt x="78280" y="227910"/>
                  <a:pt x="82857" y="223059"/>
                  <a:pt x="88112" y="218819"/>
                </a:cubicBezTo>
                <a:cubicBezTo>
                  <a:pt x="106096" y="203549"/>
                  <a:pt x="110169" y="181671"/>
                  <a:pt x="98116" y="162493"/>
                </a:cubicBezTo>
                <a:cubicBezTo>
                  <a:pt x="91066" y="151246"/>
                  <a:pt x="82946" y="146036"/>
                  <a:pt x="70383" y="144447"/>
                </a:cubicBezTo>
                <a:cubicBezTo>
                  <a:pt x="61293" y="143399"/>
                  <a:pt x="59934" y="142177"/>
                  <a:pt x="58137" y="131968"/>
                </a:cubicBezTo>
                <a:cubicBezTo>
                  <a:pt x="54983" y="115262"/>
                  <a:pt x="55284" y="113445"/>
                  <a:pt x="63281" y="104055"/>
                </a:cubicBezTo>
                <a:cubicBezTo>
                  <a:pt x="81996" y="82445"/>
                  <a:pt x="88493" y="66307"/>
                  <a:pt x="87177" y="44622"/>
                </a:cubicBezTo>
                <a:cubicBezTo>
                  <a:pt x="85621" y="17137"/>
                  <a:pt x="78097" y="0"/>
                  <a:pt x="68559" y="0"/>
                </a:cubicBezTo>
                <a:close/>
              </a:path>
            </a:pathLst>
          </a:custGeom>
          <a:solidFill>
            <a:srgbClr val="000000"/>
          </a:solidFill>
          <a:ln w="7382" cap="flat">
            <a:noFill/>
            <a:prstDash val="solid"/>
            <a:miter/>
          </a:ln>
        </p:spPr>
        <p:txBody>
          <a:bodyPr/>
          <a:lstStyle/>
          <a:p>
            <a:endParaRPr lang="en-AU"/>
          </a:p>
        </p:txBody>
      </p:sp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5E3ED92D-1C2D-00B5-2C48-293AD25C8CBA}"/>
              </a:ext>
            </a:extLst>
          </p:cNvPr>
          <p:cNvSpPr/>
          <p:nvPr/>
        </p:nvSpPr>
        <p:spPr>
          <a:xfrm flipH="1">
            <a:off x="1744272" y="2650296"/>
            <a:ext cx="282882" cy="201644"/>
          </a:xfrm>
          <a:custGeom>
            <a:avLst/>
            <a:gdLst>
              <a:gd name="csX0" fmla="*/ 134365 w 282882"/>
              <a:gd name="csY0" fmla="*/ 1 h 201644"/>
              <a:gd name="csX1" fmla="*/ 114730 w 282882"/>
              <a:gd name="csY1" fmla="*/ 17081 h 201644"/>
              <a:gd name="csX2" fmla="*/ 50545 w 282882"/>
              <a:gd name="csY2" fmla="*/ 80074 h 201644"/>
              <a:gd name="csX3" fmla="*/ 50367 w 282882"/>
              <a:gd name="csY3" fmla="*/ 80052 h 201644"/>
              <a:gd name="csX4" fmla="*/ 42579 w 282882"/>
              <a:gd name="csY4" fmla="*/ 73667 h 201644"/>
              <a:gd name="csX5" fmla="*/ 27276 w 282882"/>
              <a:gd name="csY5" fmla="*/ 65195 h 201644"/>
              <a:gd name="csX6" fmla="*/ 18038 w 282882"/>
              <a:gd name="csY6" fmla="*/ 63463 h 201644"/>
              <a:gd name="csX7" fmla="*/ 9254 w 282882"/>
              <a:gd name="csY7" fmla="*/ 66311 h 201644"/>
              <a:gd name="csX8" fmla="*/ 26807 w 282882"/>
              <a:gd name="csY8" fmla="*/ 99405 h 201644"/>
              <a:gd name="csX9" fmla="*/ 28679 w 282882"/>
              <a:gd name="csY9" fmla="*/ 99360 h 201644"/>
              <a:gd name="csX10" fmla="*/ 60345 w 282882"/>
              <a:gd name="csY10" fmla="*/ 77970 h 201644"/>
              <a:gd name="csX11" fmla="*/ 76771 w 282882"/>
              <a:gd name="csY11" fmla="*/ 61422 h 201644"/>
              <a:gd name="csX12" fmla="*/ 91963 w 282882"/>
              <a:gd name="csY12" fmla="*/ 46222 h 201644"/>
              <a:gd name="csX13" fmla="*/ 107991 w 282882"/>
              <a:gd name="csY13" fmla="*/ 29565 h 201644"/>
              <a:gd name="csX14" fmla="*/ 119611 w 282882"/>
              <a:gd name="csY14" fmla="*/ 20776 h 201644"/>
              <a:gd name="csX15" fmla="*/ 134058 w 282882"/>
              <a:gd name="csY15" fmla="*/ 29416 h 201644"/>
              <a:gd name="csX16" fmla="*/ 160610 w 282882"/>
              <a:gd name="csY16" fmla="*/ 48612 h 201644"/>
              <a:gd name="csX17" fmla="*/ 185044 w 282882"/>
              <a:gd name="csY17" fmla="*/ 67008 h 201644"/>
              <a:gd name="csX18" fmla="*/ 162687 w 282882"/>
              <a:gd name="csY18" fmla="*/ 93940 h 201644"/>
              <a:gd name="csX19" fmla="*/ 151492 w 282882"/>
              <a:gd name="csY19" fmla="*/ 107085 h 201644"/>
              <a:gd name="csX20" fmla="*/ 149165 w 282882"/>
              <a:gd name="csY20" fmla="*/ 110027 h 201644"/>
              <a:gd name="csX21" fmla="*/ 149138 w 282882"/>
              <a:gd name="csY21" fmla="*/ 110026 h 201644"/>
              <a:gd name="csX22" fmla="*/ 138209 w 282882"/>
              <a:gd name="csY22" fmla="*/ 120071 h 201644"/>
              <a:gd name="csX23" fmla="*/ 126859 w 282882"/>
              <a:gd name="csY23" fmla="*/ 130006 h 201644"/>
              <a:gd name="csX24" fmla="*/ 126669 w 282882"/>
              <a:gd name="csY24" fmla="*/ 130023 h 201644"/>
              <a:gd name="csX25" fmla="*/ 117860 w 282882"/>
              <a:gd name="csY25" fmla="*/ 124130 h 201644"/>
              <a:gd name="csX26" fmla="*/ 100976 w 282882"/>
              <a:gd name="csY26" fmla="*/ 115218 h 201644"/>
              <a:gd name="csX27" fmla="*/ 92154 w 282882"/>
              <a:gd name="csY27" fmla="*/ 113625 h 201644"/>
              <a:gd name="csX28" fmla="*/ 82701 w 282882"/>
              <a:gd name="csY28" fmla="*/ 116476 h 201644"/>
              <a:gd name="csX29" fmla="*/ 74063 w 282882"/>
              <a:gd name="csY29" fmla="*/ 127375 h 201644"/>
              <a:gd name="csX30" fmla="*/ 77481 w 282882"/>
              <a:gd name="csY30" fmla="*/ 140144 h 201644"/>
              <a:gd name="csX31" fmla="*/ 92838 w 282882"/>
              <a:gd name="csY31" fmla="*/ 148421 h 201644"/>
              <a:gd name="csX32" fmla="*/ 102161 w 282882"/>
              <a:gd name="csY32" fmla="*/ 149477 h 201644"/>
              <a:gd name="csX33" fmla="*/ 131690 w 282882"/>
              <a:gd name="csY33" fmla="*/ 131771 h 201644"/>
              <a:gd name="csX34" fmla="*/ 183037 w 282882"/>
              <a:gd name="csY34" fmla="*/ 77849 h 201644"/>
              <a:gd name="csX35" fmla="*/ 190983 w 282882"/>
              <a:gd name="csY35" fmla="*/ 72420 h 201644"/>
              <a:gd name="csX36" fmla="*/ 219935 w 282882"/>
              <a:gd name="csY36" fmla="*/ 89153 h 201644"/>
              <a:gd name="csX37" fmla="*/ 251376 w 282882"/>
              <a:gd name="csY37" fmla="*/ 109917 h 201644"/>
              <a:gd name="csX38" fmla="*/ 258460 w 282882"/>
              <a:gd name="csY38" fmla="*/ 116529 h 201644"/>
              <a:gd name="csX39" fmla="*/ 251220 w 282882"/>
              <a:gd name="csY39" fmla="*/ 130771 h 201644"/>
              <a:gd name="csX40" fmla="*/ 238412 w 282882"/>
              <a:gd name="csY40" fmla="*/ 142836 h 201644"/>
              <a:gd name="csX41" fmla="*/ 233861 w 282882"/>
              <a:gd name="csY41" fmla="*/ 146849 h 201644"/>
              <a:gd name="csX42" fmla="*/ 198675 w 282882"/>
              <a:gd name="csY42" fmla="*/ 181405 h 201644"/>
              <a:gd name="csX43" fmla="*/ 198495 w 282882"/>
              <a:gd name="csY43" fmla="*/ 181426 h 201644"/>
              <a:gd name="csX44" fmla="*/ 188712 w 282882"/>
              <a:gd name="csY44" fmla="*/ 174416 h 201644"/>
              <a:gd name="csX45" fmla="*/ 169395 w 282882"/>
              <a:gd name="csY45" fmla="*/ 164846 h 201644"/>
              <a:gd name="csX46" fmla="*/ 164012 w 282882"/>
              <a:gd name="csY46" fmla="*/ 165234 h 201644"/>
              <a:gd name="csX47" fmla="*/ 148325 w 282882"/>
              <a:gd name="csY47" fmla="*/ 188951 h 201644"/>
              <a:gd name="csX48" fmla="*/ 164371 w 282882"/>
              <a:gd name="csY48" fmla="*/ 199318 h 201644"/>
              <a:gd name="csX49" fmla="*/ 177244 w 282882"/>
              <a:gd name="csY49" fmla="*/ 201644 h 201644"/>
              <a:gd name="csX50" fmla="*/ 183673 w 282882"/>
              <a:gd name="csY50" fmla="*/ 200457 h 201644"/>
              <a:gd name="csX51" fmla="*/ 210585 w 282882"/>
              <a:gd name="csY51" fmla="*/ 176268 h 201644"/>
              <a:gd name="csX52" fmla="*/ 239083 w 282882"/>
              <a:gd name="csY52" fmla="*/ 147243 h 201644"/>
              <a:gd name="csX53" fmla="*/ 265197 w 282882"/>
              <a:gd name="csY53" fmla="*/ 121355 h 201644"/>
              <a:gd name="csX54" fmla="*/ 282882 w 282882"/>
              <a:gd name="csY54" fmla="*/ 102625 h 201644"/>
              <a:gd name="csX55" fmla="*/ 273654 w 282882"/>
              <a:gd name="csY55" fmla="*/ 96051 h 201644"/>
              <a:gd name="csX56" fmla="*/ 259729 w 282882"/>
              <a:gd name="csY56" fmla="*/ 86484 h 201644"/>
              <a:gd name="csX57" fmla="*/ 200147 w 282882"/>
              <a:gd name="csY57" fmla="*/ 44605 h 201644"/>
              <a:gd name="csX58" fmla="*/ 134711 w 282882"/>
              <a:gd name="csY58" fmla="*/ 43 h 201644"/>
              <a:gd name="csX59" fmla="*/ 134368 w 282882"/>
              <a:gd name="csY59" fmla="*/ 0 h 20164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</a:cxnLst>
            <a:rect l="l" t="t" r="r" b="b"/>
            <a:pathLst>
              <a:path w="282882" h="201644">
                <a:moveTo>
                  <a:pt x="134365" y="1"/>
                </a:moveTo>
                <a:cubicBezTo>
                  <a:pt x="131880" y="1"/>
                  <a:pt x="125262" y="5735"/>
                  <a:pt x="114730" y="17081"/>
                </a:cubicBezTo>
                <a:cubicBezTo>
                  <a:pt x="80123" y="54793"/>
                  <a:pt x="54404" y="80074"/>
                  <a:pt x="50545" y="80074"/>
                </a:cubicBezTo>
                <a:cubicBezTo>
                  <a:pt x="50480" y="80074"/>
                  <a:pt x="50420" y="80067"/>
                  <a:pt x="50367" y="80052"/>
                </a:cubicBezTo>
                <a:cubicBezTo>
                  <a:pt x="48785" y="79613"/>
                  <a:pt x="45330" y="76753"/>
                  <a:pt x="42579" y="73667"/>
                </a:cubicBezTo>
                <a:cubicBezTo>
                  <a:pt x="39400" y="69830"/>
                  <a:pt x="34395" y="67173"/>
                  <a:pt x="27276" y="65195"/>
                </a:cubicBezTo>
                <a:cubicBezTo>
                  <a:pt x="23197" y="64063"/>
                  <a:pt x="20425" y="63463"/>
                  <a:pt x="18038" y="63463"/>
                </a:cubicBezTo>
                <a:cubicBezTo>
                  <a:pt x="15102" y="63463"/>
                  <a:pt x="12746" y="64371"/>
                  <a:pt x="9254" y="66311"/>
                </a:cubicBezTo>
                <a:cubicBezTo>
                  <a:pt x="-9759" y="76880"/>
                  <a:pt x="2719" y="99405"/>
                  <a:pt x="26807" y="99405"/>
                </a:cubicBezTo>
                <a:cubicBezTo>
                  <a:pt x="27424" y="99405"/>
                  <a:pt x="28048" y="99390"/>
                  <a:pt x="28679" y="99360"/>
                </a:cubicBezTo>
                <a:cubicBezTo>
                  <a:pt x="37508" y="99068"/>
                  <a:pt x="44172" y="94376"/>
                  <a:pt x="60345" y="77970"/>
                </a:cubicBezTo>
                <a:cubicBezTo>
                  <a:pt x="66353" y="71827"/>
                  <a:pt x="73793" y="64395"/>
                  <a:pt x="76771" y="61422"/>
                </a:cubicBezTo>
                <a:cubicBezTo>
                  <a:pt x="79747" y="58449"/>
                  <a:pt x="86570" y="51690"/>
                  <a:pt x="91963" y="46222"/>
                </a:cubicBezTo>
                <a:cubicBezTo>
                  <a:pt x="97550" y="40808"/>
                  <a:pt x="104596" y="33265"/>
                  <a:pt x="107991" y="29565"/>
                </a:cubicBezTo>
                <a:cubicBezTo>
                  <a:pt x="113186" y="23701"/>
                  <a:pt x="116151" y="20776"/>
                  <a:pt x="119611" y="20776"/>
                </a:cubicBezTo>
                <a:cubicBezTo>
                  <a:pt x="123048" y="20776"/>
                  <a:pt x="126974" y="23661"/>
                  <a:pt x="134058" y="29416"/>
                </a:cubicBezTo>
                <a:cubicBezTo>
                  <a:pt x="135956" y="30999"/>
                  <a:pt x="148015" y="39625"/>
                  <a:pt x="160610" y="48612"/>
                </a:cubicBezTo>
                <a:cubicBezTo>
                  <a:pt x="173460" y="57457"/>
                  <a:pt x="184334" y="65755"/>
                  <a:pt x="185044" y="67008"/>
                </a:cubicBezTo>
                <a:cubicBezTo>
                  <a:pt x="186522" y="69318"/>
                  <a:pt x="182651" y="73943"/>
                  <a:pt x="162687" y="93940"/>
                </a:cubicBezTo>
                <a:cubicBezTo>
                  <a:pt x="156987" y="99745"/>
                  <a:pt x="151881" y="105714"/>
                  <a:pt x="151492" y="107085"/>
                </a:cubicBezTo>
                <a:cubicBezTo>
                  <a:pt x="151104" y="108454"/>
                  <a:pt x="150066" y="109855"/>
                  <a:pt x="149165" y="110027"/>
                </a:cubicBezTo>
                <a:cubicBezTo>
                  <a:pt x="149156" y="110026"/>
                  <a:pt x="149147" y="110026"/>
                  <a:pt x="149138" y="110026"/>
                </a:cubicBezTo>
                <a:cubicBezTo>
                  <a:pt x="148041" y="110026"/>
                  <a:pt x="143359" y="114595"/>
                  <a:pt x="138209" y="120071"/>
                </a:cubicBezTo>
                <a:cubicBezTo>
                  <a:pt x="133270" y="125454"/>
                  <a:pt x="128156" y="129944"/>
                  <a:pt x="126859" y="130006"/>
                </a:cubicBezTo>
                <a:cubicBezTo>
                  <a:pt x="126800" y="130017"/>
                  <a:pt x="126737" y="130023"/>
                  <a:pt x="126669" y="130023"/>
                </a:cubicBezTo>
                <a:cubicBezTo>
                  <a:pt x="125168" y="130023"/>
                  <a:pt x="121438" y="127345"/>
                  <a:pt x="117860" y="124130"/>
                </a:cubicBezTo>
                <a:cubicBezTo>
                  <a:pt x="113781" y="120464"/>
                  <a:pt x="107303" y="116976"/>
                  <a:pt x="100976" y="115218"/>
                </a:cubicBezTo>
                <a:cubicBezTo>
                  <a:pt x="97197" y="114169"/>
                  <a:pt x="94522" y="113625"/>
                  <a:pt x="92154" y="113625"/>
                </a:cubicBezTo>
                <a:cubicBezTo>
                  <a:pt x="89070" y="113625"/>
                  <a:pt x="86506" y="114547"/>
                  <a:pt x="82701" y="116476"/>
                </a:cubicBezTo>
                <a:cubicBezTo>
                  <a:pt x="75721" y="120025"/>
                  <a:pt x="74431" y="121567"/>
                  <a:pt x="74063" y="127375"/>
                </a:cubicBezTo>
                <a:cubicBezTo>
                  <a:pt x="73713" y="130866"/>
                  <a:pt x="75236" y="136778"/>
                  <a:pt x="77481" y="140144"/>
                </a:cubicBezTo>
                <a:cubicBezTo>
                  <a:pt x="80919" y="145322"/>
                  <a:pt x="83124" y="146568"/>
                  <a:pt x="92838" y="148421"/>
                </a:cubicBezTo>
                <a:cubicBezTo>
                  <a:pt x="96283" y="149098"/>
                  <a:pt x="99331" y="149477"/>
                  <a:pt x="102161" y="149477"/>
                </a:cubicBezTo>
                <a:cubicBezTo>
                  <a:pt x="112112" y="149477"/>
                  <a:pt x="119364" y="144781"/>
                  <a:pt x="131690" y="131771"/>
                </a:cubicBezTo>
                <a:cubicBezTo>
                  <a:pt x="161084" y="101094"/>
                  <a:pt x="180202" y="81073"/>
                  <a:pt x="183037" y="77849"/>
                </a:cubicBezTo>
                <a:cubicBezTo>
                  <a:pt x="185930" y="74431"/>
                  <a:pt x="187933" y="72420"/>
                  <a:pt x="190983" y="72420"/>
                </a:cubicBezTo>
                <a:cubicBezTo>
                  <a:pt x="195709" y="72420"/>
                  <a:pt x="202953" y="77251"/>
                  <a:pt x="219935" y="89153"/>
                </a:cubicBezTo>
                <a:cubicBezTo>
                  <a:pt x="234540" y="99331"/>
                  <a:pt x="248520" y="108702"/>
                  <a:pt x="251376" y="109917"/>
                </a:cubicBezTo>
                <a:cubicBezTo>
                  <a:pt x="254175" y="111329"/>
                  <a:pt x="257377" y="114328"/>
                  <a:pt x="258460" y="116529"/>
                </a:cubicBezTo>
                <a:cubicBezTo>
                  <a:pt x="260340" y="120429"/>
                  <a:pt x="259754" y="121743"/>
                  <a:pt x="251220" y="130771"/>
                </a:cubicBezTo>
                <a:cubicBezTo>
                  <a:pt x="246082" y="136099"/>
                  <a:pt x="240240" y="141654"/>
                  <a:pt x="238412" y="142836"/>
                </a:cubicBezTo>
                <a:cubicBezTo>
                  <a:pt x="236584" y="144017"/>
                  <a:pt x="234534" y="145981"/>
                  <a:pt x="233861" y="146849"/>
                </a:cubicBezTo>
                <a:cubicBezTo>
                  <a:pt x="230441" y="151388"/>
                  <a:pt x="200535" y="180865"/>
                  <a:pt x="198675" y="181405"/>
                </a:cubicBezTo>
                <a:cubicBezTo>
                  <a:pt x="198622" y="181419"/>
                  <a:pt x="198562" y="181426"/>
                  <a:pt x="198495" y="181426"/>
                </a:cubicBezTo>
                <a:cubicBezTo>
                  <a:pt x="197112" y="181426"/>
                  <a:pt x="192875" y="178392"/>
                  <a:pt x="188712" y="174416"/>
                </a:cubicBezTo>
                <a:cubicBezTo>
                  <a:pt x="181350" y="167401"/>
                  <a:pt x="176520" y="164846"/>
                  <a:pt x="169395" y="164846"/>
                </a:cubicBezTo>
                <a:cubicBezTo>
                  <a:pt x="167744" y="164846"/>
                  <a:pt x="165970" y="164983"/>
                  <a:pt x="164012" y="165234"/>
                </a:cubicBezTo>
                <a:cubicBezTo>
                  <a:pt x="149660" y="166947"/>
                  <a:pt x="142738" y="177056"/>
                  <a:pt x="148325" y="188951"/>
                </a:cubicBezTo>
                <a:cubicBezTo>
                  <a:pt x="151289" y="195051"/>
                  <a:pt x="152704" y="196078"/>
                  <a:pt x="164371" y="199318"/>
                </a:cubicBezTo>
                <a:cubicBezTo>
                  <a:pt x="170059" y="200898"/>
                  <a:pt x="174006" y="201644"/>
                  <a:pt x="177244" y="201644"/>
                </a:cubicBezTo>
                <a:cubicBezTo>
                  <a:pt x="179635" y="201644"/>
                  <a:pt x="181639" y="201237"/>
                  <a:pt x="183673" y="200457"/>
                </a:cubicBezTo>
                <a:cubicBezTo>
                  <a:pt x="187249" y="199128"/>
                  <a:pt x="198964" y="188661"/>
                  <a:pt x="210585" y="176268"/>
                </a:cubicBezTo>
                <a:cubicBezTo>
                  <a:pt x="221897" y="164211"/>
                  <a:pt x="234730" y="151312"/>
                  <a:pt x="239083" y="147243"/>
                </a:cubicBezTo>
                <a:cubicBezTo>
                  <a:pt x="243634" y="143230"/>
                  <a:pt x="255429" y="131729"/>
                  <a:pt x="265197" y="121355"/>
                </a:cubicBezTo>
                <a:lnTo>
                  <a:pt x="282882" y="102625"/>
                </a:lnTo>
                <a:lnTo>
                  <a:pt x="273654" y="96051"/>
                </a:lnTo>
                <a:cubicBezTo>
                  <a:pt x="268531" y="92305"/>
                  <a:pt x="262276" y="88036"/>
                  <a:pt x="259729" y="86484"/>
                </a:cubicBezTo>
                <a:cubicBezTo>
                  <a:pt x="254835" y="83435"/>
                  <a:pt x="219623" y="58668"/>
                  <a:pt x="200147" y="44605"/>
                </a:cubicBezTo>
                <a:cubicBezTo>
                  <a:pt x="172179" y="24381"/>
                  <a:pt x="137875" y="923"/>
                  <a:pt x="134711" y="43"/>
                </a:cubicBezTo>
                <a:cubicBezTo>
                  <a:pt x="134607" y="14"/>
                  <a:pt x="134493" y="0"/>
                  <a:pt x="134368" y="0"/>
                </a:cubicBezTo>
                <a:close/>
              </a:path>
            </a:pathLst>
          </a:custGeom>
          <a:solidFill>
            <a:srgbClr val="000000"/>
          </a:solidFill>
          <a:ln w="7382" cap="flat">
            <a:noFill/>
            <a:prstDash val="solid"/>
            <a:miter/>
          </a:ln>
        </p:spPr>
        <p:txBody>
          <a:bodyPr/>
          <a:lstStyle/>
          <a:p>
            <a:endParaRPr lang="en-AU"/>
          </a:p>
        </p:txBody>
      </p:sp>
      <p:sp>
        <p:nvSpPr>
          <p:cNvPr id="40" name="Freeform: Shape 39">
            <a:extLst>
              <a:ext uri="{FF2B5EF4-FFF2-40B4-BE49-F238E27FC236}">
                <a16:creationId xmlns:a16="http://schemas.microsoft.com/office/drawing/2014/main" id="{2C36243E-5E3F-22BD-40EE-8F2EC0338918}"/>
              </a:ext>
            </a:extLst>
          </p:cNvPr>
          <p:cNvSpPr/>
          <p:nvPr/>
        </p:nvSpPr>
        <p:spPr>
          <a:xfrm flipH="1">
            <a:off x="3079966" y="2695856"/>
            <a:ext cx="129345" cy="199922"/>
          </a:xfrm>
          <a:custGeom>
            <a:avLst/>
            <a:gdLst>
              <a:gd name="csX0" fmla="*/ 89121 w 129345"/>
              <a:gd name="csY0" fmla="*/ 0 h 199922"/>
              <a:gd name="csX1" fmla="*/ 87128 w 129345"/>
              <a:gd name="csY1" fmla="*/ 928 h 199922"/>
              <a:gd name="csX2" fmla="*/ 73033 w 129345"/>
              <a:gd name="csY2" fmla="*/ 86727 h 199922"/>
              <a:gd name="csX3" fmla="*/ 63168 w 129345"/>
              <a:gd name="csY3" fmla="*/ 148579 h 199922"/>
              <a:gd name="csX4" fmla="*/ 58827 w 129345"/>
              <a:gd name="csY4" fmla="*/ 153164 h 199922"/>
              <a:gd name="csX5" fmla="*/ 47693 w 129345"/>
              <a:gd name="csY5" fmla="*/ 151247 h 199922"/>
              <a:gd name="csX6" fmla="*/ 34697 w 129345"/>
              <a:gd name="csY6" fmla="*/ 149442 h 199922"/>
              <a:gd name="csX7" fmla="*/ 24672 w 129345"/>
              <a:gd name="csY7" fmla="*/ 151187 h 199922"/>
              <a:gd name="csX8" fmla="*/ 656 w 129345"/>
              <a:gd name="csY8" fmla="*/ 173436 h 199922"/>
              <a:gd name="csX9" fmla="*/ 15023 w 129345"/>
              <a:gd name="csY9" fmla="*/ 198747 h 199922"/>
              <a:gd name="csX10" fmla="*/ 24301 w 129345"/>
              <a:gd name="csY10" fmla="*/ 199922 h 199922"/>
              <a:gd name="csX11" fmla="*/ 58153 w 129345"/>
              <a:gd name="csY11" fmla="*/ 185818 h 199922"/>
              <a:gd name="csX12" fmla="*/ 71229 w 129345"/>
              <a:gd name="csY12" fmla="*/ 135200 h 199922"/>
              <a:gd name="csX13" fmla="*/ 76915 w 129345"/>
              <a:gd name="csY13" fmla="*/ 102371 h 199922"/>
              <a:gd name="csX14" fmla="*/ 80280 w 129345"/>
              <a:gd name="csY14" fmla="*/ 85996 h 199922"/>
              <a:gd name="csX15" fmla="*/ 86212 w 129345"/>
              <a:gd name="csY15" fmla="*/ 87644 h 199922"/>
              <a:gd name="csX16" fmla="*/ 113479 w 129345"/>
              <a:gd name="csY16" fmla="*/ 114850 h 199922"/>
              <a:gd name="csX17" fmla="*/ 114267 w 129345"/>
              <a:gd name="csY17" fmla="*/ 156442 h 199922"/>
              <a:gd name="csX18" fmla="*/ 111357 w 129345"/>
              <a:gd name="csY18" fmla="*/ 167454 h 199922"/>
              <a:gd name="csX19" fmla="*/ 115933 w 129345"/>
              <a:gd name="csY19" fmla="*/ 162604 h 199922"/>
              <a:gd name="csX20" fmla="*/ 127252 w 129345"/>
              <a:gd name="csY20" fmla="*/ 115931 h 199922"/>
              <a:gd name="csX21" fmla="*/ 127920 w 129345"/>
              <a:gd name="csY21" fmla="*/ 96275 h 199922"/>
              <a:gd name="csX22" fmla="*/ 105820 w 129345"/>
              <a:gd name="csY22" fmla="*/ 28287 h 199922"/>
              <a:gd name="csX23" fmla="*/ 93050 w 129345"/>
              <a:gd name="csY23" fmla="*/ 6375 h 199922"/>
              <a:gd name="csX24" fmla="*/ 89121 w 129345"/>
              <a:gd name="csY24" fmla="*/ 2 h 19992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</a:cxnLst>
            <a:rect l="l" t="t" r="r" b="b"/>
            <a:pathLst>
              <a:path w="129345" h="199922">
                <a:moveTo>
                  <a:pt x="89121" y="0"/>
                </a:moveTo>
                <a:cubicBezTo>
                  <a:pt x="88499" y="0"/>
                  <a:pt x="87833" y="309"/>
                  <a:pt x="87128" y="928"/>
                </a:cubicBezTo>
                <a:cubicBezTo>
                  <a:pt x="85640" y="2415"/>
                  <a:pt x="84075" y="11691"/>
                  <a:pt x="73033" y="86727"/>
                </a:cubicBezTo>
                <a:cubicBezTo>
                  <a:pt x="68496" y="117764"/>
                  <a:pt x="64000" y="145645"/>
                  <a:pt x="63168" y="148579"/>
                </a:cubicBezTo>
                <a:cubicBezTo>
                  <a:pt x="62259" y="151786"/>
                  <a:pt x="61795" y="153164"/>
                  <a:pt x="58827" y="153164"/>
                </a:cubicBezTo>
                <a:cubicBezTo>
                  <a:pt x="56724" y="153164"/>
                  <a:pt x="53362" y="152472"/>
                  <a:pt x="47693" y="151247"/>
                </a:cubicBezTo>
                <a:cubicBezTo>
                  <a:pt x="42254" y="150060"/>
                  <a:pt x="38268" y="149442"/>
                  <a:pt x="34697" y="149442"/>
                </a:cubicBezTo>
                <a:cubicBezTo>
                  <a:pt x="31279" y="149442"/>
                  <a:pt x="28240" y="150009"/>
                  <a:pt x="24672" y="151187"/>
                </a:cubicBezTo>
                <a:cubicBezTo>
                  <a:pt x="15319" y="154077"/>
                  <a:pt x="2875" y="165608"/>
                  <a:pt x="656" y="173436"/>
                </a:cubicBezTo>
                <a:cubicBezTo>
                  <a:pt x="-2230" y="183611"/>
                  <a:pt x="4740" y="195890"/>
                  <a:pt x="15023" y="198747"/>
                </a:cubicBezTo>
                <a:cubicBezTo>
                  <a:pt x="17903" y="199547"/>
                  <a:pt x="21047" y="199922"/>
                  <a:pt x="24301" y="199922"/>
                </a:cubicBezTo>
                <a:cubicBezTo>
                  <a:pt x="36910" y="199922"/>
                  <a:pt x="51174" y="194282"/>
                  <a:pt x="58153" y="185818"/>
                </a:cubicBezTo>
                <a:cubicBezTo>
                  <a:pt x="63679" y="179120"/>
                  <a:pt x="65836" y="170008"/>
                  <a:pt x="71229" y="135200"/>
                </a:cubicBezTo>
                <a:cubicBezTo>
                  <a:pt x="72485" y="126260"/>
                  <a:pt x="75153" y="111592"/>
                  <a:pt x="76915" y="102371"/>
                </a:cubicBezTo>
                <a:lnTo>
                  <a:pt x="80280" y="85996"/>
                </a:lnTo>
                <a:lnTo>
                  <a:pt x="86212" y="87644"/>
                </a:lnTo>
                <a:cubicBezTo>
                  <a:pt x="95505" y="90226"/>
                  <a:pt x="109452" y="104231"/>
                  <a:pt x="113479" y="114850"/>
                </a:cubicBezTo>
                <a:cubicBezTo>
                  <a:pt x="118021" y="126665"/>
                  <a:pt x="118263" y="142353"/>
                  <a:pt x="114267" y="156442"/>
                </a:cubicBezTo>
                <a:lnTo>
                  <a:pt x="111357" y="167454"/>
                </a:lnTo>
                <a:lnTo>
                  <a:pt x="115933" y="162604"/>
                </a:lnTo>
                <a:cubicBezTo>
                  <a:pt x="122447" y="156180"/>
                  <a:pt x="129476" y="126892"/>
                  <a:pt x="127252" y="115931"/>
                </a:cubicBezTo>
                <a:cubicBezTo>
                  <a:pt x="126329" y="111664"/>
                  <a:pt x="126738" y="102700"/>
                  <a:pt x="127920" y="96275"/>
                </a:cubicBezTo>
                <a:cubicBezTo>
                  <a:pt x="132183" y="72972"/>
                  <a:pt x="127462" y="58784"/>
                  <a:pt x="105820" y="28287"/>
                </a:cubicBezTo>
                <a:cubicBezTo>
                  <a:pt x="99545" y="19578"/>
                  <a:pt x="93602" y="9694"/>
                  <a:pt x="93050" y="6375"/>
                </a:cubicBezTo>
                <a:cubicBezTo>
                  <a:pt x="92090" y="2133"/>
                  <a:pt x="90755" y="2"/>
                  <a:pt x="89121" y="2"/>
                </a:cubicBezTo>
                <a:close/>
              </a:path>
            </a:pathLst>
          </a:custGeom>
          <a:solidFill>
            <a:schemeClr val="accent3">
              <a:lumMod val="50000"/>
            </a:schemeClr>
          </a:solidFill>
          <a:ln w="7382" cap="flat">
            <a:noFill/>
            <a:prstDash val="solid"/>
            <a:miter/>
          </a:ln>
        </p:spPr>
        <p:txBody>
          <a:bodyPr/>
          <a:lstStyle/>
          <a:p>
            <a:endParaRPr lang="en-AU"/>
          </a:p>
        </p:txBody>
      </p:sp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BB1BD242-7615-38DA-22C9-925D4A3C73DF}"/>
              </a:ext>
            </a:extLst>
          </p:cNvPr>
          <p:cNvSpPr/>
          <p:nvPr/>
        </p:nvSpPr>
        <p:spPr>
          <a:xfrm flipH="1">
            <a:off x="2227932" y="2799280"/>
            <a:ext cx="115603" cy="164098"/>
          </a:xfrm>
          <a:custGeom>
            <a:avLst/>
            <a:gdLst>
              <a:gd name="csX0" fmla="*/ 70711 w 115603"/>
              <a:gd name="csY0" fmla="*/ 0 h 164098"/>
              <a:gd name="csX1" fmla="*/ 69837 w 115603"/>
              <a:gd name="csY1" fmla="*/ 44 h 164098"/>
              <a:gd name="csX2" fmla="*/ 62199 w 115603"/>
              <a:gd name="csY2" fmla="*/ 43518 h 164098"/>
              <a:gd name="csX3" fmla="*/ 74345 w 115603"/>
              <a:gd name="csY3" fmla="*/ 52591 h 164098"/>
              <a:gd name="csX4" fmla="*/ 80371 w 115603"/>
              <a:gd name="csY4" fmla="*/ 56165 h 164098"/>
              <a:gd name="csX5" fmla="*/ 62737 w 115603"/>
              <a:gd name="csY5" fmla="*/ 79976 h 164098"/>
              <a:gd name="csX6" fmla="*/ 58446 w 115603"/>
              <a:gd name="csY6" fmla="*/ 85328 h 164098"/>
              <a:gd name="csX7" fmla="*/ 50765 w 115603"/>
              <a:gd name="csY7" fmla="*/ 95860 h 164098"/>
              <a:gd name="csX8" fmla="*/ 23 w 115603"/>
              <a:gd name="csY8" fmla="*/ 163459 h 164098"/>
              <a:gd name="csX9" fmla="*/ 1575 w 115603"/>
              <a:gd name="csY9" fmla="*/ 164099 h 164098"/>
              <a:gd name="csX10" fmla="*/ 7380 w 115603"/>
              <a:gd name="csY10" fmla="*/ 162336 h 164098"/>
              <a:gd name="csX11" fmla="*/ 41142 w 115603"/>
              <a:gd name="csY11" fmla="*/ 154614 h 164098"/>
              <a:gd name="csX12" fmla="*/ 82198 w 115603"/>
              <a:gd name="csY12" fmla="*/ 132454 h 164098"/>
              <a:gd name="csX13" fmla="*/ 91904 w 115603"/>
              <a:gd name="csY13" fmla="*/ 120796 h 164098"/>
              <a:gd name="csX14" fmla="*/ 113044 w 115603"/>
              <a:gd name="csY14" fmla="*/ 92892 h 164098"/>
              <a:gd name="csX15" fmla="*/ 115475 w 115603"/>
              <a:gd name="csY15" fmla="*/ 83968 h 164098"/>
              <a:gd name="csX16" fmla="*/ 115442 w 115603"/>
              <a:gd name="csY16" fmla="*/ 83968 h 164098"/>
              <a:gd name="csX17" fmla="*/ 113998 w 115603"/>
              <a:gd name="csY17" fmla="*/ 85770 h 164098"/>
              <a:gd name="csX18" fmla="*/ 90668 w 115603"/>
              <a:gd name="csY18" fmla="*/ 110109 h 164098"/>
              <a:gd name="csX19" fmla="*/ 69477 w 115603"/>
              <a:gd name="csY19" fmla="*/ 114720 h 164098"/>
              <a:gd name="csX20" fmla="*/ 57450 w 115603"/>
              <a:gd name="csY20" fmla="*/ 112914 h 164098"/>
              <a:gd name="csX21" fmla="*/ 50161 w 115603"/>
              <a:gd name="csY21" fmla="*/ 104769 h 164098"/>
              <a:gd name="csX22" fmla="*/ 62631 w 115603"/>
              <a:gd name="csY22" fmla="*/ 87123 h 164098"/>
              <a:gd name="csX23" fmla="*/ 95808 w 115603"/>
              <a:gd name="csY23" fmla="*/ 39344 h 164098"/>
              <a:gd name="csX24" fmla="*/ 90423 w 115603"/>
              <a:gd name="csY24" fmla="*/ 10194 h 164098"/>
              <a:gd name="csX25" fmla="*/ 70712 w 115603"/>
              <a:gd name="csY25" fmla="*/ 0 h 16409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</a:cxnLst>
            <a:rect l="l" t="t" r="r" b="b"/>
            <a:pathLst>
              <a:path w="115603" h="164098">
                <a:moveTo>
                  <a:pt x="70711" y="0"/>
                </a:moveTo>
                <a:cubicBezTo>
                  <a:pt x="70407" y="0"/>
                  <a:pt x="70115" y="15"/>
                  <a:pt x="69837" y="44"/>
                </a:cubicBezTo>
                <a:cubicBezTo>
                  <a:pt x="51395" y="1888"/>
                  <a:pt x="46997" y="26420"/>
                  <a:pt x="62199" y="43518"/>
                </a:cubicBezTo>
                <a:cubicBezTo>
                  <a:pt x="65914" y="47717"/>
                  <a:pt x="71379" y="51768"/>
                  <a:pt x="74345" y="52591"/>
                </a:cubicBezTo>
                <a:cubicBezTo>
                  <a:pt x="77311" y="53415"/>
                  <a:pt x="80055" y="55022"/>
                  <a:pt x="80371" y="56165"/>
                </a:cubicBezTo>
                <a:cubicBezTo>
                  <a:pt x="81058" y="58255"/>
                  <a:pt x="68920" y="74727"/>
                  <a:pt x="62737" y="79976"/>
                </a:cubicBezTo>
                <a:cubicBezTo>
                  <a:pt x="60742" y="81744"/>
                  <a:pt x="58779" y="84154"/>
                  <a:pt x="58446" y="85328"/>
                </a:cubicBezTo>
                <a:cubicBezTo>
                  <a:pt x="58113" y="86501"/>
                  <a:pt x="54638" y="91236"/>
                  <a:pt x="50765" y="95860"/>
                </a:cubicBezTo>
                <a:cubicBezTo>
                  <a:pt x="30792" y="119655"/>
                  <a:pt x="-973" y="161705"/>
                  <a:pt x="23" y="163459"/>
                </a:cubicBezTo>
                <a:cubicBezTo>
                  <a:pt x="209" y="163893"/>
                  <a:pt x="770" y="164099"/>
                  <a:pt x="1575" y="164099"/>
                </a:cubicBezTo>
                <a:cubicBezTo>
                  <a:pt x="2989" y="164099"/>
                  <a:pt x="5158" y="163467"/>
                  <a:pt x="7380" y="162336"/>
                </a:cubicBezTo>
                <a:cubicBezTo>
                  <a:pt x="14107" y="158927"/>
                  <a:pt x="14559" y="158841"/>
                  <a:pt x="41142" y="154614"/>
                </a:cubicBezTo>
                <a:cubicBezTo>
                  <a:pt x="61665" y="151448"/>
                  <a:pt x="73766" y="144888"/>
                  <a:pt x="82198" y="132454"/>
                </a:cubicBezTo>
                <a:cubicBezTo>
                  <a:pt x="85587" y="127273"/>
                  <a:pt x="90020" y="122172"/>
                  <a:pt x="91904" y="120796"/>
                </a:cubicBezTo>
                <a:cubicBezTo>
                  <a:pt x="101496" y="114805"/>
                  <a:pt x="109010" y="104860"/>
                  <a:pt x="113044" y="92892"/>
                </a:cubicBezTo>
                <a:cubicBezTo>
                  <a:pt x="115173" y="86912"/>
                  <a:pt x="115935" y="84032"/>
                  <a:pt x="115475" y="83968"/>
                </a:cubicBezTo>
                <a:lnTo>
                  <a:pt x="115442" y="83968"/>
                </a:lnTo>
                <a:cubicBezTo>
                  <a:pt x="115207" y="83997"/>
                  <a:pt x="114722" y="84607"/>
                  <a:pt x="113998" y="85770"/>
                </a:cubicBezTo>
                <a:cubicBezTo>
                  <a:pt x="109183" y="93720"/>
                  <a:pt x="95875" y="107545"/>
                  <a:pt x="90668" y="110109"/>
                </a:cubicBezTo>
                <a:cubicBezTo>
                  <a:pt x="84266" y="113158"/>
                  <a:pt x="76575" y="114720"/>
                  <a:pt x="69477" y="114720"/>
                </a:cubicBezTo>
                <a:cubicBezTo>
                  <a:pt x="65092" y="114720"/>
                  <a:pt x="60935" y="114124"/>
                  <a:pt x="57450" y="112914"/>
                </a:cubicBezTo>
                <a:cubicBezTo>
                  <a:pt x="49113" y="109966"/>
                  <a:pt x="48433" y="109355"/>
                  <a:pt x="50161" y="104769"/>
                </a:cubicBezTo>
                <a:cubicBezTo>
                  <a:pt x="51135" y="102084"/>
                  <a:pt x="56797" y="94157"/>
                  <a:pt x="62631" y="87123"/>
                </a:cubicBezTo>
                <a:cubicBezTo>
                  <a:pt x="82946" y="63635"/>
                  <a:pt x="93398" y="48595"/>
                  <a:pt x="95808" y="39344"/>
                </a:cubicBezTo>
                <a:cubicBezTo>
                  <a:pt x="98638" y="29364"/>
                  <a:pt x="96526" y="18011"/>
                  <a:pt x="90423" y="10194"/>
                </a:cubicBezTo>
                <a:cubicBezTo>
                  <a:pt x="86408" y="5071"/>
                  <a:pt x="76418" y="0"/>
                  <a:pt x="70712" y="0"/>
                </a:cubicBezTo>
                <a:close/>
              </a:path>
            </a:pathLst>
          </a:custGeom>
          <a:solidFill>
            <a:srgbClr val="000000"/>
          </a:solidFill>
          <a:ln w="7382" cap="flat">
            <a:noFill/>
            <a:prstDash val="solid"/>
            <a:miter/>
          </a:ln>
        </p:spPr>
        <p:txBody>
          <a:bodyPr/>
          <a:lstStyle/>
          <a:p>
            <a:endParaRPr lang="en-AU"/>
          </a:p>
        </p:txBody>
      </p:sp>
      <p:sp>
        <p:nvSpPr>
          <p:cNvPr id="42" name="Freeform: Shape 41">
            <a:extLst>
              <a:ext uri="{FF2B5EF4-FFF2-40B4-BE49-F238E27FC236}">
                <a16:creationId xmlns:a16="http://schemas.microsoft.com/office/drawing/2014/main" id="{28AD2156-D38B-FB89-E83E-52B86AD570AF}"/>
              </a:ext>
            </a:extLst>
          </p:cNvPr>
          <p:cNvSpPr/>
          <p:nvPr/>
        </p:nvSpPr>
        <p:spPr>
          <a:xfrm flipH="1">
            <a:off x="4045248" y="2049833"/>
            <a:ext cx="354588" cy="259115"/>
          </a:xfrm>
          <a:custGeom>
            <a:avLst/>
            <a:gdLst>
              <a:gd name="csX0" fmla="*/ 175487 w 354588"/>
              <a:gd name="csY0" fmla="*/ 1 h 259115"/>
              <a:gd name="csX1" fmla="*/ 171132 w 354588"/>
              <a:gd name="csY1" fmla="*/ 2284 h 259115"/>
              <a:gd name="csX2" fmla="*/ 148802 w 354588"/>
              <a:gd name="csY2" fmla="*/ 23103 h 259115"/>
              <a:gd name="csX3" fmla="*/ 97588 w 354588"/>
              <a:gd name="csY3" fmla="*/ 69038 h 259115"/>
              <a:gd name="csX4" fmla="*/ 88676 w 354588"/>
              <a:gd name="csY4" fmla="*/ 75640 h 259115"/>
              <a:gd name="csX5" fmla="*/ 86372 w 354588"/>
              <a:gd name="csY5" fmla="*/ 77744 h 259115"/>
              <a:gd name="csX6" fmla="*/ 74658 w 354588"/>
              <a:gd name="csY6" fmla="*/ 88211 h 259115"/>
              <a:gd name="csX7" fmla="*/ 63443 w 354588"/>
              <a:gd name="csY7" fmla="*/ 96917 h 259115"/>
              <a:gd name="csX8" fmla="*/ 60401 w 354588"/>
              <a:gd name="csY8" fmla="*/ 91850 h 259115"/>
              <a:gd name="csX9" fmla="*/ 32637 w 354588"/>
              <a:gd name="csY9" fmla="*/ 73163 h 259115"/>
              <a:gd name="csX10" fmla="*/ 19898 w 354588"/>
              <a:gd name="csY10" fmla="*/ 70597 h 259115"/>
              <a:gd name="csX11" fmla="*/ 11056 w 354588"/>
              <a:gd name="csY11" fmla="*/ 73290 h 259115"/>
              <a:gd name="csX12" fmla="*/ 25173 w 354588"/>
              <a:gd name="csY12" fmla="*/ 117529 h 259115"/>
              <a:gd name="csX13" fmla="*/ 31855 w 354588"/>
              <a:gd name="csY13" fmla="*/ 118224 h 259115"/>
              <a:gd name="csX14" fmla="*/ 53870 w 354588"/>
              <a:gd name="csY14" fmla="*/ 112622 h 259115"/>
              <a:gd name="csX15" fmla="*/ 127989 w 354588"/>
              <a:gd name="csY15" fmla="*/ 48350 h 259115"/>
              <a:gd name="csX16" fmla="*/ 161195 w 354588"/>
              <a:gd name="csY16" fmla="*/ 18522 h 259115"/>
              <a:gd name="csX17" fmla="*/ 168160 w 354588"/>
              <a:gd name="csY17" fmla="*/ 12013 h 259115"/>
              <a:gd name="csX18" fmla="*/ 170731 w 354588"/>
              <a:gd name="csY18" fmla="*/ 10669 h 259115"/>
              <a:gd name="csX19" fmla="*/ 197925 w 354588"/>
              <a:gd name="csY19" fmla="*/ 30412 h 259115"/>
              <a:gd name="csX20" fmla="*/ 221292 w 354588"/>
              <a:gd name="csY20" fmla="*/ 49566 h 259115"/>
              <a:gd name="csX21" fmla="*/ 231286 w 354588"/>
              <a:gd name="csY21" fmla="*/ 57197 h 259115"/>
              <a:gd name="csX22" fmla="*/ 246040 w 354588"/>
              <a:gd name="csY22" fmla="*/ 69106 h 259115"/>
              <a:gd name="csX23" fmla="*/ 204118 w 354588"/>
              <a:gd name="csY23" fmla="*/ 122900 h 259115"/>
              <a:gd name="csX24" fmla="*/ 181163 w 354588"/>
              <a:gd name="csY24" fmla="*/ 142911 h 259115"/>
              <a:gd name="csX25" fmla="*/ 167991 w 354588"/>
              <a:gd name="csY25" fmla="*/ 155506 h 259115"/>
              <a:gd name="csX26" fmla="*/ 157345 w 354588"/>
              <a:gd name="csY26" fmla="*/ 165214 h 259115"/>
              <a:gd name="csX27" fmla="*/ 152508 w 354588"/>
              <a:gd name="csY27" fmla="*/ 168727 h 259115"/>
              <a:gd name="csX28" fmla="*/ 149063 w 354588"/>
              <a:gd name="csY28" fmla="*/ 162070 h 259115"/>
              <a:gd name="csX29" fmla="*/ 122386 w 354588"/>
              <a:gd name="csY29" fmla="*/ 140307 h 259115"/>
              <a:gd name="csX30" fmla="*/ 118167 w 354588"/>
              <a:gd name="csY30" fmla="*/ 139866 h 259115"/>
              <a:gd name="csX31" fmla="*/ 95619 w 354588"/>
              <a:gd name="csY31" fmla="*/ 147437 h 259115"/>
              <a:gd name="csX32" fmla="*/ 92740 w 354588"/>
              <a:gd name="csY32" fmla="*/ 171124 h 259115"/>
              <a:gd name="csX33" fmla="*/ 127483 w 354588"/>
              <a:gd name="csY33" fmla="*/ 187553 h 259115"/>
              <a:gd name="csX34" fmla="*/ 135892 w 354588"/>
              <a:gd name="csY34" fmla="*/ 186697 h 259115"/>
              <a:gd name="csX35" fmla="*/ 165183 w 354588"/>
              <a:gd name="csY35" fmla="*/ 164647 h 259115"/>
              <a:gd name="csX36" fmla="*/ 212463 w 354588"/>
              <a:gd name="csY36" fmla="*/ 122051 h 259115"/>
              <a:gd name="csX37" fmla="*/ 238227 w 354588"/>
              <a:gd name="csY37" fmla="*/ 99654 h 259115"/>
              <a:gd name="csX38" fmla="*/ 260186 w 354588"/>
              <a:gd name="csY38" fmla="*/ 81485 h 259115"/>
              <a:gd name="csX39" fmla="*/ 260232 w 354588"/>
              <a:gd name="csY39" fmla="*/ 81490 h 259115"/>
              <a:gd name="csX40" fmla="*/ 309106 w 354588"/>
              <a:gd name="csY40" fmla="*/ 119762 h 259115"/>
              <a:gd name="csX41" fmla="*/ 340051 w 354588"/>
              <a:gd name="csY41" fmla="*/ 149043 h 259115"/>
              <a:gd name="csX42" fmla="*/ 332814 w 354588"/>
              <a:gd name="csY42" fmla="*/ 158010 h 259115"/>
              <a:gd name="csX43" fmla="*/ 292445 w 354588"/>
              <a:gd name="csY43" fmla="*/ 194294 h 259115"/>
              <a:gd name="csX44" fmla="*/ 241906 w 354588"/>
              <a:gd name="csY44" fmla="*/ 234284 h 259115"/>
              <a:gd name="csX45" fmla="*/ 241853 w 354588"/>
              <a:gd name="csY45" fmla="*/ 234282 h 259115"/>
              <a:gd name="csX46" fmla="*/ 231321 w 354588"/>
              <a:gd name="csY46" fmla="*/ 226290 h 259115"/>
              <a:gd name="csX47" fmla="*/ 210784 w 354588"/>
              <a:gd name="csY47" fmla="*/ 214464 h 259115"/>
              <a:gd name="csX48" fmla="*/ 197390 w 354588"/>
              <a:gd name="csY48" fmla="*/ 211860 h 259115"/>
              <a:gd name="csX49" fmla="*/ 189226 w 354588"/>
              <a:gd name="csY49" fmla="*/ 213754 h 259115"/>
              <a:gd name="csX50" fmla="*/ 181145 w 354588"/>
              <a:gd name="csY50" fmla="*/ 246762 h 259115"/>
              <a:gd name="csX51" fmla="*/ 200235 w 354588"/>
              <a:gd name="csY51" fmla="*/ 256919 h 259115"/>
              <a:gd name="csX52" fmla="*/ 213640 w 354588"/>
              <a:gd name="csY52" fmla="*/ 259116 h 259115"/>
              <a:gd name="csX53" fmla="*/ 245162 w 354588"/>
              <a:gd name="csY53" fmla="*/ 242168 h 259115"/>
              <a:gd name="csX54" fmla="*/ 279887 w 354588"/>
              <a:gd name="csY54" fmla="*/ 211493 h 259115"/>
              <a:gd name="csX55" fmla="*/ 304860 w 354588"/>
              <a:gd name="csY55" fmla="*/ 188876 h 259115"/>
              <a:gd name="csX56" fmla="*/ 350070 w 354588"/>
              <a:gd name="csY56" fmla="*/ 150561 h 259115"/>
              <a:gd name="csX57" fmla="*/ 353897 w 354588"/>
              <a:gd name="csY57" fmla="*/ 142336 h 259115"/>
              <a:gd name="csX58" fmla="*/ 350181 w 354588"/>
              <a:gd name="csY58" fmla="*/ 138137 h 259115"/>
              <a:gd name="csX59" fmla="*/ 325574 w 354588"/>
              <a:gd name="csY59" fmla="*/ 118848 h 259115"/>
              <a:gd name="csX60" fmla="*/ 288079 w 354588"/>
              <a:gd name="csY60" fmla="*/ 88593 h 259115"/>
              <a:gd name="csX61" fmla="*/ 261489 w 354588"/>
              <a:gd name="csY61" fmla="*/ 67275 h 259115"/>
              <a:gd name="csX62" fmla="*/ 248773 w 354588"/>
              <a:gd name="csY62" fmla="*/ 57201 h 259115"/>
              <a:gd name="csX63" fmla="*/ 216260 w 354588"/>
              <a:gd name="csY63" fmla="*/ 30438 h 259115"/>
              <a:gd name="csX64" fmla="*/ 175485 w 354588"/>
              <a:gd name="csY64" fmla="*/ 0 h 25911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</a:cxnLst>
            <a:rect l="l" t="t" r="r" b="b"/>
            <a:pathLst>
              <a:path w="354588" h="259115">
                <a:moveTo>
                  <a:pt x="175487" y="1"/>
                </a:moveTo>
                <a:cubicBezTo>
                  <a:pt x="173794" y="1"/>
                  <a:pt x="172608" y="930"/>
                  <a:pt x="171132" y="2284"/>
                </a:cubicBezTo>
                <a:cubicBezTo>
                  <a:pt x="168884" y="4193"/>
                  <a:pt x="158943" y="13675"/>
                  <a:pt x="148802" y="23103"/>
                </a:cubicBezTo>
                <a:cubicBezTo>
                  <a:pt x="132005" y="38701"/>
                  <a:pt x="116553" y="52563"/>
                  <a:pt x="97588" y="69038"/>
                </a:cubicBezTo>
                <a:cubicBezTo>
                  <a:pt x="93599" y="72574"/>
                  <a:pt x="89578" y="75467"/>
                  <a:pt x="88676" y="75640"/>
                </a:cubicBezTo>
                <a:cubicBezTo>
                  <a:pt x="87576" y="75756"/>
                  <a:pt x="86650" y="76766"/>
                  <a:pt x="86372" y="77744"/>
                </a:cubicBezTo>
                <a:cubicBezTo>
                  <a:pt x="86040" y="78918"/>
                  <a:pt x="80870" y="83604"/>
                  <a:pt x="74658" y="88211"/>
                </a:cubicBezTo>
                <a:lnTo>
                  <a:pt x="63443" y="96917"/>
                </a:lnTo>
                <a:lnTo>
                  <a:pt x="60401" y="91850"/>
                </a:lnTo>
                <a:cubicBezTo>
                  <a:pt x="54205" y="82107"/>
                  <a:pt x="46676" y="77062"/>
                  <a:pt x="32637" y="73163"/>
                </a:cubicBezTo>
                <a:cubicBezTo>
                  <a:pt x="26482" y="71453"/>
                  <a:pt x="22845" y="70597"/>
                  <a:pt x="19898" y="70597"/>
                </a:cubicBezTo>
                <a:cubicBezTo>
                  <a:pt x="16881" y="70597"/>
                  <a:pt x="14588" y="71495"/>
                  <a:pt x="11056" y="73290"/>
                </a:cubicBezTo>
                <a:cubicBezTo>
                  <a:pt x="-8926" y="83573"/>
                  <a:pt x="-391" y="110640"/>
                  <a:pt x="25173" y="117529"/>
                </a:cubicBezTo>
                <a:cubicBezTo>
                  <a:pt x="27067" y="118004"/>
                  <a:pt x="29370" y="118224"/>
                  <a:pt x="31855" y="118224"/>
                </a:cubicBezTo>
                <a:cubicBezTo>
                  <a:pt x="39826" y="118224"/>
                  <a:pt x="49670" y="115961"/>
                  <a:pt x="53870" y="112622"/>
                </a:cubicBezTo>
                <a:cubicBezTo>
                  <a:pt x="65450" y="103385"/>
                  <a:pt x="102002" y="71530"/>
                  <a:pt x="127989" y="48350"/>
                </a:cubicBezTo>
                <a:cubicBezTo>
                  <a:pt x="143495" y="34292"/>
                  <a:pt x="158582" y="20963"/>
                  <a:pt x="161195" y="18522"/>
                </a:cubicBezTo>
                <a:cubicBezTo>
                  <a:pt x="164005" y="16135"/>
                  <a:pt x="167179" y="13218"/>
                  <a:pt x="168160" y="12013"/>
                </a:cubicBezTo>
                <a:cubicBezTo>
                  <a:pt x="168923" y="11181"/>
                  <a:pt x="169674" y="10669"/>
                  <a:pt x="170731" y="10669"/>
                </a:cubicBezTo>
                <a:cubicBezTo>
                  <a:pt x="173951" y="10669"/>
                  <a:pt x="180013" y="15426"/>
                  <a:pt x="197925" y="30412"/>
                </a:cubicBezTo>
                <a:cubicBezTo>
                  <a:pt x="210332" y="40823"/>
                  <a:pt x="220896" y="49457"/>
                  <a:pt x="221292" y="49566"/>
                </a:cubicBezTo>
                <a:cubicBezTo>
                  <a:pt x="221884" y="49731"/>
                  <a:pt x="226218" y="53256"/>
                  <a:pt x="231286" y="57197"/>
                </a:cubicBezTo>
                <a:cubicBezTo>
                  <a:pt x="236299" y="61333"/>
                  <a:pt x="242869" y="66747"/>
                  <a:pt x="246040" y="69106"/>
                </a:cubicBezTo>
                <a:cubicBezTo>
                  <a:pt x="257704" y="77623"/>
                  <a:pt x="261013" y="73476"/>
                  <a:pt x="204118" y="122900"/>
                </a:cubicBezTo>
                <a:cubicBezTo>
                  <a:pt x="195577" y="130449"/>
                  <a:pt x="185152" y="139375"/>
                  <a:pt x="181163" y="142911"/>
                </a:cubicBezTo>
                <a:cubicBezTo>
                  <a:pt x="177174" y="146447"/>
                  <a:pt x="171134" y="151947"/>
                  <a:pt x="167991" y="155506"/>
                </a:cubicBezTo>
                <a:cubicBezTo>
                  <a:pt x="164705" y="158816"/>
                  <a:pt x="159846" y="163165"/>
                  <a:pt x="157345" y="165214"/>
                </a:cubicBezTo>
                <a:lnTo>
                  <a:pt x="152508" y="168727"/>
                </a:lnTo>
                <a:lnTo>
                  <a:pt x="149063" y="162070"/>
                </a:lnTo>
                <a:cubicBezTo>
                  <a:pt x="145563" y="155610"/>
                  <a:pt x="129109" y="142174"/>
                  <a:pt x="122386" y="140307"/>
                </a:cubicBezTo>
                <a:cubicBezTo>
                  <a:pt x="121173" y="140005"/>
                  <a:pt x="119738" y="139866"/>
                  <a:pt x="118167" y="139866"/>
                </a:cubicBezTo>
                <a:cubicBezTo>
                  <a:pt x="110449" y="139866"/>
                  <a:pt x="99467" y="143244"/>
                  <a:pt x="95619" y="147437"/>
                </a:cubicBezTo>
                <a:cubicBezTo>
                  <a:pt x="88011" y="155457"/>
                  <a:pt x="87224" y="161994"/>
                  <a:pt x="92740" y="171124"/>
                </a:cubicBezTo>
                <a:cubicBezTo>
                  <a:pt x="98776" y="181029"/>
                  <a:pt x="113549" y="187553"/>
                  <a:pt x="127483" y="187553"/>
                </a:cubicBezTo>
                <a:cubicBezTo>
                  <a:pt x="130349" y="187553"/>
                  <a:pt x="133180" y="187277"/>
                  <a:pt x="135892" y="186697"/>
                </a:cubicBezTo>
                <a:cubicBezTo>
                  <a:pt x="140204" y="185784"/>
                  <a:pt x="154371" y="174943"/>
                  <a:pt x="165183" y="164647"/>
                </a:cubicBezTo>
                <a:cubicBezTo>
                  <a:pt x="183383" y="147114"/>
                  <a:pt x="191417" y="139848"/>
                  <a:pt x="212463" y="122051"/>
                </a:cubicBezTo>
                <a:cubicBezTo>
                  <a:pt x="225951" y="110598"/>
                  <a:pt x="237554" y="100522"/>
                  <a:pt x="238227" y="99654"/>
                </a:cubicBezTo>
                <a:cubicBezTo>
                  <a:pt x="241250" y="95692"/>
                  <a:pt x="258649" y="81485"/>
                  <a:pt x="260186" y="81485"/>
                </a:cubicBezTo>
                <a:cubicBezTo>
                  <a:pt x="260204" y="81485"/>
                  <a:pt x="260219" y="81486"/>
                  <a:pt x="260232" y="81490"/>
                </a:cubicBezTo>
                <a:cubicBezTo>
                  <a:pt x="262012" y="81985"/>
                  <a:pt x="296416" y="108849"/>
                  <a:pt x="309106" y="119762"/>
                </a:cubicBezTo>
                <a:cubicBezTo>
                  <a:pt x="334201" y="141086"/>
                  <a:pt x="339784" y="146225"/>
                  <a:pt x="340051" y="149043"/>
                </a:cubicBezTo>
                <a:cubicBezTo>
                  <a:pt x="340058" y="150523"/>
                  <a:pt x="336946" y="154725"/>
                  <a:pt x="332814" y="158010"/>
                </a:cubicBezTo>
                <a:cubicBezTo>
                  <a:pt x="323539" y="165144"/>
                  <a:pt x="298256" y="188097"/>
                  <a:pt x="292445" y="194294"/>
                </a:cubicBezTo>
                <a:cubicBezTo>
                  <a:pt x="281804" y="205620"/>
                  <a:pt x="245548" y="234284"/>
                  <a:pt x="241906" y="234284"/>
                </a:cubicBezTo>
                <a:cubicBezTo>
                  <a:pt x="241888" y="234284"/>
                  <a:pt x="241870" y="234283"/>
                  <a:pt x="241853" y="234282"/>
                </a:cubicBezTo>
                <a:cubicBezTo>
                  <a:pt x="239765" y="234124"/>
                  <a:pt x="235037" y="230489"/>
                  <a:pt x="231321" y="226290"/>
                </a:cubicBezTo>
                <a:cubicBezTo>
                  <a:pt x="225590" y="219421"/>
                  <a:pt x="222648" y="217759"/>
                  <a:pt x="210784" y="214464"/>
                </a:cubicBezTo>
                <a:cubicBezTo>
                  <a:pt x="204400" y="212691"/>
                  <a:pt x="200558" y="211860"/>
                  <a:pt x="197390" y="211860"/>
                </a:cubicBezTo>
                <a:cubicBezTo>
                  <a:pt x="194572" y="211860"/>
                  <a:pt x="192289" y="212518"/>
                  <a:pt x="189226" y="213754"/>
                </a:cubicBezTo>
                <a:cubicBezTo>
                  <a:pt x="175007" y="219515"/>
                  <a:pt x="171161" y="235334"/>
                  <a:pt x="181145" y="246762"/>
                </a:cubicBezTo>
                <a:cubicBezTo>
                  <a:pt x="185485" y="251767"/>
                  <a:pt x="189360" y="253899"/>
                  <a:pt x="200235" y="256919"/>
                </a:cubicBezTo>
                <a:cubicBezTo>
                  <a:pt x="205327" y="258334"/>
                  <a:pt x="209638" y="259116"/>
                  <a:pt x="213640" y="259116"/>
                </a:cubicBezTo>
                <a:cubicBezTo>
                  <a:pt x="223624" y="259116"/>
                  <a:pt x="231687" y="254246"/>
                  <a:pt x="245162" y="242168"/>
                </a:cubicBezTo>
                <a:cubicBezTo>
                  <a:pt x="252634" y="235377"/>
                  <a:pt x="268283" y="221568"/>
                  <a:pt x="279887" y="211493"/>
                </a:cubicBezTo>
                <a:cubicBezTo>
                  <a:pt x="291491" y="201418"/>
                  <a:pt x="302698" y="191232"/>
                  <a:pt x="304860" y="188876"/>
                </a:cubicBezTo>
                <a:cubicBezTo>
                  <a:pt x="308817" y="184699"/>
                  <a:pt x="339473" y="158594"/>
                  <a:pt x="350070" y="150561"/>
                </a:cubicBezTo>
                <a:cubicBezTo>
                  <a:pt x="354709" y="146994"/>
                  <a:pt x="355351" y="145483"/>
                  <a:pt x="353897" y="142336"/>
                </a:cubicBezTo>
                <a:cubicBezTo>
                  <a:pt x="352956" y="140384"/>
                  <a:pt x="351368" y="138467"/>
                  <a:pt x="350181" y="138137"/>
                </a:cubicBezTo>
                <a:cubicBezTo>
                  <a:pt x="349192" y="137862"/>
                  <a:pt x="337980" y="129259"/>
                  <a:pt x="325574" y="118848"/>
                </a:cubicBezTo>
                <a:cubicBezTo>
                  <a:pt x="313113" y="108632"/>
                  <a:pt x="296264" y="95087"/>
                  <a:pt x="288079" y="88593"/>
                </a:cubicBezTo>
                <a:cubicBezTo>
                  <a:pt x="279841" y="82293"/>
                  <a:pt x="268058" y="72688"/>
                  <a:pt x="261489" y="67275"/>
                </a:cubicBezTo>
                <a:cubicBezTo>
                  <a:pt x="255115" y="61917"/>
                  <a:pt x="249366" y="57365"/>
                  <a:pt x="248773" y="57201"/>
                </a:cubicBezTo>
                <a:cubicBezTo>
                  <a:pt x="248180" y="57036"/>
                  <a:pt x="233481" y="44932"/>
                  <a:pt x="216260" y="30438"/>
                </a:cubicBezTo>
                <a:cubicBezTo>
                  <a:pt x="188374" y="6813"/>
                  <a:pt x="180070" y="0"/>
                  <a:pt x="175485" y="0"/>
                </a:cubicBezTo>
                <a:close/>
              </a:path>
            </a:pathLst>
          </a:custGeom>
          <a:solidFill>
            <a:schemeClr val="tx2">
              <a:lumMod val="90000"/>
              <a:lumOff val="10000"/>
            </a:schemeClr>
          </a:solidFill>
          <a:ln w="7382" cap="flat">
            <a:solidFill>
              <a:schemeClr val="accent6">
                <a:lumMod val="50000"/>
              </a:schemeClr>
            </a:solidFill>
            <a:prstDash val="solid"/>
            <a:miter/>
          </a:ln>
        </p:spPr>
        <p:txBody>
          <a:bodyPr/>
          <a:lstStyle/>
          <a:p>
            <a:endParaRPr lang="en-AU"/>
          </a:p>
        </p:txBody>
      </p:sp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7EDE91C4-284F-E51D-ADB3-97D4FCA245E1}"/>
              </a:ext>
            </a:extLst>
          </p:cNvPr>
          <p:cNvSpPr/>
          <p:nvPr/>
        </p:nvSpPr>
        <p:spPr>
          <a:xfrm flipH="1">
            <a:off x="3810592" y="1602616"/>
            <a:ext cx="58552" cy="131980"/>
          </a:xfrm>
          <a:custGeom>
            <a:avLst/>
            <a:gdLst>
              <a:gd name="csX0" fmla="*/ 5304 w 58552"/>
              <a:gd name="csY0" fmla="*/ 1 h 131980"/>
              <a:gd name="csX1" fmla="*/ 4730 w 58552"/>
              <a:gd name="csY1" fmla="*/ 447 h 131980"/>
              <a:gd name="csX2" fmla="*/ 19979 w 58552"/>
              <a:gd name="csY2" fmla="*/ 57243 h 131980"/>
              <a:gd name="csX3" fmla="*/ 27497 w 58552"/>
              <a:gd name="csY3" fmla="*/ 90151 h 131980"/>
              <a:gd name="csX4" fmla="*/ 21869 w 58552"/>
              <a:gd name="csY4" fmla="*/ 95903 h 131980"/>
              <a:gd name="csX5" fmla="*/ 21600 w 58552"/>
              <a:gd name="csY5" fmla="*/ 95901 h 131980"/>
              <a:gd name="csX6" fmla="*/ 21415 w 58552"/>
              <a:gd name="csY6" fmla="*/ 95897 h 131980"/>
              <a:gd name="csX7" fmla="*/ 521 w 58552"/>
              <a:gd name="csY7" fmla="*/ 113055 h 131980"/>
              <a:gd name="csX8" fmla="*/ 5566 w 58552"/>
              <a:gd name="csY8" fmla="*/ 129866 h 131980"/>
              <a:gd name="csX9" fmla="*/ 12832 w 58552"/>
              <a:gd name="csY9" fmla="*/ 131980 h 131980"/>
              <a:gd name="csX10" fmla="*/ 25607 w 58552"/>
              <a:gd name="csY10" fmla="*/ 126144 h 131980"/>
              <a:gd name="csX11" fmla="*/ 28808 w 58552"/>
              <a:gd name="csY11" fmla="*/ 81015 h 131980"/>
              <a:gd name="csX12" fmla="*/ 21848 w 58552"/>
              <a:gd name="csY12" fmla="*/ 52907 h 131980"/>
              <a:gd name="csX13" fmla="*/ 20425 w 58552"/>
              <a:gd name="csY13" fmla="*/ 50401 h 131980"/>
              <a:gd name="csX14" fmla="*/ 19114 w 58552"/>
              <a:gd name="csY14" fmla="*/ 47504 h 131980"/>
              <a:gd name="csX15" fmla="*/ 17702 w 58552"/>
              <a:gd name="csY15" fmla="*/ 41201 h 131980"/>
              <a:gd name="csX16" fmla="*/ 20008 w 58552"/>
              <a:gd name="csY16" fmla="*/ 33821 h 131980"/>
              <a:gd name="csX17" fmla="*/ 26776 w 58552"/>
              <a:gd name="csY17" fmla="*/ 31269 h 131980"/>
              <a:gd name="csX18" fmla="*/ 28150 w 58552"/>
              <a:gd name="csY18" fmla="*/ 31437 h 131980"/>
              <a:gd name="csX19" fmla="*/ 54370 w 58552"/>
              <a:gd name="csY19" fmla="*/ 63840 h 131980"/>
              <a:gd name="csX20" fmla="*/ 56885 w 58552"/>
              <a:gd name="csY20" fmla="*/ 70064 h 131980"/>
              <a:gd name="csX21" fmla="*/ 58141 w 58552"/>
              <a:gd name="csY21" fmla="*/ 67842 h 131980"/>
              <a:gd name="csX22" fmla="*/ 52399 w 58552"/>
              <a:gd name="csY22" fmla="*/ 40705 h 131980"/>
              <a:gd name="csX23" fmla="*/ 30096 w 58552"/>
              <a:gd name="csY23" fmla="*/ 19312 h 131980"/>
              <a:gd name="csX24" fmla="*/ 6422 w 58552"/>
              <a:gd name="csY24" fmla="*/ 494 h 131980"/>
              <a:gd name="csX25" fmla="*/ 5303 w 58552"/>
              <a:gd name="csY25" fmla="*/ 0 h 13198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</a:cxnLst>
            <a:rect l="l" t="t" r="r" b="b"/>
            <a:pathLst>
              <a:path w="58552" h="131980">
                <a:moveTo>
                  <a:pt x="5304" y="1"/>
                </a:moveTo>
                <a:cubicBezTo>
                  <a:pt x="5014" y="1"/>
                  <a:pt x="4812" y="156"/>
                  <a:pt x="4730" y="447"/>
                </a:cubicBezTo>
                <a:cubicBezTo>
                  <a:pt x="4341" y="1817"/>
                  <a:pt x="10860" y="26214"/>
                  <a:pt x="19979" y="57243"/>
                </a:cubicBezTo>
                <a:cubicBezTo>
                  <a:pt x="24479" y="72214"/>
                  <a:pt x="27737" y="87052"/>
                  <a:pt x="27497" y="90151"/>
                </a:cubicBezTo>
                <a:cubicBezTo>
                  <a:pt x="27161" y="95025"/>
                  <a:pt x="26317" y="95903"/>
                  <a:pt x="21869" y="95903"/>
                </a:cubicBezTo>
                <a:cubicBezTo>
                  <a:pt x="21781" y="95903"/>
                  <a:pt x="21691" y="95902"/>
                  <a:pt x="21600" y="95901"/>
                </a:cubicBezTo>
                <a:cubicBezTo>
                  <a:pt x="21539" y="95899"/>
                  <a:pt x="21478" y="95897"/>
                  <a:pt x="21415" y="95897"/>
                </a:cubicBezTo>
                <a:cubicBezTo>
                  <a:pt x="15820" y="95897"/>
                  <a:pt x="2223" y="107057"/>
                  <a:pt x="521" y="113055"/>
                </a:cubicBezTo>
                <a:cubicBezTo>
                  <a:pt x="-1144" y="118926"/>
                  <a:pt x="1351" y="127428"/>
                  <a:pt x="5566" y="129866"/>
                </a:cubicBezTo>
                <a:cubicBezTo>
                  <a:pt x="8006" y="131265"/>
                  <a:pt x="10394" y="131980"/>
                  <a:pt x="12832" y="131980"/>
                </a:cubicBezTo>
                <a:cubicBezTo>
                  <a:pt x="16809" y="131980"/>
                  <a:pt x="20920" y="130078"/>
                  <a:pt x="25607" y="126144"/>
                </a:cubicBezTo>
                <a:cubicBezTo>
                  <a:pt x="36791" y="116796"/>
                  <a:pt x="37325" y="110401"/>
                  <a:pt x="28808" y="81015"/>
                </a:cubicBezTo>
                <a:cubicBezTo>
                  <a:pt x="24790" y="66602"/>
                  <a:pt x="21570" y="53885"/>
                  <a:pt x="21848" y="52907"/>
                </a:cubicBezTo>
                <a:cubicBezTo>
                  <a:pt x="22181" y="51733"/>
                  <a:pt x="21612" y="50730"/>
                  <a:pt x="20425" y="50401"/>
                </a:cubicBezTo>
                <a:cubicBezTo>
                  <a:pt x="19437" y="50126"/>
                  <a:pt x="18725" y="48873"/>
                  <a:pt x="19114" y="47504"/>
                </a:cubicBezTo>
                <a:cubicBezTo>
                  <a:pt x="19447" y="46330"/>
                  <a:pt x="18784" y="43402"/>
                  <a:pt x="17702" y="41201"/>
                </a:cubicBezTo>
                <a:cubicBezTo>
                  <a:pt x="15908" y="37747"/>
                  <a:pt x="16186" y="36769"/>
                  <a:pt x="20008" y="33821"/>
                </a:cubicBezTo>
                <a:cubicBezTo>
                  <a:pt x="21833" y="32272"/>
                  <a:pt x="24626" y="31269"/>
                  <a:pt x="26776" y="31269"/>
                </a:cubicBezTo>
                <a:cubicBezTo>
                  <a:pt x="27275" y="31269"/>
                  <a:pt x="27740" y="31324"/>
                  <a:pt x="28150" y="31437"/>
                </a:cubicBezTo>
                <a:cubicBezTo>
                  <a:pt x="37246" y="33964"/>
                  <a:pt x="50527" y="50318"/>
                  <a:pt x="54370" y="63840"/>
                </a:cubicBezTo>
                <a:cubicBezTo>
                  <a:pt x="55609" y="68165"/>
                  <a:pt x="56273" y="70064"/>
                  <a:pt x="56885" y="70064"/>
                </a:cubicBezTo>
                <a:cubicBezTo>
                  <a:pt x="57279" y="70064"/>
                  <a:pt x="57651" y="69277"/>
                  <a:pt x="58141" y="67842"/>
                </a:cubicBezTo>
                <a:cubicBezTo>
                  <a:pt x="59695" y="62363"/>
                  <a:pt x="56635" y="47581"/>
                  <a:pt x="52399" y="40705"/>
                </a:cubicBezTo>
                <a:cubicBezTo>
                  <a:pt x="48590" y="34581"/>
                  <a:pt x="33853" y="20356"/>
                  <a:pt x="30096" y="19312"/>
                </a:cubicBezTo>
                <a:cubicBezTo>
                  <a:pt x="27920" y="18708"/>
                  <a:pt x="14866" y="8327"/>
                  <a:pt x="6422" y="494"/>
                </a:cubicBezTo>
                <a:cubicBezTo>
                  <a:pt x="5980" y="159"/>
                  <a:pt x="5596" y="0"/>
                  <a:pt x="5303" y="0"/>
                </a:cubicBezTo>
                <a:close/>
              </a:path>
            </a:pathLst>
          </a:custGeom>
          <a:solidFill>
            <a:srgbClr val="000000"/>
          </a:solidFill>
          <a:ln w="7382" cap="flat">
            <a:noFill/>
            <a:prstDash val="solid"/>
            <a:miter/>
          </a:ln>
        </p:spPr>
        <p:txBody>
          <a:bodyPr/>
          <a:lstStyle/>
          <a:p>
            <a:endParaRPr lang="en-AU"/>
          </a:p>
        </p:txBody>
      </p:sp>
      <p:sp>
        <p:nvSpPr>
          <p:cNvPr id="44" name="Freeform: Shape 43">
            <a:extLst>
              <a:ext uri="{FF2B5EF4-FFF2-40B4-BE49-F238E27FC236}">
                <a16:creationId xmlns:a16="http://schemas.microsoft.com/office/drawing/2014/main" id="{9291EB28-B41F-49AC-4376-2D25D94951A3}"/>
              </a:ext>
            </a:extLst>
          </p:cNvPr>
          <p:cNvSpPr/>
          <p:nvPr/>
        </p:nvSpPr>
        <p:spPr>
          <a:xfrm flipH="1">
            <a:off x="2566426" y="2807919"/>
            <a:ext cx="160148" cy="248162"/>
          </a:xfrm>
          <a:custGeom>
            <a:avLst/>
            <a:gdLst>
              <a:gd name="csX0" fmla="*/ 109351 w 160148"/>
              <a:gd name="csY0" fmla="*/ 0 h 248162"/>
              <a:gd name="csX1" fmla="*/ 104684 w 160148"/>
              <a:gd name="csY1" fmla="*/ 10717 h 248162"/>
              <a:gd name="csX2" fmla="*/ 98958 w 160148"/>
              <a:gd name="csY2" fmla="*/ 46700 h 248162"/>
              <a:gd name="csX3" fmla="*/ 89783 w 160148"/>
              <a:gd name="csY3" fmla="*/ 105368 h 248162"/>
              <a:gd name="csX4" fmla="*/ 81640 w 160148"/>
              <a:gd name="csY4" fmla="*/ 161156 h 248162"/>
              <a:gd name="csX5" fmla="*/ 73101 w 160148"/>
              <a:gd name="csY5" fmla="*/ 190036 h 248162"/>
              <a:gd name="csX6" fmla="*/ 63032 w 160148"/>
              <a:gd name="csY6" fmla="*/ 187652 h 248162"/>
              <a:gd name="csX7" fmla="*/ 47419 w 160148"/>
              <a:gd name="csY7" fmla="*/ 185582 h 248162"/>
              <a:gd name="csX8" fmla="*/ 1294 w 160148"/>
              <a:gd name="csY8" fmla="*/ 215046 h 248162"/>
              <a:gd name="csX9" fmla="*/ 29417 w 160148"/>
              <a:gd name="csY9" fmla="*/ 248163 h 248162"/>
              <a:gd name="csX10" fmla="*/ 61887 w 160148"/>
              <a:gd name="csY10" fmla="*/ 237573 h 248162"/>
              <a:gd name="csX11" fmla="*/ 85908 w 160148"/>
              <a:gd name="csY11" fmla="*/ 180706 h 248162"/>
              <a:gd name="csX12" fmla="*/ 99560 w 160148"/>
              <a:gd name="csY12" fmla="*/ 108506 h 248162"/>
              <a:gd name="csX13" fmla="*/ 101345 w 160148"/>
              <a:gd name="csY13" fmla="*/ 108126 h 248162"/>
              <a:gd name="csX14" fmla="*/ 127618 w 160148"/>
              <a:gd name="csY14" fmla="*/ 123898 h 248162"/>
              <a:gd name="csX15" fmla="*/ 141855 w 160148"/>
              <a:gd name="csY15" fmla="*/ 193291 h 248162"/>
              <a:gd name="csX16" fmla="*/ 139899 w 160148"/>
              <a:gd name="csY16" fmla="*/ 206802 h 248162"/>
              <a:gd name="csX17" fmla="*/ 149362 w 160148"/>
              <a:gd name="csY17" fmla="*/ 193898 h 248162"/>
              <a:gd name="csX18" fmla="*/ 156795 w 160148"/>
              <a:gd name="csY18" fmla="*/ 136858 h 248162"/>
              <a:gd name="csX19" fmla="*/ 158397 w 160148"/>
              <a:gd name="csY19" fmla="*/ 117671 h 248162"/>
              <a:gd name="csX20" fmla="*/ 129709 w 160148"/>
              <a:gd name="csY20" fmla="*/ 34554 h 248162"/>
              <a:gd name="csX21" fmla="*/ 116227 w 160148"/>
              <a:gd name="csY21" fmla="*/ 11390 h 248162"/>
              <a:gd name="csX22" fmla="*/ 109351 w 160148"/>
              <a:gd name="csY22" fmla="*/ 1 h 24816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</a:cxnLst>
            <a:rect l="l" t="t" r="r" b="b"/>
            <a:pathLst>
              <a:path w="160148" h="248162">
                <a:moveTo>
                  <a:pt x="109351" y="0"/>
                </a:moveTo>
                <a:cubicBezTo>
                  <a:pt x="107496" y="0"/>
                  <a:pt x="105972" y="3581"/>
                  <a:pt x="104684" y="10717"/>
                </a:cubicBezTo>
                <a:cubicBezTo>
                  <a:pt x="103502" y="17143"/>
                  <a:pt x="101039" y="33346"/>
                  <a:pt x="98958" y="46700"/>
                </a:cubicBezTo>
                <a:cubicBezTo>
                  <a:pt x="96877" y="60053"/>
                  <a:pt x="92826" y="86371"/>
                  <a:pt x="89783" y="105368"/>
                </a:cubicBezTo>
                <a:cubicBezTo>
                  <a:pt x="86996" y="124225"/>
                  <a:pt x="83277" y="149367"/>
                  <a:pt x="81640" y="161156"/>
                </a:cubicBezTo>
                <a:cubicBezTo>
                  <a:pt x="78566" y="184108"/>
                  <a:pt x="78333" y="190036"/>
                  <a:pt x="73101" y="190036"/>
                </a:cubicBezTo>
                <a:cubicBezTo>
                  <a:pt x="70863" y="190036"/>
                  <a:pt x="67711" y="188952"/>
                  <a:pt x="63032" y="187652"/>
                </a:cubicBezTo>
                <a:cubicBezTo>
                  <a:pt x="57829" y="186248"/>
                  <a:pt x="52568" y="185582"/>
                  <a:pt x="47419" y="185582"/>
                </a:cubicBezTo>
                <a:cubicBezTo>
                  <a:pt x="25902" y="185582"/>
                  <a:pt x="6355" y="197203"/>
                  <a:pt x="1294" y="215046"/>
                </a:cubicBezTo>
                <a:cubicBezTo>
                  <a:pt x="-4454" y="235311"/>
                  <a:pt x="9669" y="248163"/>
                  <a:pt x="29417" y="248163"/>
                </a:cubicBezTo>
                <a:cubicBezTo>
                  <a:pt x="39415" y="248163"/>
                  <a:pt x="50855" y="244868"/>
                  <a:pt x="61887" y="237573"/>
                </a:cubicBezTo>
                <a:cubicBezTo>
                  <a:pt x="77636" y="227170"/>
                  <a:pt x="79505" y="222835"/>
                  <a:pt x="85908" y="180706"/>
                </a:cubicBezTo>
                <a:cubicBezTo>
                  <a:pt x="94607" y="122961"/>
                  <a:pt x="97028" y="109913"/>
                  <a:pt x="99560" y="108506"/>
                </a:cubicBezTo>
                <a:cubicBezTo>
                  <a:pt x="100023" y="108248"/>
                  <a:pt x="100626" y="108126"/>
                  <a:pt x="101345" y="108126"/>
                </a:cubicBezTo>
                <a:cubicBezTo>
                  <a:pt x="106915" y="108126"/>
                  <a:pt x="119433" y="115456"/>
                  <a:pt x="127618" y="123898"/>
                </a:cubicBezTo>
                <a:cubicBezTo>
                  <a:pt x="144545" y="141688"/>
                  <a:pt x="149624" y="165895"/>
                  <a:pt x="141855" y="193291"/>
                </a:cubicBezTo>
                <a:cubicBezTo>
                  <a:pt x="139404" y="202311"/>
                  <a:pt x="138673" y="206802"/>
                  <a:pt x="139899" y="206802"/>
                </a:cubicBezTo>
                <a:cubicBezTo>
                  <a:pt x="141100" y="206802"/>
                  <a:pt x="144180" y="202489"/>
                  <a:pt x="149362" y="193898"/>
                </a:cubicBezTo>
                <a:cubicBezTo>
                  <a:pt x="157257" y="181102"/>
                  <a:pt x="161208" y="151382"/>
                  <a:pt x="156795" y="136858"/>
                </a:cubicBezTo>
                <a:cubicBezTo>
                  <a:pt x="156077" y="134125"/>
                  <a:pt x="156826" y="125467"/>
                  <a:pt x="158397" y="117671"/>
                </a:cubicBezTo>
                <a:cubicBezTo>
                  <a:pt x="163880" y="90064"/>
                  <a:pt x="157073" y="70441"/>
                  <a:pt x="129709" y="34554"/>
                </a:cubicBezTo>
                <a:cubicBezTo>
                  <a:pt x="124231" y="27545"/>
                  <a:pt x="118257" y="17019"/>
                  <a:pt x="116227" y="11390"/>
                </a:cubicBezTo>
                <a:cubicBezTo>
                  <a:pt x="113516" y="3788"/>
                  <a:pt x="111258" y="1"/>
                  <a:pt x="109351" y="1"/>
                </a:cubicBezTo>
                <a:close/>
              </a:path>
            </a:pathLst>
          </a:custGeom>
          <a:solidFill>
            <a:srgbClr val="000000"/>
          </a:solidFill>
          <a:ln w="7382" cap="flat">
            <a:noFill/>
            <a:prstDash val="solid"/>
            <a:miter/>
          </a:ln>
        </p:spPr>
        <p:txBody>
          <a:bodyPr/>
          <a:lstStyle/>
          <a:p>
            <a:endParaRPr lang="en-AU"/>
          </a:p>
        </p:txBody>
      </p:sp>
      <p:sp>
        <p:nvSpPr>
          <p:cNvPr id="45" name="Freeform: Shape 44">
            <a:extLst>
              <a:ext uri="{FF2B5EF4-FFF2-40B4-BE49-F238E27FC236}">
                <a16:creationId xmlns:a16="http://schemas.microsoft.com/office/drawing/2014/main" id="{9378C28E-555B-AF2D-2E5F-13725758548C}"/>
              </a:ext>
            </a:extLst>
          </p:cNvPr>
          <p:cNvSpPr/>
          <p:nvPr/>
        </p:nvSpPr>
        <p:spPr>
          <a:xfrm flipH="1">
            <a:off x="2676643" y="2811232"/>
            <a:ext cx="258003" cy="248335"/>
          </a:xfrm>
          <a:custGeom>
            <a:avLst/>
            <a:gdLst>
              <a:gd name="csX0" fmla="*/ 242086 w 258003"/>
              <a:gd name="csY0" fmla="*/ 0 h 248335"/>
              <a:gd name="csX1" fmla="*/ 232487 w 258003"/>
              <a:gd name="csY1" fmla="*/ 1616 h 248335"/>
              <a:gd name="csX2" fmla="*/ 187372 w 258003"/>
              <a:gd name="csY2" fmla="*/ 36581 h 248335"/>
              <a:gd name="csX3" fmla="*/ 167700 w 258003"/>
              <a:gd name="csY3" fmla="*/ 58559 h 248335"/>
              <a:gd name="csX4" fmla="*/ 147232 w 258003"/>
              <a:gd name="csY4" fmla="*/ 61528 h 248335"/>
              <a:gd name="csX5" fmla="*/ 89458 w 258003"/>
              <a:gd name="csY5" fmla="*/ 74190 h 248335"/>
              <a:gd name="csX6" fmla="*/ 50297 w 258003"/>
              <a:gd name="csY6" fmla="*/ 139306 h 248335"/>
              <a:gd name="csX7" fmla="*/ 69295 w 258003"/>
              <a:gd name="csY7" fmla="*/ 183636 h 248335"/>
              <a:gd name="csX8" fmla="*/ 78676 w 258003"/>
              <a:gd name="csY8" fmla="*/ 198695 h 248335"/>
              <a:gd name="csX9" fmla="*/ 53054 w 258003"/>
              <a:gd name="csY9" fmla="*/ 233375 h 248335"/>
              <a:gd name="csX10" fmla="*/ 31975 w 258003"/>
              <a:gd name="csY10" fmla="*/ 243057 h 248335"/>
              <a:gd name="csX11" fmla="*/ 22085 w 258003"/>
              <a:gd name="csY11" fmla="*/ 241028 h 248335"/>
              <a:gd name="csX12" fmla="*/ 11757 w 258003"/>
              <a:gd name="csY12" fmla="*/ 234571 h 248335"/>
              <a:gd name="csX13" fmla="*/ 17364 w 258003"/>
              <a:gd name="csY13" fmla="*/ 224773 h 248335"/>
              <a:gd name="csX14" fmla="*/ 17522 w 258003"/>
              <a:gd name="csY14" fmla="*/ 224774 h 248335"/>
              <a:gd name="csX15" fmla="*/ 18752 w 258003"/>
              <a:gd name="csY15" fmla="*/ 224791 h 248335"/>
              <a:gd name="csX16" fmla="*/ 36356 w 258003"/>
              <a:gd name="csY16" fmla="*/ 216283 h 248335"/>
              <a:gd name="csX17" fmla="*/ 33087 w 258003"/>
              <a:gd name="csY17" fmla="*/ 193212 h 248335"/>
              <a:gd name="csX18" fmla="*/ 21945 w 258003"/>
              <a:gd name="csY18" fmla="*/ 187645 h 248335"/>
              <a:gd name="csX19" fmla="*/ 12338 w 258003"/>
              <a:gd name="csY19" fmla="*/ 190404 h 248335"/>
              <a:gd name="csX20" fmla="*/ 1404 w 258003"/>
              <a:gd name="csY20" fmla="*/ 204888 h 248335"/>
              <a:gd name="csX21" fmla="*/ 9658 w 258003"/>
              <a:gd name="csY21" fmla="*/ 238212 h 248335"/>
              <a:gd name="csX22" fmla="*/ 29548 w 258003"/>
              <a:gd name="csY22" fmla="*/ 248336 h 248335"/>
              <a:gd name="csX23" fmla="*/ 35743 w 258003"/>
              <a:gd name="csY23" fmla="*/ 247778 h 248335"/>
              <a:gd name="csX24" fmla="*/ 76546 w 258003"/>
              <a:gd name="csY24" fmla="*/ 213726 h 248335"/>
              <a:gd name="csX25" fmla="*/ 87171 w 258003"/>
              <a:gd name="csY25" fmla="*/ 199579 h 248335"/>
              <a:gd name="csX26" fmla="*/ 97489 w 258003"/>
              <a:gd name="csY26" fmla="*/ 198404 h 248335"/>
              <a:gd name="csX27" fmla="*/ 101554 w 258003"/>
              <a:gd name="csY27" fmla="*/ 198507 h 248335"/>
              <a:gd name="csX28" fmla="*/ 105355 w 258003"/>
              <a:gd name="csY28" fmla="*/ 198610 h 248335"/>
              <a:gd name="csX29" fmla="*/ 120786 w 258003"/>
              <a:gd name="csY29" fmla="*/ 196883 h 248335"/>
              <a:gd name="csX30" fmla="*/ 146857 w 258003"/>
              <a:gd name="csY30" fmla="*/ 126021 h 248335"/>
              <a:gd name="csX31" fmla="*/ 149233 w 258003"/>
              <a:gd name="csY31" fmla="*/ 97339 h 248335"/>
              <a:gd name="csX32" fmla="*/ 160300 w 258003"/>
              <a:gd name="csY32" fmla="*/ 86904 h 248335"/>
              <a:gd name="csX33" fmla="*/ 225224 w 258003"/>
              <a:gd name="csY33" fmla="*/ 64828 h 248335"/>
              <a:gd name="csX34" fmla="*/ 257038 w 258003"/>
              <a:gd name="csY34" fmla="*/ 21103 h 248335"/>
              <a:gd name="csX35" fmla="*/ 242085 w 258003"/>
              <a:gd name="csY35" fmla="*/ 2 h 24833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258003" h="248335">
                <a:moveTo>
                  <a:pt x="242086" y="0"/>
                </a:moveTo>
                <a:cubicBezTo>
                  <a:pt x="239166" y="0"/>
                  <a:pt x="235938" y="518"/>
                  <a:pt x="232487" y="1616"/>
                </a:cubicBezTo>
                <a:cubicBezTo>
                  <a:pt x="218261" y="5898"/>
                  <a:pt x="205304" y="16231"/>
                  <a:pt x="187372" y="36581"/>
                </a:cubicBezTo>
                <a:cubicBezTo>
                  <a:pt x="177944" y="47261"/>
                  <a:pt x="169132" y="57268"/>
                  <a:pt x="167700" y="58559"/>
                </a:cubicBezTo>
                <a:cubicBezTo>
                  <a:pt x="166465" y="59904"/>
                  <a:pt x="157161" y="61120"/>
                  <a:pt x="147232" y="61528"/>
                </a:cubicBezTo>
                <a:cubicBezTo>
                  <a:pt x="120603" y="62155"/>
                  <a:pt x="103807" y="65722"/>
                  <a:pt x="89458" y="74190"/>
                </a:cubicBezTo>
                <a:cubicBezTo>
                  <a:pt x="62756" y="89361"/>
                  <a:pt x="49768" y="111084"/>
                  <a:pt x="50297" y="139306"/>
                </a:cubicBezTo>
                <a:cubicBezTo>
                  <a:pt x="50932" y="160382"/>
                  <a:pt x="55727" y="172057"/>
                  <a:pt x="69295" y="183636"/>
                </a:cubicBezTo>
                <a:cubicBezTo>
                  <a:pt x="79067" y="192050"/>
                  <a:pt x="80119" y="193608"/>
                  <a:pt x="78676" y="198695"/>
                </a:cubicBezTo>
                <a:cubicBezTo>
                  <a:pt x="76622" y="205935"/>
                  <a:pt x="62775" y="224675"/>
                  <a:pt x="53054" y="233375"/>
                </a:cubicBezTo>
                <a:cubicBezTo>
                  <a:pt x="45676" y="239943"/>
                  <a:pt x="38883" y="243057"/>
                  <a:pt x="31975" y="243057"/>
                </a:cubicBezTo>
                <a:cubicBezTo>
                  <a:pt x="28728" y="243057"/>
                  <a:pt x="25456" y="242369"/>
                  <a:pt x="22085" y="241028"/>
                </a:cubicBezTo>
                <a:cubicBezTo>
                  <a:pt x="17561" y="238927"/>
                  <a:pt x="12808" y="236130"/>
                  <a:pt x="11757" y="234571"/>
                </a:cubicBezTo>
                <a:cubicBezTo>
                  <a:pt x="8293" y="229631"/>
                  <a:pt x="11099" y="224773"/>
                  <a:pt x="17364" y="224773"/>
                </a:cubicBezTo>
                <a:cubicBezTo>
                  <a:pt x="17417" y="224773"/>
                  <a:pt x="17469" y="224773"/>
                  <a:pt x="17522" y="224774"/>
                </a:cubicBezTo>
                <a:cubicBezTo>
                  <a:pt x="17938" y="224786"/>
                  <a:pt x="18348" y="224791"/>
                  <a:pt x="18752" y="224791"/>
                </a:cubicBezTo>
                <a:cubicBezTo>
                  <a:pt x="27390" y="224791"/>
                  <a:pt x="33283" y="222085"/>
                  <a:pt x="36356" y="216283"/>
                </a:cubicBezTo>
                <a:cubicBezTo>
                  <a:pt x="40466" y="208559"/>
                  <a:pt x="39009" y="198655"/>
                  <a:pt x="33087" y="193212"/>
                </a:cubicBezTo>
                <a:cubicBezTo>
                  <a:pt x="29108" y="189423"/>
                  <a:pt x="25770" y="187645"/>
                  <a:pt x="21945" y="187645"/>
                </a:cubicBezTo>
                <a:cubicBezTo>
                  <a:pt x="19149" y="187645"/>
                  <a:pt x="16094" y="188595"/>
                  <a:pt x="12338" y="190404"/>
                </a:cubicBezTo>
                <a:cubicBezTo>
                  <a:pt x="4908" y="194040"/>
                  <a:pt x="3870" y="195440"/>
                  <a:pt x="1404" y="204888"/>
                </a:cubicBezTo>
                <a:cubicBezTo>
                  <a:pt x="-2061" y="217858"/>
                  <a:pt x="961" y="230517"/>
                  <a:pt x="9658" y="238212"/>
                </a:cubicBezTo>
                <a:cubicBezTo>
                  <a:pt x="17938" y="245651"/>
                  <a:pt x="22695" y="248336"/>
                  <a:pt x="29548" y="248336"/>
                </a:cubicBezTo>
                <a:cubicBezTo>
                  <a:pt x="31419" y="248336"/>
                  <a:pt x="33446" y="248136"/>
                  <a:pt x="35743" y="247778"/>
                </a:cubicBezTo>
                <a:cubicBezTo>
                  <a:pt x="49754" y="245760"/>
                  <a:pt x="61501" y="235934"/>
                  <a:pt x="76546" y="213726"/>
                </a:cubicBezTo>
                <a:cubicBezTo>
                  <a:pt x="81083" y="206754"/>
                  <a:pt x="86047" y="200533"/>
                  <a:pt x="87171" y="199579"/>
                </a:cubicBezTo>
                <a:cubicBezTo>
                  <a:pt x="88215" y="198868"/>
                  <a:pt x="92516" y="198404"/>
                  <a:pt x="97489" y="198404"/>
                </a:cubicBezTo>
                <a:cubicBezTo>
                  <a:pt x="98813" y="198404"/>
                  <a:pt x="100184" y="198437"/>
                  <a:pt x="101554" y="198507"/>
                </a:cubicBezTo>
                <a:cubicBezTo>
                  <a:pt x="102768" y="198577"/>
                  <a:pt x="104049" y="198610"/>
                  <a:pt x="105355" y="198610"/>
                </a:cubicBezTo>
                <a:cubicBezTo>
                  <a:pt x="111269" y="198610"/>
                  <a:pt x="117695" y="197926"/>
                  <a:pt x="120786" y="196883"/>
                </a:cubicBezTo>
                <a:cubicBezTo>
                  <a:pt x="153291" y="186068"/>
                  <a:pt x="166549" y="149854"/>
                  <a:pt x="146857" y="126021"/>
                </a:cubicBezTo>
                <a:cubicBezTo>
                  <a:pt x="139111" y="116480"/>
                  <a:pt x="139294" y="113576"/>
                  <a:pt x="149233" y="97339"/>
                </a:cubicBezTo>
                <a:cubicBezTo>
                  <a:pt x="153882" y="89976"/>
                  <a:pt x="156859" y="87003"/>
                  <a:pt x="160300" y="86904"/>
                </a:cubicBezTo>
                <a:cubicBezTo>
                  <a:pt x="183345" y="86127"/>
                  <a:pt x="211426" y="76618"/>
                  <a:pt x="225224" y="64828"/>
                </a:cubicBezTo>
                <a:cubicBezTo>
                  <a:pt x="237136" y="54416"/>
                  <a:pt x="254151" y="31278"/>
                  <a:pt x="257038" y="21103"/>
                </a:cubicBezTo>
                <a:cubicBezTo>
                  <a:pt x="260639" y="8406"/>
                  <a:pt x="253850" y="2"/>
                  <a:pt x="242085" y="2"/>
                </a:cubicBezTo>
                <a:close/>
              </a:path>
            </a:pathLst>
          </a:custGeom>
          <a:solidFill>
            <a:srgbClr val="000000"/>
          </a:solidFill>
          <a:ln w="7382" cap="flat">
            <a:noFill/>
            <a:prstDash val="solid"/>
            <a:miter/>
          </a:ln>
        </p:spPr>
        <p:txBody>
          <a:bodyPr/>
          <a:lstStyle/>
          <a:p>
            <a:endParaRPr lang="en-AU"/>
          </a:p>
        </p:txBody>
      </p:sp>
      <p:sp>
        <p:nvSpPr>
          <p:cNvPr id="46" name="Freeform: Shape 45">
            <a:extLst>
              <a:ext uri="{FF2B5EF4-FFF2-40B4-BE49-F238E27FC236}">
                <a16:creationId xmlns:a16="http://schemas.microsoft.com/office/drawing/2014/main" id="{4A6FF9A8-6177-86CA-862A-9E1B56476E6E}"/>
              </a:ext>
            </a:extLst>
          </p:cNvPr>
          <p:cNvSpPr/>
          <p:nvPr/>
        </p:nvSpPr>
        <p:spPr>
          <a:xfrm flipH="1">
            <a:off x="6213362" y="1682456"/>
            <a:ext cx="205171" cy="125278"/>
          </a:xfrm>
          <a:custGeom>
            <a:avLst/>
            <a:gdLst>
              <a:gd name="csX0" fmla="*/ 203576 w 205171"/>
              <a:gd name="csY0" fmla="*/ 0 h 125278"/>
              <a:gd name="csX1" fmla="*/ 166371 w 205171"/>
              <a:gd name="csY1" fmla="*/ 19619 h 125278"/>
              <a:gd name="csX2" fmla="*/ 94299 w 205171"/>
              <a:gd name="csY2" fmla="*/ 63140 h 125278"/>
              <a:gd name="csX3" fmla="*/ 68850 w 205171"/>
              <a:gd name="csY3" fmla="*/ 76408 h 125278"/>
              <a:gd name="csX4" fmla="*/ 67955 w 205171"/>
              <a:gd name="csY4" fmla="*/ 76298 h 125278"/>
              <a:gd name="csX5" fmla="*/ 60857 w 205171"/>
              <a:gd name="csY5" fmla="*/ 66727 h 125278"/>
              <a:gd name="csX6" fmla="*/ 24484 w 205171"/>
              <a:gd name="csY6" fmla="*/ 42542 h 125278"/>
              <a:gd name="csX7" fmla="*/ 1619 w 205171"/>
              <a:gd name="csY7" fmla="*/ 55974 h 125278"/>
              <a:gd name="csX8" fmla="*/ 11030 w 205171"/>
              <a:gd name="csY8" fmla="*/ 83707 h 125278"/>
              <a:gd name="csX9" fmla="*/ 41413 w 205171"/>
              <a:gd name="csY9" fmla="*/ 95578 h 125278"/>
              <a:gd name="csX10" fmla="*/ 45531 w 205171"/>
              <a:gd name="csY10" fmla="*/ 95190 h 125278"/>
              <a:gd name="csX11" fmla="*/ 80771 w 205171"/>
              <a:gd name="csY11" fmla="*/ 77747 h 125278"/>
              <a:gd name="csX12" fmla="*/ 108787 w 205171"/>
              <a:gd name="csY12" fmla="*/ 60197 h 125278"/>
              <a:gd name="csX13" fmla="*/ 129294 w 205171"/>
              <a:gd name="csY13" fmla="*/ 50375 h 125278"/>
              <a:gd name="csX14" fmla="*/ 136157 w 205171"/>
              <a:gd name="csY14" fmla="*/ 61466 h 125278"/>
              <a:gd name="csX15" fmla="*/ 133611 w 205171"/>
              <a:gd name="csY15" fmla="*/ 83980 h 125278"/>
              <a:gd name="csX16" fmla="*/ 121160 w 205171"/>
              <a:gd name="csY16" fmla="*/ 106063 h 125278"/>
              <a:gd name="csX17" fmla="*/ 91729 w 205171"/>
              <a:gd name="csY17" fmla="*/ 122586 h 125278"/>
              <a:gd name="csX18" fmla="*/ 87164 w 205171"/>
              <a:gd name="csY18" fmla="*/ 123640 h 125278"/>
              <a:gd name="csX19" fmla="*/ 91063 w 205171"/>
              <a:gd name="csY19" fmla="*/ 124935 h 125278"/>
              <a:gd name="csX20" fmla="*/ 94048 w 205171"/>
              <a:gd name="csY20" fmla="*/ 125279 h 125278"/>
              <a:gd name="csX21" fmla="*/ 141312 w 205171"/>
              <a:gd name="csY21" fmla="*/ 101950 h 125278"/>
              <a:gd name="csX22" fmla="*/ 153795 w 205171"/>
              <a:gd name="csY22" fmla="*/ 92542 h 125278"/>
              <a:gd name="csX23" fmla="*/ 173526 w 205171"/>
              <a:gd name="csY23" fmla="*/ 77124 h 125278"/>
              <a:gd name="csX24" fmla="*/ 191786 w 205171"/>
              <a:gd name="csY24" fmla="*/ 36811 h 125278"/>
              <a:gd name="csX25" fmla="*/ 204236 w 205171"/>
              <a:gd name="csY25" fmla="*/ 2695 h 125278"/>
              <a:gd name="csX26" fmla="*/ 203715 w 205171"/>
              <a:gd name="csY26" fmla="*/ 18 h 125278"/>
              <a:gd name="csX27" fmla="*/ 203576 w 205171"/>
              <a:gd name="csY27" fmla="*/ 2 h 12527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</a:cxnLst>
            <a:rect l="l" t="t" r="r" b="b"/>
            <a:pathLst>
              <a:path w="205171" h="125278">
                <a:moveTo>
                  <a:pt x="203576" y="0"/>
                </a:moveTo>
                <a:cubicBezTo>
                  <a:pt x="201330" y="0"/>
                  <a:pt x="184880" y="8687"/>
                  <a:pt x="166371" y="19619"/>
                </a:cubicBezTo>
                <a:cubicBezTo>
                  <a:pt x="126057" y="43674"/>
                  <a:pt x="101414" y="58360"/>
                  <a:pt x="94299" y="63140"/>
                </a:cubicBezTo>
                <a:cubicBezTo>
                  <a:pt x="79986" y="72448"/>
                  <a:pt x="72336" y="76408"/>
                  <a:pt x="68850" y="76408"/>
                </a:cubicBezTo>
                <a:cubicBezTo>
                  <a:pt x="68514" y="76408"/>
                  <a:pt x="68216" y="76371"/>
                  <a:pt x="67955" y="76298"/>
                </a:cubicBezTo>
                <a:cubicBezTo>
                  <a:pt x="66176" y="75804"/>
                  <a:pt x="62911" y="71519"/>
                  <a:pt x="60857" y="66727"/>
                </a:cubicBezTo>
                <a:cubicBezTo>
                  <a:pt x="54325" y="51249"/>
                  <a:pt x="38485" y="42542"/>
                  <a:pt x="24484" y="42542"/>
                </a:cubicBezTo>
                <a:cubicBezTo>
                  <a:pt x="14694" y="42542"/>
                  <a:pt x="5802" y="46799"/>
                  <a:pt x="1619" y="55974"/>
                </a:cubicBezTo>
                <a:cubicBezTo>
                  <a:pt x="-2375" y="64786"/>
                  <a:pt x="1116" y="75043"/>
                  <a:pt x="11030" y="83707"/>
                </a:cubicBezTo>
                <a:cubicBezTo>
                  <a:pt x="18993" y="90652"/>
                  <a:pt x="32127" y="95578"/>
                  <a:pt x="41413" y="95578"/>
                </a:cubicBezTo>
                <a:cubicBezTo>
                  <a:pt x="42896" y="95578"/>
                  <a:pt x="44281" y="95453"/>
                  <a:pt x="45531" y="95190"/>
                </a:cubicBezTo>
                <a:cubicBezTo>
                  <a:pt x="52604" y="93566"/>
                  <a:pt x="69998" y="84887"/>
                  <a:pt x="80771" y="77747"/>
                </a:cubicBezTo>
                <a:cubicBezTo>
                  <a:pt x="84989" y="74908"/>
                  <a:pt x="97478" y="66978"/>
                  <a:pt x="108787" y="60197"/>
                </a:cubicBezTo>
                <a:cubicBezTo>
                  <a:pt x="119665" y="53670"/>
                  <a:pt x="125640" y="50375"/>
                  <a:pt x="129294" y="50375"/>
                </a:cubicBezTo>
                <a:cubicBezTo>
                  <a:pt x="133153" y="50375"/>
                  <a:pt x="134427" y="54048"/>
                  <a:pt x="136157" y="61466"/>
                </a:cubicBezTo>
                <a:cubicBezTo>
                  <a:pt x="137341" y="67073"/>
                  <a:pt x="136608" y="73414"/>
                  <a:pt x="133611" y="83980"/>
                </a:cubicBezTo>
                <a:cubicBezTo>
                  <a:pt x="129892" y="97089"/>
                  <a:pt x="128268" y="99803"/>
                  <a:pt x="121160" y="106063"/>
                </a:cubicBezTo>
                <a:cubicBezTo>
                  <a:pt x="112675" y="113417"/>
                  <a:pt x="99704" y="120791"/>
                  <a:pt x="91729" y="122586"/>
                </a:cubicBezTo>
                <a:lnTo>
                  <a:pt x="87164" y="123640"/>
                </a:lnTo>
                <a:lnTo>
                  <a:pt x="91063" y="124935"/>
                </a:lnTo>
                <a:cubicBezTo>
                  <a:pt x="91905" y="125169"/>
                  <a:pt x="92910" y="125279"/>
                  <a:pt x="94048" y="125279"/>
                </a:cubicBezTo>
                <a:cubicBezTo>
                  <a:pt x="107361" y="125279"/>
                  <a:pt x="138960" y="110242"/>
                  <a:pt x="141312" y="101950"/>
                </a:cubicBezTo>
                <a:cubicBezTo>
                  <a:pt x="141701" y="100581"/>
                  <a:pt x="147409" y="96256"/>
                  <a:pt x="153795" y="92542"/>
                </a:cubicBezTo>
                <a:cubicBezTo>
                  <a:pt x="160237" y="88631"/>
                  <a:pt x="169260" y="81639"/>
                  <a:pt x="173526" y="77124"/>
                </a:cubicBezTo>
                <a:cubicBezTo>
                  <a:pt x="180824" y="69441"/>
                  <a:pt x="182305" y="66475"/>
                  <a:pt x="191786" y="36811"/>
                </a:cubicBezTo>
                <a:cubicBezTo>
                  <a:pt x="197430" y="19169"/>
                  <a:pt x="203056" y="3845"/>
                  <a:pt x="204236" y="2695"/>
                </a:cubicBezTo>
                <a:cubicBezTo>
                  <a:pt x="205613" y="1600"/>
                  <a:pt x="205495" y="511"/>
                  <a:pt x="203715" y="18"/>
                </a:cubicBezTo>
                <a:cubicBezTo>
                  <a:pt x="203677" y="7"/>
                  <a:pt x="203631" y="2"/>
                  <a:pt x="203576" y="2"/>
                </a:cubicBez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  <a:ln w="7382" cap="flat">
            <a:noFill/>
            <a:prstDash val="solid"/>
            <a:miter/>
          </a:ln>
        </p:spPr>
        <p:txBody>
          <a:bodyPr/>
          <a:lstStyle/>
          <a:p>
            <a:endParaRPr lang="en-AU"/>
          </a:p>
        </p:txBody>
      </p:sp>
      <p:sp>
        <p:nvSpPr>
          <p:cNvPr id="47" name="Freeform: Shape 46">
            <a:extLst>
              <a:ext uri="{FF2B5EF4-FFF2-40B4-BE49-F238E27FC236}">
                <a16:creationId xmlns:a16="http://schemas.microsoft.com/office/drawing/2014/main" id="{0BB4C2D7-2880-4BFD-35F2-6FAA3B173E1F}"/>
              </a:ext>
            </a:extLst>
          </p:cNvPr>
          <p:cNvSpPr/>
          <p:nvPr/>
        </p:nvSpPr>
        <p:spPr>
          <a:xfrm flipH="1">
            <a:off x="1904322" y="2885073"/>
            <a:ext cx="170999" cy="238147"/>
          </a:xfrm>
          <a:custGeom>
            <a:avLst/>
            <a:gdLst>
              <a:gd name="csX0" fmla="*/ 103846 w 170999"/>
              <a:gd name="csY0" fmla="*/ 0 h 238147"/>
              <a:gd name="csX1" fmla="*/ 95324 w 170999"/>
              <a:gd name="csY1" fmla="*/ 1674 h 238147"/>
              <a:gd name="csX2" fmla="*/ 77896 w 170999"/>
              <a:gd name="csY2" fmla="*/ 27019 h 238147"/>
              <a:gd name="csX3" fmla="*/ 107498 w 170999"/>
              <a:gd name="csY3" fmla="*/ 76826 h 238147"/>
              <a:gd name="csX4" fmla="*/ 116441 w 170999"/>
              <a:gd name="csY4" fmla="*/ 82899 h 238147"/>
              <a:gd name="csX5" fmla="*/ 106181 w 170999"/>
              <a:gd name="csY5" fmla="*/ 96513 h 238147"/>
              <a:gd name="csX6" fmla="*/ 96030 w 170999"/>
              <a:gd name="csY6" fmla="*/ 109737 h 238147"/>
              <a:gd name="csX7" fmla="*/ 88066 w 170999"/>
              <a:gd name="csY7" fmla="*/ 119768 h 238147"/>
              <a:gd name="csX8" fmla="*/ 65209 w 170999"/>
              <a:gd name="csY8" fmla="*/ 148461 h 238147"/>
              <a:gd name="csX9" fmla="*/ 30412 w 170999"/>
              <a:gd name="csY9" fmla="*/ 193680 h 238147"/>
              <a:gd name="csX10" fmla="*/ 1280 w 170999"/>
              <a:gd name="csY10" fmla="*/ 237726 h 238147"/>
              <a:gd name="csX11" fmla="*/ 3065 w 170999"/>
              <a:gd name="csY11" fmla="*/ 238147 h 238147"/>
              <a:gd name="csX12" fmla="*/ 11257 w 170999"/>
              <a:gd name="csY12" fmla="*/ 235643 h 238147"/>
              <a:gd name="csX13" fmla="*/ 61983 w 170999"/>
              <a:gd name="csY13" fmla="*/ 223768 h 238147"/>
              <a:gd name="csX14" fmla="*/ 123498 w 170999"/>
              <a:gd name="csY14" fmla="*/ 185125 h 238147"/>
              <a:gd name="csX15" fmla="*/ 137906 w 170999"/>
              <a:gd name="csY15" fmla="*/ 171184 h 238147"/>
              <a:gd name="csX16" fmla="*/ 155351 w 170999"/>
              <a:gd name="csY16" fmla="*/ 155555 h 238147"/>
              <a:gd name="csX17" fmla="*/ 170999 w 170999"/>
              <a:gd name="csY17" fmla="*/ 117683 h 238147"/>
              <a:gd name="csX18" fmla="*/ 170448 w 170999"/>
              <a:gd name="csY18" fmla="*/ 113935 h 238147"/>
              <a:gd name="csX19" fmla="*/ 164706 w 170999"/>
              <a:gd name="csY19" fmla="*/ 123323 h 238147"/>
              <a:gd name="csX20" fmla="*/ 112539 w 170999"/>
              <a:gd name="csY20" fmla="*/ 164351 h 238147"/>
              <a:gd name="csX21" fmla="*/ 106521 w 170999"/>
              <a:gd name="csY21" fmla="*/ 164692 h 238147"/>
              <a:gd name="csX22" fmla="*/ 88411 w 170999"/>
              <a:gd name="csY22" fmla="*/ 162927 h 238147"/>
              <a:gd name="csX23" fmla="*/ 82929 w 170999"/>
              <a:gd name="csY23" fmla="*/ 137130 h 238147"/>
              <a:gd name="csX24" fmla="*/ 110133 w 170999"/>
              <a:gd name="csY24" fmla="*/ 102890 h 238147"/>
              <a:gd name="csX25" fmla="*/ 127828 w 170999"/>
              <a:gd name="csY25" fmla="*/ 80362 h 238147"/>
              <a:gd name="csX26" fmla="*/ 140794 w 170999"/>
              <a:gd name="csY26" fmla="*/ 42167 h 238147"/>
              <a:gd name="csX27" fmla="*/ 103846 w 170999"/>
              <a:gd name="csY27" fmla="*/ 0 h 23814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</a:cxnLst>
            <a:rect l="l" t="t" r="r" b="b"/>
            <a:pathLst>
              <a:path w="170999" h="238147">
                <a:moveTo>
                  <a:pt x="103846" y="0"/>
                </a:moveTo>
                <a:cubicBezTo>
                  <a:pt x="100964" y="0"/>
                  <a:pt x="98098" y="535"/>
                  <a:pt x="95324" y="1674"/>
                </a:cubicBezTo>
                <a:cubicBezTo>
                  <a:pt x="85637" y="5739"/>
                  <a:pt x="79502" y="14589"/>
                  <a:pt x="77896" y="27019"/>
                </a:cubicBezTo>
                <a:cubicBezTo>
                  <a:pt x="75249" y="46127"/>
                  <a:pt x="88699" y="68649"/>
                  <a:pt x="107498" y="76826"/>
                </a:cubicBezTo>
                <a:cubicBezTo>
                  <a:pt x="112616" y="79092"/>
                  <a:pt x="116775" y="81724"/>
                  <a:pt x="116441" y="82899"/>
                </a:cubicBezTo>
                <a:cubicBezTo>
                  <a:pt x="116164" y="83877"/>
                  <a:pt x="111651" y="90012"/>
                  <a:pt x="106181" y="96513"/>
                </a:cubicBezTo>
                <a:cubicBezTo>
                  <a:pt x="100908" y="103071"/>
                  <a:pt x="96252" y="108955"/>
                  <a:pt x="96030" y="109737"/>
                </a:cubicBezTo>
                <a:cubicBezTo>
                  <a:pt x="95808" y="110519"/>
                  <a:pt x="92190" y="115002"/>
                  <a:pt x="88066" y="119768"/>
                </a:cubicBezTo>
                <a:cubicBezTo>
                  <a:pt x="83941" y="124533"/>
                  <a:pt x="73649" y="137506"/>
                  <a:pt x="65209" y="148461"/>
                </a:cubicBezTo>
                <a:cubicBezTo>
                  <a:pt x="56769" y="159415"/>
                  <a:pt x="41180" y="179782"/>
                  <a:pt x="30412" y="193680"/>
                </a:cubicBezTo>
                <a:cubicBezTo>
                  <a:pt x="-2113" y="236151"/>
                  <a:pt x="-1694" y="235423"/>
                  <a:pt x="1280" y="237726"/>
                </a:cubicBezTo>
                <a:cubicBezTo>
                  <a:pt x="1672" y="238012"/>
                  <a:pt x="2289" y="238147"/>
                  <a:pt x="3065" y="238147"/>
                </a:cubicBezTo>
                <a:cubicBezTo>
                  <a:pt x="5085" y="238147"/>
                  <a:pt x="8187" y="237230"/>
                  <a:pt x="11257" y="235643"/>
                </a:cubicBezTo>
                <a:cubicBezTo>
                  <a:pt x="19107" y="231279"/>
                  <a:pt x="30746" y="228601"/>
                  <a:pt x="61983" y="223768"/>
                </a:cubicBezTo>
                <a:cubicBezTo>
                  <a:pt x="91612" y="219332"/>
                  <a:pt x="110344" y="207435"/>
                  <a:pt x="123498" y="185125"/>
                </a:cubicBezTo>
                <a:cubicBezTo>
                  <a:pt x="125598" y="181487"/>
                  <a:pt x="132112" y="175063"/>
                  <a:pt x="137906" y="171184"/>
                </a:cubicBezTo>
                <a:cubicBezTo>
                  <a:pt x="143501" y="167250"/>
                  <a:pt x="151481" y="160178"/>
                  <a:pt x="155351" y="155555"/>
                </a:cubicBezTo>
                <a:cubicBezTo>
                  <a:pt x="163402" y="145969"/>
                  <a:pt x="171072" y="127202"/>
                  <a:pt x="170999" y="117683"/>
                </a:cubicBezTo>
                <a:cubicBezTo>
                  <a:pt x="170988" y="115275"/>
                  <a:pt x="170921" y="113935"/>
                  <a:pt x="170448" y="113935"/>
                </a:cubicBezTo>
                <a:cubicBezTo>
                  <a:pt x="169758" y="113935"/>
                  <a:pt x="168206" y="116783"/>
                  <a:pt x="164706" y="123323"/>
                </a:cubicBezTo>
                <a:cubicBezTo>
                  <a:pt x="153610" y="145149"/>
                  <a:pt x="132809" y="161325"/>
                  <a:pt x="112539" y="164351"/>
                </a:cubicBezTo>
                <a:cubicBezTo>
                  <a:pt x="110900" y="164581"/>
                  <a:pt x="108831" y="164692"/>
                  <a:pt x="106521" y="164692"/>
                </a:cubicBezTo>
                <a:cubicBezTo>
                  <a:pt x="101001" y="164692"/>
                  <a:pt x="94104" y="164062"/>
                  <a:pt x="88411" y="162927"/>
                </a:cubicBezTo>
                <a:cubicBezTo>
                  <a:pt x="67908" y="158499"/>
                  <a:pt x="67419" y="156464"/>
                  <a:pt x="82929" y="137130"/>
                </a:cubicBezTo>
                <a:cubicBezTo>
                  <a:pt x="89746" y="128891"/>
                  <a:pt x="101859" y="113257"/>
                  <a:pt x="110133" y="102890"/>
                </a:cubicBezTo>
                <a:cubicBezTo>
                  <a:pt x="118265" y="92271"/>
                  <a:pt x="126229" y="82239"/>
                  <a:pt x="127828" y="80362"/>
                </a:cubicBezTo>
                <a:cubicBezTo>
                  <a:pt x="139245" y="66435"/>
                  <a:pt x="142027" y="58131"/>
                  <a:pt x="140794" y="42167"/>
                </a:cubicBezTo>
                <a:cubicBezTo>
                  <a:pt x="138776" y="19010"/>
                  <a:pt x="121033" y="0"/>
                  <a:pt x="103846" y="0"/>
                </a:cubicBezTo>
                <a:close/>
              </a:path>
            </a:pathLst>
          </a:custGeom>
          <a:solidFill>
            <a:srgbClr val="000000"/>
          </a:solidFill>
          <a:ln w="7382" cap="flat">
            <a:noFill/>
            <a:prstDash val="solid"/>
            <a:miter/>
          </a:ln>
        </p:spPr>
        <p:txBody>
          <a:bodyPr/>
          <a:lstStyle/>
          <a:p>
            <a:endParaRPr lang="en-AU"/>
          </a:p>
        </p:txBody>
      </p:sp>
      <p:sp>
        <p:nvSpPr>
          <p:cNvPr id="48" name="Freeform: Shape 47">
            <a:extLst>
              <a:ext uri="{FF2B5EF4-FFF2-40B4-BE49-F238E27FC236}">
                <a16:creationId xmlns:a16="http://schemas.microsoft.com/office/drawing/2014/main" id="{FE142A28-4183-B5F9-90CC-182B164EAE96}"/>
              </a:ext>
            </a:extLst>
          </p:cNvPr>
          <p:cNvSpPr/>
          <p:nvPr/>
        </p:nvSpPr>
        <p:spPr>
          <a:xfrm flipH="1">
            <a:off x="1591168" y="3013703"/>
            <a:ext cx="125633" cy="139411"/>
          </a:xfrm>
          <a:custGeom>
            <a:avLst/>
            <a:gdLst>
              <a:gd name="csX0" fmla="*/ 25988 w 125633"/>
              <a:gd name="csY0" fmla="*/ 0 h 139411"/>
              <a:gd name="csX1" fmla="*/ 42 w 125633"/>
              <a:gd name="csY1" fmla="*/ 17357 h 139411"/>
              <a:gd name="csX2" fmla="*/ 26067 w 125633"/>
              <a:gd name="csY2" fmla="*/ 37153 h 139411"/>
              <a:gd name="csX3" fmla="*/ 29672 w 125633"/>
              <a:gd name="csY3" fmla="*/ 36985 h 139411"/>
              <a:gd name="csX4" fmla="*/ 43733 w 125633"/>
              <a:gd name="csY4" fmla="*/ 33291 h 139411"/>
              <a:gd name="csX5" fmla="*/ 49870 w 125633"/>
              <a:gd name="csY5" fmla="*/ 30987 h 139411"/>
              <a:gd name="csX6" fmla="*/ 81578 w 125633"/>
              <a:gd name="csY6" fmla="*/ 84121 h 139411"/>
              <a:gd name="csX7" fmla="*/ 111617 w 125633"/>
              <a:gd name="csY7" fmla="*/ 139412 h 139411"/>
              <a:gd name="csX8" fmla="*/ 113017 w 125633"/>
              <a:gd name="csY8" fmla="*/ 134226 h 139411"/>
              <a:gd name="csX9" fmla="*/ 119870 w 125633"/>
              <a:gd name="csY9" fmla="*/ 104044 h 139411"/>
              <a:gd name="csX10" fmla="*/ 123769 w 125633"/>
              <a:gd name="csY10" fmla="*/ 69242 h 139411"/>
              <a:gd name="csX11" fmla="*/ 116982 w 125633"/>
              <a:gd name="csY11" fmla="*/ 54057 h 139411"/>
              <a:gd name="csX12" fmla="*/ 111606 w 125633"/>
              <a:gd name="csY12" fmla="*/ 38421 h 139411"/>
              <a:gd name="csX13" fmla="*/ 94849 w 125633"/>
              <a:gd name="csY13" fmla="*/ 9698 h 139411"/>
              <a:gd name="csX14" fmla="*/ 93871 w 125633"/>
              <a:gd name="csY14" fmla="*/ 10698 h 139411"/>
              <a:gd name="csX15" fmla="*/ 98128 w 125633"/>
              <a:gd name="csY15" fmla="*/ 22013 h 139411"/>
              <a:gd name="csX16" fmla="*/ 97889 w 125633"/>
              <a:gd name="csY16" fmla="*/ 61209 h 139411"/>
              <a:gd name="csX17" fmla="*/ 87677 w 125633"/>
              <a:gd name="csY17" fmla="*/ 73149 h 139411"/>
              <a:gd name="csX18" fmla="*/ 85025 w 125633"/>
              <a:gd name="csY18" fmla="*/ 74073 h 139411"/>
              <a:gd name="csX19" fmla="*/ 67885 w 125633"/>
              <a:gd name="csY19" fmla="*/ 45910 h 139411"/>
              <a:gd name="csX20" fmla="*/ 34102 w 125633"/>
              <a:gd name="csY20" fmla="*/ 1064 h 139411"/>
              <a:gd name="csX21" fmla="*/ 25989 w 125633"/>
              <a:gd name="csY21" fmla="*/ 0 h 13941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</a:cxnLst>
            <a:rect l="l" t="t" r="r" b="b"/>
            <a:pathLst>
              <a:path w="125633" h="139411">
                <a:moveTo>
                  <a:pt x="25988" y="0"/>
                </a:moveTo>
                <a:cubicBezTo>
                  <a:pt x="12579" y="0"/>
                  <a:pt x="-845" y="8000"/>
                  <a:pt x="42" y="17357"/>
                </a:cubicBezTo>
                <a:cubicBezTo>
                  <a:pt x="1036" y="29134"/>
                  <a:pt x="11827" y="37153"/>
                  <a:pt x="26067" y="37153"/>
                </a:cubicBezTo>
                <a:cubicBezTo>
                  <a:pt x="27246" y="37153"/>
                  <a:pt x="28449" y="37098"/>
                  <a:pt x="29672" y="36985"/>
                </a:cubicBezTo>
                <a:cubicBezTo>
                  <a:pt x="34917" y="36543"/>
                  <a:pt x="41398" y="34754"/>
                  <a:pt x="43733" y="33291"/>
                </a:cubicBezTo>
                <a:cubicBezTo>
                  <a:pt x="45989" y="31863"/>
                  <a:pt x="47955" y="30987"/>
                  <a:pt x="49870" y="30987"/>
                </a:cubicBezTo>
                <a:cubicBezTo>
                  <a:pt x="57003" y="30987"/>
                  <a:pt x="63436" y="43137"/>
                  <a:pt x="81578" y="84121"/>
                </a:cubicBezTo>
                <a:cubicBezTo>
                  <a:pt x="97786" y="120565"/>
                  <a:pt x="108035" y="139412"/>
                  <a:pt x="111617" y="139412"/>
                </a:cubicBezTo>
                <a:cubicBezTo>
                  <a:pt x="112697" y="139412"/>
                  <a:pt x="113171" y="137695"/>
                  <a:pt x="113017" y="134226"/>
                </a:cubicBezTo>
                <a:cubicBezTo>
                  <a:pt x="112892" y="131658"/>
                  <a:pt x="115930" y="117937"/>
                  <a:pt x="119870" y="104044"/>
                </a:cubicBezTo>
                <a:cubicBezTo>
                  <a:pt x="126555" y="79725"/>
                  <a:pt x="126801" y="78105"/>
                  <a:pt x="123769" y="69242"/>
                </a:cubicBezTo>
                <a:cubicBezTo>
                  <a:pt x="122023" y="64113"/>
                  <a:pt x="119030" y="57371"/>
                  <a:pt x="116982" y="54057"/>
                </a:cubicBezTo>
                <a:cubicBezTo>
                  <a:pt x="115078" y="50996"/>
                  <a:pt x="112647" y="43776"/>
                  <a:pt x="111606" y="38421"/>
                </a:cubicBezTo>
                <a:cubicBezTo>
                  <a:pt x="109661" y="27988"/>
                  <a:pt x="98437" y="9698"/>
                  <a:pt x="94849" y="9698"/>
                </a:cubicBezTo>
                <a:cubicBezTo>
                  <a:pt x="94380" y="9698"/>
                  <a:pt x="94041" y="10012"/>
                  <a:pt x="93871" y="10698"/>
                </a:cubicBezTo>
                <a:cubicBezTo>
                  <a:pt x="93594" y="11676"/>
                  <a:pt x="95592" y="16665"/>
                  <a:pt x="98128" y="22013"/>
                </a:cubicBezTo>
                <a:cubicBezTo>
                  <a:pt x="105049" y="35967"/>
                  <a:pt x="104914" y="49228"/>
                  <a:pt x="97889" y="61209"/>
                </a:cubicBezTo>
                <a:cubicBezTo>
                  <a:pt x="94754" y="66248"/>
                  <a:pt x="90209" y="71742"/>
                  <a:pt x="87677" y="73149"/>
                </a:cubicBezTo>
                <a:cubicBezTo>
                  <a:pt x="86657" y="73680"/>
                  <a:pt x="85833" y="74073"/>
                  <a:pt x="85025" y="74073"/>
                </a:cubicBezTo>
                <a:cubicBezTo>
                  <a:pt x="82066" y="74073"/>
                  <a:pt x="79317" y="68816"/>
                  <a:pt x="67885" y="45910"/>
                </a:cubicBezTo>
                <a:cubicBezTo>
                  <a:pt x="50598" y="11345"/>
                  <a:pt x="45175" y="4140"/>
                  <a:pt x="34102" y="1064"/>
                </a:cubicBezTo>
                <a:cubicBezTo>
                  <a:pt x="31480" y="335"/>
                  <a:pt x="28735" y="0"/>
                  <a:pt x="25989" y="0"/>
                </a:cubicBezTo>
                <a:close/>
              </a:path>
            </a:pathLst>
          </a:custGeom>
          <a:solidFill>
            <a:srgbClr val="000000"/>
          </a:solidFill>
          <a:ln w="7382" cap="flat">
            <a:noFill/>
            <a:prstDash val="solid"/>
            <a:miter/>
          </a:ln>
        </p:spPr>
        <p:txBody>
          <a:bodyPr/>
          <a:lstStyle/>
          <a:p>
            <a:endParaRPr lang="en-AU"/>
          </a:p>
        </p:txBody>
      </p:sp>
      <p:sp>
        <p:nvSpPr>
          <p:cNvPr id="49" name="Freeform: Shape 48">
            <a:extLst>
              <a:ext uri="{FF2B5EF4-FFF2-40B4-BE49-F238E27FC236}">
                <a16:creationId xmlns:a16="http://schemas.microsoft.com/office/drawing/2014/main" id="{FE8AF593-D02C-EA63-58D6-20DE778AB3CC}"/>
              </a:ext>
            </a:extLst>
          </p:cNvPr>
          <p:cNvSpPr/>
          <p:nvPr/>
        </p:nvSpPr>
        <p:spPr>
          <a:xfrm flipH="1">
            <a:off x="2676307" y="3137599"/>
            <a:ext cx="135813" cy="100598"/>
          </a:xfrm>
          <a:custGeom>
            <a:avLst/>
            <a:gdLst>
              <a:gd name="csX0" fmla="*/ 135344 w 135813"/>
              <a:gd name="csY0" fmla="*/ 0 h 100598"/>
              <a:gd name="csX1" fmla="*/ 108857 w 135813"/>
              <a:gd name="csY1" fmla="*/ 20504 h 100598"/>
              <a:gd name="csX2" fmla="*/ 68315 w 135813"/>
              <a:gd name="csY2" fmla="*/ 55894 h 100598"/>
              <a:gd name="csX3" fmla="*/ 51091 w 135813"/>
              <a:gd name="csY3" fmla="*/ 70743 h 100598"/>
              <a:gd name="csX4" fmla="*/ 50915 w 135813"/>
              <a:gd name="csY4" fmla="*/ 70765 h 100598"/>
              <a:gd name="csX5" fmla="*/ 43161 w 135813"/>
              <a:gd name="csY5" fmla="*/ 64107 h 100598"/>
              <a:gd name="csX6" fmla="*/ 16122 w 135813"/>
              <a:gd name="csY6" fmla="*/ 52324 h 100598"/>
              <a:gd name="csX7" fmla="*/ 10441 w 135813"/>
              <a:gd name="csY7" fmla="*/ 53120 h 100598"/>
              <a:gd name="csX8" fmla="*/ 280 w 135813"/>
              <a:gd name="csY8" fmla="*/ 70140 h 100598"/>
              <a:gd name="csX9" fmla="*/ 19058 w 135813"/>
              <a:gd name="csY9" fmla="*/ 85910 h 100598"/>
              <a:gd name="csX10" fmla="*/ 26045 w 135813"/>
              <a:gd name="csY10" fmla="*/ 86930 h 100598"/>
              <a:gd name="csX11" fmla="*/ 78421 w 135813"/>
              <a:gd name="csY11" fmla="*/ 51103 h 100598"/>
              <a:gd name="csX12" fmla="*/ 90323 w 135813"/>
              <a:gd name="csY12" fmla="*/ 42402 h 100598"/>
              <a:gd name="csX13" fmla="*/ 90483 w 135813"/>
              <a:gd name="csY13" fmla="*/ 42421 h 100598"/>
              <a:gd name="csX14" fmla="*/ 97266 w 135813"/>
              <a:gd name="csY14" fmla="*/ 62881 h 100598"/>
              <a:gd name="csX15" fmla="*/ 84313 w 135813"/>
              <a:gd name="csY15" fmla="*/ 92002 h 100598"/>
              <a:gd name="csX16" fmla="*/ 75512 w 135813"/>
              <a:gd name="csY16" fmla="*/ 98213 h 100598"/>
              <a:gd name="csX17" fmla="*/ 73030 w 135813"/>
              <a:gd name="csY17" fmla="*/ 100598 h 100598"/>
              <a:gd name="csX18" fmla="*/ 76056 w 135813"/>
              <a:gd name="csY18" fmla="*/ 100052 h 100598"/>
              <a:gd name="csX19" fmla="*/ 103979 w 135813"/>
              <a:gd name="csY19" fmla="*/ 80577 h 100598"/>
              <a:gd name="csX20" fmla="*/ 113747 w 135813"/>
              <a:gd name="csY20" fmla="*/ 70202 h 100598"/>
              <a:gd name="csX21" fmla="*/ 127067 w 135813"/>
              <a:gd name="csY21" fmla="*/ 47305 h 100598"/>
              <a:gd name="csX22" fmla="*/ 135364 w 135813"/>
              <a:gd name="csY22" fmla="*/ 3 h 100598"/>
              <a:gd name="csX23" fmla="*/ 135346 w 135813"/>
              <a:gd name="csY23" fmla="*/ 0 h 10059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</a:cxnLst>
            <a:rect l="l" t="t" r="r" b="b"/>
            <a:pathLst>
              <a:path w="135813" h="100598">
                <a:moveTo>
                  <a:pt x="135344" y="0"/>
                </a:moveTo>
                <a:cubicBezTo>
                  <a:pt x="134560" y="0"/>
                  <a:pt x="122618" y="9260"/>
                  <a:pt x="108857" y="20504"/>
                </a:cubicBezTo>
                <a:cubicBezTo>
                  <a:pt x="95117" y="32099"/>
                  <a:pt x="76713" y="48095"/>
                  <a:pt x="68315" y="55894"/>
                </a:cubicBezTo>
                <a:cubicBezTo>
                  <a:pt x="59916" y="63695"/>
                  <a:pt x="52048" y="70375"/>
                  <a:pt x="51091" y="70743"/>
                </a:cubicBezTo>
                <a:cubicBezTo>
                  <a:pt x="51037" y="70757"/>
                  <a:pt x="50979" y="70765"/>
                  <a:pt x="50915" y="70765"/>
                </a:cubicBezTo>
                <a:cubicBezTo>
                  <a:pt x="49603" y="70765"/>
                  <a:pt x="46191" y="67767"/>
                  <a:pt x="43161" y="64107"/>
                </a:cubicBezTo>
                <a:cubicBezTo>
                  <a:pt x="37258" y="57300"/>
                  <a:pt x="25297" y="52324"/>
                  <a:pt x="16122" y="52324"/>
                </a:cubicBezTo>
                <a:cubicBezTo>
                  <a:pt x="14053" y="52324"/>
                  <a:pt x="12125" y="52578"/>
                  <a:pt x="10441" y="53120"/>
                </a:cubicBezTo>
                <a:cubicBezTo>
                  <a:pt x="3849" y="55299"/>
                  <a:pt x="-1275" y="63587"/>
                  <a:pt x="280" y="70140"/>
                </a:cubicBezTo>
                <a:cubicBezTo>
                  <a:pt x="1605" y="75996"/>
                  <a:pt x="10753" y="83604"/>
                  <a:pt x="19058" y="85910"/>
                </a:cubicBezTo>
                <a:cubicBezTo>
                  <a:pt x="21425" y="86567"/>
                  <a:pt x="23716" y="86930"/>
                  <a:pt x="26045" y="86930"/>
                </a:cubicBezTo>
                <a:cubicBezTo>
                  <a:pt x="37732" y="86930"/>
                  <a:pt x="50390" y="77814"/>
                  <a:pt x="78421" y="51103"/>
                </a:cubicBezTo>
                <a:cubicBezTo>
                  <a:pt x="83494" y="46225"/>
                  <a:pt x="88858" y="42402"/>
                  <a:pt x="90323" y="42402"/>
                </a:cubicBezTo>
                <a:cubicBezTo>
                  <a:pt x="90383" y="42402"/>
                  <a:pt x="90436" y="42408"/>
                  <a:pt x="90483" y="42421"/>
                </a:cubicBezTo>
                <a:cubicBezTo>
                  <a:pt x="94438" y="43520"/>
                  <a:pt x="97613" y="52633"/>
                  <a:pt x="97266" y="62881"/>
                </a:cubicBezTo>
                <a:cubicBezTo>
                  <a:pt x="97013" y="75054"/>
                  <a:pt x="91626" y="87278"/>
                  <a:pt x="84313" y="92002"/>
                </a:cubicBezTo>
                <a:cubicBezTo>
                  <a:pt x="81669" y="93801"/>
                  <a:pt x="77648" y="96695"/>
                  <a:pt x="75512" y="98213"/>
                </a:cubicBezTo>
                <a:cubicBezTo>
                  <a:pt x="73122" y="99960"/>
                  <a:pt x="72248" y="100598"/>
                  <a:pt x="73030" y="100598"/>
                </a:cubicBezTo>
                <a:cubicBezTo>
                  <a:pt x="73480" y="100598"/>
                  <a:pt x="74480" y="100386"/>
                  <a:pt x="76056" y="100052"/>
                </a:cubicBezTo>
                <a:cubicBezTo>
                  <a:pt x="86849" y="97350"/>
                  <a:pt x="102258" y="86644"/>
                  <a:pt x="103979" y="80577"/>
                </a:cubicBezTo>
                <a:cubicBezTo>
                  <a:pt x="104478" y="78816"/>
                  <a:pt x="108745" y="74302"/>
                  <a:pt x="113747" y="70202"/>
                </a:cubicBezTo>
                <a:cubicBezTo>
                  <a:pt x="122066" y="63436"/>
                  <a:pt x="122961" y="61785"/>
                  <a:pt x="127067" y="47305"/>
                </a:cubicBezTo>
                <a:cubicBezTo>
                  <a:pt x="132475" y="27486"/>
                  <a:pt x="137341" y="551"/>
                  <a:pt x="135364" y="3"/>
                </a:cubicBezTo>
                <a:cubicBezTo>
                  <a:pt x="135359" y="1"/>
                  <a:pt x="135353" y="0"/>
                  <a:pt x="135346" y="0"/>
                </a:cubicBezTo>
                <a:close/>
              </a:path>
            </a:pathLst>
          </a:custGeom>
          <a:solidFill>
            <a:srgbClr val="000000"/>
          </a:solidFill>
          <a:ln w="7382" cap="flat">
            <a:noFill/>
            <a:prstDash val="solid"/>
            <a:miter/>
          </a:ln>
        </p:spPr>
        <p:txBody>
          <a:bodyPr/>
          <a:lstStyle/>
          <a:p>
            <a:endParaRPr lang="en-AU"/>
          </a:p>
        </p:txBody>
      </p:sp>
      <p:sp>
        <p:nvSpPr>
          <p:cNvPr id="50" name="Freeform: Shape 49">
            <a:extLst>
              <a:ext uri="{FF2B5EF4-FFF2-40B4-BE49-F238E27FC236}">
                <a16:creationId xmlns:a16="http://schemas.microsoft.com/office/drawing/2014/main" id="{77B767C0-F022-0B5B-B0AA-4740CFDBA4F4}"/>
              </a:ext>
            </a:extLst>
          </p:cNvPr>
          <p:cNvSpPr/>
          <p:nvPr/>
        </p:nvSpPr>
        <p:spPr>
          <a:xfrm flipH="1">
            <a:off x="2456003" y="3112276"/>
            <a:ext cx="153955" cy="133225"/>
          </a:xfrm>
          <a:custGeom>
            <a:avLst/>
            <a:gdLst>
              <a:gd name="csX0" fmla="*/ 82183 w 153955"/>
              <a:gd name="csY0" fmla="*/ 0 h 133225"/>
              <a:gd name="csX1" fmla="*/ 73553 w 153955"/>
              <a:gd name="csY1" fmla="*/ 347 h 133225"/>
              <a:gd name="csX2" fmla="*/ 59083 w 153955"/>
              <a:gd name="csY2" fmla="*/ 49101 h 133225"/>
              <a:gd name="csX3" fmla="*/ 44868 w 153955"/>
              <a:gd name="csY3" fmla="*/ 97714 h 133225"/>
              <a:gd name="csX4" fmla="*/ 35377 w 153955"/>
              <a:gd name="csY4" fmla="*/ 95078 h 133225"/>
              <a:gd name="csX5" fmla="*/ 23192 w 153955"/>
              <a:gd name="csY5" fmla="*/ 93136 h 133225"/>
              <a:gd name="csX6" fmla="*/ 687 w 153955"/>
              <a:gd name="csY6" fmla="*/ 109084 h 133225"/>
              <a:gd name="csX7" fmla="*/ 17578 w 153955"/>
              <a:gd name="csY7" fmla="*/ 127677 h 133225"/>
              <a:gd name="csX8" fmla="*/ 38146 w 153955"/>
              <a:gd name="csY8" fmla="*/ 119911 h 133225"/>
              <a:gd name="csX9" fmla="*/ 52819 w 153955"/>
              <a:gd name="csY9" fmla="*/ 84723 h 133225"/>
              <a:gd name="csX10" fmla="*/ 61256 w 153955"/>
              <a:gd name="csY10" fmla="*/ 54981 h 133225"/>
              <a:gd name="csX11" fmla="*/ 81855 w 153955"/>
              <a:gd name="csY11" fmla="*/ 56058 h 133225"/>
              <a:gd name="csX12" fmla="*/ 129778 w 153955"/>
              <a:gd name="csY12" fmla="*/ 84144 h 133225"/>
              <a:gd name="csX13" fmla="*/ 118736 w 153955"/>
              <a:gd name="csY13" fmla="*/ 103291 h 133225"/>
              <a:gd name="csX14" fmla="*/ 105259 w 153955"/>
              <a:gd name="csY14" fmla="*/ 101399 h 133225"/>
              <a:gd name="csX15" fmla="*/ 97124 w 153955"/>
              <a:gd name="csY15" fmla="*/ 100656 h 133225"/>
              <a:gd name="csX16" fmla="*/ 81000 w 153955"/>
              <a:gd name="csY16" fmla="*/ 107960 h 133225"/>
              <a:gd name="csX17" fmla="*/ 77424 w 153955"/>
              <a:gd name="csY17" fmla="*/ 121321 h 133225"/>
              <a:gd name="csX18" fmla="*/ 92486 w 153955"/>
              <a:gd name="csY18" fmla="*/ 132893 h 133225"/>
              <a:gd name="csX19" fmla="*/ 96084 w 153955"/>
              <a:gd name="csY19" fmla="*/ 133225 h 133225"/>
              <a:gd name="csX20" fmla="*/ 117158 w 153955"/>
              <a:gd name="csY20" fmla="*/ 124124 h 133225"/>
              <a:gd name="csX21" fmla="*/ 138083 w 153955"/>
              <a:gd name="csY21" fmla="*/ 62388 h 133225"/>
              <a:gd name="csX22" fmla="*/ 153955 w 153955"/>
              <a:gd name="csY22" fmla="*/ 6425 h 133225"/>
              <a:gd name="csX23" fmla="*/ 147573 w 153955"/>
              <a:gd name="csY23" fmla="*/ 4863 h 133225"/>
              <a:gd name="csX24" fmla="*/ 134969 w 153955"/>
              <a:gd name="csY24" fmla="*/ 3357 h 133225"/>
              <a:gd name="csX25" fmla="*/ 134560 w 153955"/>
              <a:gd name="csY25" fmla="*/ 3360 h 133225"/>
              <a:gd name="csX26" fmla="*/ 133911 w 153955"/>
              <a:gd name="csY26" fmla="*/ 3368 h 133225"/>
              <a:gd name="csX27" fmla="*/ 109443 w 153955"/>
              <a:gd name="csY27" fmla="*/ 1661 h 133225"/>
              <a:gd name="csX28" fmla="*/ 82183 w 153955"/>
              <a:gd name="csY28" fmla="*/ 0 h 13322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</a:cxnLst>
            <a:rect l="l" t="t" r="r" b="b"/>
            <a:pathLst>
              <a:path w="153955" h="133225">
                <a:moveTo>
                  <a:pt x="82183" y="0"/>
                </a:moveTo>
                <a:lnTo>
                  <a:pt x="73553" y="347"/>
                </a:lnTo>
                <a:lnTo>
                  <a:pt x="59083" y="49101"/>
                </a:lnTo>
                <a:lnTo>
                  <a:pt x="44868" y="97714"/>
                </a:lnTo>
                <a:lnTo>
                  <a:pt x="35377" y="95078"/>
                </a:lnTo>
                <a:cubicBezTo>
                  <a:pt x="31048" y="93770"/>
                  <a:pt x="26956" y="93136"/>
                  <a:pt x="23192" y="93136"/>
                </a:cubicBezTo>
                <a:cubicBezTo>
                  <a:pt x="11923" y="93136"/>
                  <a:pt x="3599" y="98817"/>
                  <a:pt x="687" y="109084"/>
                </a:cubicBezTo>
                <a:cubicBezTo>
                  <a:pt x="-2574" y="120581"/>
                  <a:pt x="6226" y="127677"/>
                  <a:pt x="17578" y="127677"/>
                </a:cubicBezTo>
                <a:cubicBezTo>
                  <a:pt x="24195" y="127677"/>
                  <a:pt x="31678" y="125266"/>
                  <a:pt x="38146" y="119911"/>
                </a:cubicBezTo>
                <a:cubicBezTo>
                  <a:pt x="43822" y="114944"/>
                  <a:pt x="44939" y="112509"/>
                  <a:pt x="52819" y="84723"/>
                </a:cubicBezTo>
                <a:lnTo>
                  <a:pt x="61256" y="54981"/>
                </a:lnTo>
                <a:lnTo>
                  <a:pt x="81855" y="56058"/>
                </a:lnTo>
                <a:cubicBezTo>
                  <a:pt x="141454" y="59524"/>
                  <a:pt x="137437" y="57143"/>
                  <a:pt x="129778" y="84144"/>
                </a:cubicBezTo>
                <a:cubicBezTo>
                  <a:pt x="125507" y="99204"/>
                  <a:pt x="125153" y="103291"/>
                  <a:pt x="118736" y="103291"/>
                </a:cubicBezTo>
                <a:cubicBezTo>
                  <a:pt x="115814" y="103291"/>
                  <a:pt x="111636" y="102443"/>
                  <a:pt x="105259" y="101399"/>
                </a:cubicBezTo>
                <a:cubicBezTo>
                  <a:pt x="102146" y="100916"/>
                  <a:pt x="99482" y="100656"/>
                  <a:pt x="97124" y="100656"/>
                </a:cubicBezTo>
                <a:cubicBezTo>
                  <a:pt x="90350" y="100656"/>
                  <a:pt x="86103" y="102801"/>
                  <a:pt x="81000" y="107960"/>
                </a:cubicBezTo>
                <a:cubicBezTo>
                  <a:pt x="75862" y="113288"/>
                  <a:pt x="75751" y="113679"/>
                  <a:pt x="77424" y="121321"/>
                </a:cubicBezTo>
                <a:cubicBezTo>
                  <a:pt x="79238" y="129214"/>
                  <a:pt x="81334" y="130850"/>
                  <a:pt x="92486" y="132893"/>
                </a:cubicBezTo>
                <a:cubicBezTo>
                  <a:pt x="93626" y="133118"/>
                  <a:pt x="94834" y="133225"/>
                  <a:pt x="96084" y="133225"/>
                </a:cubicBezTo>
                <a:cubicBezTo>
                  <a:pt x="103482" y="133225"/>
                  <a:pt x="112357" y="129472"/>
                  <a:pt x="117158" y="124124"/>
                </a:cubicBezTo>
                <a:cubicBezTo>
                  <a:pt x="121536" y="119218"/>
                  <a:pt x="124652" y="109740"/>
                  <a:pt x="138083" y="62388"/>
                </a:cubicBezTo>
                <a:lnTo>
                  <a:pt x="153955" y="6425"/>
                </a:lnTo>
                <a:lnTo>
                  <a:pt x="147573" y="4863"/>
                </a:lnTo>
                <a:cubicBezTo>
                  <a:pt x="144144" y="3910"/>
                  <a:pt x="138623" y="3357"/>
                  <a:pt x="134969" y="3357"/>
                </a:cubicBezTo>
                <a:cubicBezTo>
                  <a:pt x="134830" y="3357"/>
                  <a:pt x="134694" y="3358"/>
                  <a:pt x="134560" y="3360"/>
                </a:cubicBezTo>
                <a:cubicBezTo>
                  <a:pt x="134367" y="3365"/>
                  <a:pt x="134151" y="3368"/>
                  <a:pt x="133911" y="3368"/>
                </a:cubicBezTo>
                <a:cubicBezTo>
                  <a:pt x="129860" y="3368"/>
                  <a:pt x="119250" y="2591"/>
                  <a:pt x="109443" y="1661"/>
                </a:cubicBezTo>
                <a:cubicBezTo>
                  <a:pt x="99254" y="731"/>
                  <a:pt x="86866" y="34"/>
                  <a:pt x="82183" y="0"/>
                </a:cubicBezTo>
                <a:close/>
              </a:path>
            </a:pathLst>
          </a:custGeom>
          <a:solidFill>
            <a:srgbClr val="000000"/>
          </a:solidFill>
          <a:ln w="7382" cap="flat">
            <a:noFill/>
            <a:prstDash val="solid"/>
            <a:miter/>
          </a:ln>
        </p:spPr>
        <p:txBody>
          <a:bodyPr/>
          <a:lstStyle/>
          <a:p>
            <a:endParaRPr lang="en-AU"/>
          </a:p>
        </p:txBody>
      </p:sp>
      <p:sp>
        <p:nvSpPr>
          <p:cNvPr id="51" name="Freeform: Shape 50">
            <a:extLst>
              <a:ext uri="{FF2B5EF4-FFF2-40B4-BE49-F238E27FC236}">
                <a16:creationId xmlns:a16="http://schemas.microsoft.com/office/drawing/2014/main" id="{C76DDBC8-AD16-9FA6-6BCA-D5BEDB3CACB3}"/>
              </a:ext>
            </a:extLst>
          </p:cNvPr>
          <p:cNvSpPr/>
          <p:nvPr/>
        </p:nvSpPr>
        <p:spPr>
          <a:xfrm flipH="1">
            <a:off x="2279659" y="3130263"/>
            <a:ext cx="70910" cy="163898"/>
          </a:xfrm>
          <a:custGeom>
            <a:avLst/>
            <a:gdLst>
              <a:gd name="csX0" fmla="*/ 33619 w 70910"/>
              <a:gd name="csY0" fmla="*/ 0 h 163898"/>
              <a:gd name="csX1" fmla="*/ 30274 w 70910"/>
              <a:gd name="csY1" fmla="*/ 1183 h 163898"/>
              <a:gd name="csX2" fmla="*/ 22824 w 70910"/>
              <a:gd name="csY2" fmla="*/ 48509 h 163898"/>
              <a:gd name="csX3" fmla="*/ 25229 w 70910"/>
              <a:gd name="csY3" fmla="*/ 61843 h 163898"/>
              <a:gd name="csX4" fmla="*/ 15578 w 70910"/>
              <a:gd name="csY4" fmla="*/ 73305 h 163898"/>
              <a:gd name="csX5" fmla="*/ 17834 w 70910"/>
              <a:gd name="csY5" fmla="*/ 145070 h 163898"/>
              <a:gd name="csX6" fmla="*/ 49015 w 70910"/>
              <a:gd name="csY6" fmla="*/ 152463 h 163898"/>
              <a:gd name="csX7" fmla="*/ 56099 w 70910"/>
              <a:gd name="csY7" fmla="*/ 159075 h 163898"/>
              <a:gd name="csX8" fmla="*/ 57935 w 70910"/>
              <a:gd name="csY8" fmla="*/ 163899 h 163898"/>
              <a:gd name="csX9" fmla="*/ 58208 w 70910"/>
              <a:gd name="csY9" fmla="*/ 163671 h 163898"/>
              <a:gd name="csX10" fmla="*/ 57018 w 70910"/>
              <a:gd name="csY10" fmla="*/ 156586 h 163898"/>
              <a:gd name="csX11" fmla="*/ 61448 w 70910"/>
              <a:gd name="csY11" fmla="*/ 144728 h 163898"/>
              <a:gd name="csX12" fmla="*/ 70453 w 70910"/>
              <a:gd name="csY12" fmla="*/ 115989 h 163898"/>
              <a:gd name="csX13" fmla="*/ 49114 w 70910"/>
              <a:gd name="csY13" fmla="*/ 95707 h 163898"/>
              <a:gd name="csX14" fmla="*/ 35293 w 70910"/>
              <a:gd name="csY14" fmla="*/ 84270 h 163898"/>
              <a:gd name="csX15" fmla="*/ 38348 w 70910"/>
              <a:gd name="csY15" fmla="*/ 68231 h 163898"/>
              <a:gd name="csX16" fmla="*/ 49157 w 70910"/>
              <a:gd name="csY16" fmla="*/ 27116 h 163898"/>
              <a:gd name="csX17" fmla="*/ 33618 w 70910"/>
              <a:gd name="csY17" fmla="*/ 0 h 16389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</a:cxnLst>
            <a:rect l="l" t="t" r="r" b="b"/>
            <a:pathLst>
              <a:path w="70910" h="163898">
                <a:moveTo>
                  <a:pt x="33619" y="0"/>
                </a:moveTo>
                <a:cubicBezTo>
                  <a:pt x="32491" y="0"/>
                  <a:pt x="31370" y="386"/>
                  <a:pt x="30274" y="1183"/>
                </a:cubicBezTo>
                <a:cubicBezTo>
                  <a:pt x="21727" y="7254"/>
                  <a:pt x="18994" y="25914"/>
                  <a:pt x="22824" y="48509"/>
                </a:cubicBezTo>
                <a:lnTo>
                  <a:pt x="25229" y="61843"/>
                </a:lnTo>
                <a:lnTo>
                  <a:pt x="15578" y="73305"/>
                </a:lnTo>
                <a:cubicBezTo>
                  <a:pt x="-5941" y="98780"/>
                  <a:pt x="-5144" y="129821"/>
                  <a:pt x="17834" y="145070"/>
                </a:cubicBezTo>
                <a:cubicBezTo>
                  <a:pt x="23892" y="149284"/>
                  <a:pt x="35923" y="151993"/>
                  <a:pt x="49015" y="152463"/>
                </a:cubicBezTo>
                <a:cubicBezTo>
                  <a:pt x="53643" y="152692"/>
                  <a:pt x="54805" y="153860"/>
                  <a:pt x="56099" y="159075"/>
                </a:cubicBezTo>
                <a:cubicBezTo>
                  <a:pt x="56677" y="162049"/>
                  <a:pt x="57426" y="163899"/>
                  <a:pt x="57935" y="163899"/>
                </a:cubicBezTo>
                <a:cubicBezTo>
                  <a:pt x="58037" y="163899"/>
                  <a:pt x="58129" y="163825"/>
                  <a:pt x="58208" y="163671"/>
                </a:cubicBezTo>
                <a:cubicBezTo>
                  <a:pt x="58542" y="162497"/>
                  <a:pt x="57934" y="159372"/>
                  <a:pt x="57018" y="156586"/>
                </a:cubicBezTo>
                <a:cubicBezTo>
                  <a:pt x="55360" y="151903"/>
                  <a:pt x="55692" y="150729"/>
                  <a:pt x="61448" y="144728"/>
                </a:cubicBezTo>
                <a:cubicBezTo>
                  <a:pt x="68913" y="136458"/>
                  <a:pt x="72194" y="126394"/>
                  <a:pt x="70453" y="115989"/>
                </a:cubicBezTo>
                <a:cubicBezTo>
                  <a:pt x="68481" y="104886"/>
                  <a:pt x="62757" y="99497"/>
                  <a:pt x="49114" y="95707"/>
                </a:cubicBezTo>
                <a:cubicBezTo>
                  <a:pt x="37843" y="92577"/>
                  <a:pt x="37306" y="92216"/>
                  <a:pt x="35293" y="84270"/>
                </a:cubicBezTo>
                <a:cubicBezTo>
                  <a:pt x="33225" y="76518"/>
                  <a:pt x="33502" y="75540"/>
                  <a:pt x="38348" y="68231"/>
                </a:cubicBezTo>
                <a:cubicBezTo>
                  <a:pt x="45942" y="57252"/>
                  <a:pt x="51319" y="36793"/>
                  <a:pt x="49157" y="27116"/>
                </a:cubicBezTo>
                <a:cubicBezTo>
                  <a:pt x="45394" y="10170"/>
                  <a:pt x="39409" y="0"/>
                  <a:pt x="33618" y="0"/>
                </a:cubicBezTo>
                <a:close/>
              </a:path>
            </a:pathLst>
          </a:custGeom>
          <a:solidFill>
            <a:srgbClr val="000000"/>
          </a:solidFill>
          <a:ln w="7382" cap="flat">
            <a:noFill/>
            <a:prstDash val="solid"/>
            <a:miter/>
          </a:ln>
        </p:spPr>
        <p:txBody>
          <a:bodyPr/>
          <a:lstStyle/>
          <a:p>
            <a:endParaRPr lang="en-AU"/>
          </a:p>
        </p:txBody>
      </p:sp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AE0C5E58-7B92-97F7-E4B8-278438C04F2C}"/>
              </a:ext>
            </a:extLst>
          </p:cNvPr>
          <p:cNvSpPr/>
          <p:nvPr/>
        </p:nvSpPr>
        <p:spPr>
          <a:xfrm flipH="1">
            <a:off x="6806319" y="1766657"/>
            <a:ext cx="191974" cy="143016"/>
          </a:xfrm>
          <a:custGeom>
            <a:avLst/>
            <a:gdLst>
              <a:gd name="csX0" fmla="*/ 190549 w 191974"/>
              <a:gd name="csY0" fmla="*/ 0 h 143016"/>
              <a:gd name="csX1" fmla="*/ 164060 w 191974"/>
              <a:gd name="csY1" fmla="*/ 19119 h 143016"/>
              <a:gd name="csX2" fmla="*/ 129224 w 191974"/>
              <a:gd name="csY2" fmla="*/ 50185 h 143016"/>
              <a:gd name="csX3" fmla="*/ 69167 w 191974"/>
              <a:gd name="csY3" fmla="*/ 98933 h 143016"/>
              <a:gd name="csX4" fmla="*/ 69109 w 191974"/>
              <a:gd name="csY4" fmla="*/ 98926 h 143016"/>
              <a:gd name="csX5" fmla="*/ 61481 w 191974"/>
              <a:gd name="csY5" fmla="*/ 90474 h 143016"/>
              <a:gd name="csX6" fmla="*/ 26779 w 191974"/>
              <a:gd name="csY6" fmla="*/ 72181 h 143016"/>
              <a:gd name="csX7" fmla="*/ 26778 w 191974"/>
              <a:gd name="csY7" fmla="*/ 72181 h 143016"/>
              <a:gd name="csX8" fmla="*/ 26179 w 191974"/>
              <a:gd name="csY8" fmla="*/ 72178 h 143016"/>
              <a:gd name="csX9" fmla="*/ 3640 w 191974"/>
              <a:gd name="csY9" fmla="*/ 83064 h 143016"/>
              <a:gd name="csX10" fmla="*/ 577 w 191974"/>
              <a:gd name="csY10" fmla="*/ 97624 h 143016"/>
              <a:gd name="csX11" fmla="*/ 27206 w 191974"/>
              <a:gd name="csY11" fmla="*/ 121062 h 143016"/>
              <a:gd name="csX12" fmla="*/ 40569 w 191974"/>
              <a:gd name="csY12" fmla="*/ 123067 h 143016"/>
              <a:gd name="csX13" fmla="*/ 63340 w 191974"/>
              <a:gd name="csY13" fmla="*/ 114001 h 143016"/>
              <a:gd name="csX14" fmla="*/ 83794 w 191974"/>
              <a:gd name="csY14" fmla="*/ 96038 h 143016"/>
              <a:gd name="csX15" fmla="*/ 110152 w 191974"/>
              <a:gd name="csY15" fmla="*/ 73807 h 143016"/>
              <a:gd name="csX16" fmla="*/ 125926 w 191974"/>
              <a:gd name="csY16" fmla="*/ 62567 h 143016"/>
              <a:gd name="csX17" fmla="*/ 126434 w 191974"/>
              <a:gd name="csY17" fmla="*/ 62540 h 143016"/>
              <a:gd name="csX18" fmla="*/ 135938 w 191974"/>
              <a:gd name="csY18" fmla="*/ 79914 h 143016"/>
              <a:gd name="csX19" fmla="*/ 106987 w 191974"/>
              <a:gd name="csY19" fmla="*/ 138366 h 143016"/>
              <a:gd name="csX20" fmla="*/ 103963 w 191974"/>
              <a:gd name="csY20" fmla="*/ 143014 h 143016"/>
              <a:gd name="csX21" fmla="*/ 104184 w 191974"/>
              <a:gd name="csY21" fmla="*/ 143017 h 143016"/>
              <a:gd name="csX22" fmla="*/ 144612 w 191974"/>
              <a:gd name="csY22" fmla="*/ 112509 h 143016"/>
              <a:gd name="csX23" fmla="*/ 155758 w 191974"/>
              <a:gd name="csY23" fmla="*/ 101040 h 143016"/>
              <a:gd name="csX24" fmla="*/ 184664 w 191974"/>
              <a:gd name="csY24" fmla="*/ 38986 h 143016"/>
              <a:gd name="csX25" fmla="*/ 189881 w 191974"/>
              <a:gd name="csY25" fmla="*/ 8560 h 143016"/>
              <a:gd name="csX26" fmla="*/ 190590 w 191974"/>
              <a:gd name="csY26" fmla="*/ 0 h 1430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</a:cxnLst>
            <a:rect l="l" t="t" r="r" b="b"/>
            <a:pathLst>
              <a:path w="191974" h="143016">
                <a:moveTo>
                  <a:pt x="190549" y="0"/>
                </a:moveTo>
                <a:cubicBezTo>
                  <a:pt x="187409" y="27"/>
                  <a:pt x="178965" y="6243"/>
                  <a:pt x="164060" y="19119"/>
                </a:cubicBezTo>
                <a:cubicBezTo>
                  <a:pt x="151221" y="30541"/>
                  <a:pt x="135573" y="44348"/>
                  <a:pt x="129224" y="50185"/>
                </a:cubicBezTo>
                <a:cubicBezTo>
                  <a:pt x="111344" y="66987"/>
                  <a:pt x="71760" y="98933"/>
                  <a:pt x="69167" y="98933"/>
                </a:cubicBezTo>
                <a:cubicBezTo>
                  <a:pt x="69145" y="98933"/>
                  <a:pt x="69126" y="98931"/>
                  <a:pt x="69109" y="98926"/>
                </a:cubicBezTo>
                <a:cubicBezTo>
                  <a:pt x="68120" y="98652"/>
                  <a:pt x="64745" y="94758"/>
                  <a:pt x="61481" y="90474"/>
                </a:cubicBezTo>
                <a:cubicBezTo>
                  <a:pt x="54154" y="80208"/>
                  <a:pt x="38938" y="72181"/>
                  <a:pt x="26779" y="72181"/>
                </a:cubicBezTo>
                <a:lnTo>
                  <a:pt x="26778" y="72181"/>
                </a:lnTo>
                <a:cubicBezTo>
                  <a:pt x="26577" y="72179"/>
                  <a:pt x="26377" y="72178"/>
                  <a:pt x="26179" y="72178"/>
                </a:cubicBezTo>
                <a:cubicBezTo>
                  <a:pt x="15485" y="72178"/>
                  <a:pt x="9198" y="75282"/>
                  <a:pt x="3640" y="83064"/>
                </a:cubicBezTo>
                <a:cubicBezTo>
                  <a:pt x="-256" y="88526"/>
                  <a:pt x="-557" y="90342"/>
                  <a:pt x="577" y="97624"/>
                </a:cubicBezTo>
                <a:cubicBezTo>
                  <a:pt x="2492" y="108921"/>
                  <a:pt x="11387" y="116668"/>
                  <a:pt x="27206" y="121062"/>
                </a:cubicBezTo>
                <a:cubicBezTo>
                  <a:pt x="32016" y="122398"/>
                  <a:pt x="36446" y="123067"/>
                  <a:pt x="40569" y="123067"/>
                </a:cubicBezTo>
                <a:cubicBezTo>
                  <a:pt x="49328" y="123067"/>
                  <a:pt x="56694" y="120048"/>
                  <a:pt x="63340" y="114001"/>
                </a:cubicBezTo>
                <a:cubicBezTo>
                  <a:pt x="67132" y="110409"/>
                  <a:pt x="76432" y="102438"/>
                  <a:pt x="83794" y="96038"/>
                </a:cubicBezTo>
                <a:cubicBezTo>
                  <a:pt x="91353" y="89694"/>
                  <a:pt x="103154" y="79674"/>
                  <a:pt x="110152" y="73807"/>
                </a:cubicBezTo>
                <a:cubicBezTo>
                  <a:pt x="117204" y="67744"/>
                  <a:pt x="124177" y="62715"/>
                  <a:pt x="125926" y="62567"/>
                </a:cubicBezTo>
                <a:cubicBezTo>
                  <a:pt x="126097" y="62549"/>
                  <a:pt x="126267" y="62540"/>
                  <a:pt x="126434" y="62540"/>
                </a:cubicBezTo>
                <a:cubicBezTo>
                  <a:pt x="130567" y="62540"/>
                  <a:pt x="133551" y="68092"/>
                  <a:pt x="135938" y="79914"/>
                </a:cubicBezTo>
                <a:cubicBezTo>
                  <a:pt x="140212" y="100943"/>
                  <a:pt x="127413" y="126519"/>
                  <a:pt x="106987" y="138366"/>
                </a:cubicBezTo>
                <a:cubicBezTo>
                  <a:pt x="99841" y="142503"/>
                  <a:pt x="99532" y="142840"/>
                  <a:pt x="103963" y="143014"/>
                </a:cubicBezTo>
                <a:cubicBezTo>
                  <a:pt x="104036" y="143016"/>
                  <a:pt x="104110" y="143017"/>
                  <a:pt x="104184" y="143017"/>
                </a:cubicBezTo>
                <a:cubicBezTo>
                  <a:pt x="114837" y="143017"/>
                  <a:pt x="133901" y="128611"/>
                  <a:pt x="144612" y="112509"/>
                </a:cubicBezTo>
                <a:cubicBezTo>
                  <a:pt x="147217" y="108589"/>
                  <a:pt x="152299" y="103456"/>
                  <a:pt x="155758" y="101040"/>
                </a:cubicBezTo>
                <a:cubicBezTo>
                  <a:pt x="175021" y="88025"/>
                  <a:pt x="182254" y="72302"/>
                  <a:pt x="184664" y="38986"/>
                </a:cubicBezTo>
                <a:cubicBezTo>
                  <a:pt x="185670" y="24911"/>
                  <a:pt x="187647" y="13428"/>
                  <a:pt x="189881" y="8560"/>
                </a:cubicBezTo>
                <a:cubicBezTo>
                  <a:pt x="192343" y="2922"/>
                  <a:pt x="192702" y="19"/>
                  <a:pt x="190590" y="0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7382" cap="flat">
            <a:noFill/>
            <a:prstDash val="solid"/>
            <a:miter/>
          </a:ln>
        </p:spPr>
        <p:txBody>
          <a:bodyPr/>
          <a:lstStyle/>
          <a:p>
            <a:endParaRPr lang="en-AU"/>
          </a:p>
        </p:txBody>
      </p:sp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996A7D37-1E92-907E-EBBD-2E5760234238}"/>
              </a:ext>
            </a:extLst>
          </p:cNvPr>
          <p:cNvSpPr/>
          <p:nvPr/>
        </p:nvSpPr>
        <p:spPr>
          <a:xfrm flipH="1">
            <a:off x="2015308" y="3173100"/>
            <a:ext cx="185803" cy="144360"/>
          </a:xfrm>
          <a:custGeom>
            <a:avLst/>
            <a:gdLst>
              <a:gd name="csX0" fmla="*/ 109097 w 185803"/>
              <a:gd name="csY0" fmla="*/ 0 h 144360"/>
              <a:gd name="csX1" fmla="*/ 81001 w 185803"/>
              <a:gd name="csY1" fmla="*/ 6193 h 144360"/>
              <a:gd name="csX2" fmla="*/ 62684 w 185803"/>
              <a:gd name="csY2" fmla="*/ 10606 h 144360"/>
              <a:gd name="csX3" fmla="*/ 20094 w 185803"/>
              <a:gd name="csY3" fmla="*/ 30652 h 144360"/>
              <a:gd name="csX4" fmla="*/ 21179 w 185803"/>
              <a:gd name="csY4" fmla="*/ 31337 h 144360"/>
              <a:gd name="csX5" fmla="*/ 28775 w 185803"/>
              <a:gd name="csY5" fmla="*/ 28629 h 144360"/>
              <a:gd name="csX6" fmla="*/ 49537 w 185803"/>
              <a:gd name="csY6" fmla="*/ 22364 h 144360"/>
              <a:gd name="csX7" fmla="*/ 59008 w 185803"/>
              <a:gd name="csY7" fmla="*/ 21382 h 144360"/>
              <a:gd name="csX8" fmla="*/ 73442 w 185803"/>
              <a:gd name="csY8" fmla="*/ 24570 h 144360"/>
              <a:gd name="csX9" fmla="*/ 100089 w 185803"/>
              <a:gd name="csY9" fmla="*/ 45692 h 144360"/>
              <a:gd name="csX10" fmla="*/ 86347 w 185803"/>
              <a:gd name="csY10" fmla="*/ 57285 h 144360"/>
              <a:gd name="csX11" fmla="*/ 2025 w 185803"/>
              <a:gd name="csY11" fmla="*/ 105635 h 144360"/>
              <a:gd name="csX12" fmla="*/ 18141 w 185803"/>
              <a:gd name="csY12" fmla="*/ 142830 h 144360"/>
              <a:gd name="csX13" fmla="*/ 26246 w 185803"/>
              <a:gd name="csY13" fmla="*/ 144361 h 144360"/>
              <a:gd name="csX14" fmla="*/ 34185 w 185803"/>
              <a:gd name="csY14" fmla="*/ 141165 h 144360"/>
              <a:gd name="csX15" fmla="*/ 45076 w 185803"/>
              <a:gd name="csY15" fmla="*/ 93740 h 144360"/>
              <a:gd name="csX16" fmla="*/ 42840 w 185803"/>
              <a:gd name="csY16" fmla="*/ 79820 h 144360"/>
              <a:gd name="csX17" fmla="*/ 62463 w 185803"/>
              <a:gd name="csY17" fmla="*/ 71549 h 144360"/>
              <a:gd name="csX18" fmla="*/ 132895 w 185803"/>
              <a:gd name="csY18" fmla="*/ 45094 h 144360"/>
              <a:gd name="csX19" fmla="*/ 155343 w 185803"/>
              <a:gd name="csY19" fmla="*/ 37396 h 144360"/>
              <a:gd name="csX20" fmla="*/ 176824 w 185803"/>
              <a:gd name="csY20" fmla="*/ 21831 h 144360"/>
              <a:gd name="csX21" fmla="*/ 148199 w 185803"/>
              <a:gd name="csY21" fmla="*/ 12193 h 144360"/>
              <a:gd name="csX22" fmla="*/ 110479 w 185803"/>
              <a:gd name="csY22" fmla="*/ 28 h 144360"/>
              <a:gd name="csX23" fmla="*/ 109094 w 185803"/>
              <a:gd name="csY23" fmla="*/ 1 h 14436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</a:cxnLst>
            <a:rect l="l" t="t" r="r" b="b"/>
            <a:pathLst>
              <a:path w="185803" h="144360">
                <a:moveTo>
                  <a:pt x="109097" y="0"/>
                </a:moveTo>
                <a:cubicBezTo>
                  <a:pt x="101146" y="0"/>
                  <a:pt x="90091" y="2542"/>
                  <a:pt x="81001" y="6193"/>
                </a:cubicBezTo>
                <a:cubicBezTo>
                  <a:pt x="75652" y="8508"/>
                  <a:pt x="67423" y="10444"/>
                  <a:pt x="62684" y="10606"/>
                </a:cubicBezTo>
                <a:cubicBezTo>
                  <a:pt x="46719" y="11237"/>
                  <a:pt x="19838" y="24035"/>
                  <a:pt x="20094" y="30652"/>
                </a:cubicBezTo>
                <a:cubicBezTo>
                  <a:pt x="20096" y="31120"/>
                  <a:pt x="20491" y="31337"/>
                  <a:pt x="21179" y="31337"/>
                </a:cubicBezTo>
                <a:cubicBezTo>
                  <a:pt x="22665" y="31337"/>
                  <a:pt x="25524" y="30323"/>
                  <a:pt x="28775" y="28629"/>
                </a:cubicBezTo>
                <a:cubicBezTo>
                  <a:pt x="33531" y="26150"/>
                  <a:pt x="42883" y="23260"/>
                  <a:pt x="49537" y="22364"/>
                </a:cubicBezTo>
                <a:cubicBezTo>
                  <a:pt x="53376" y="21739"/>
                  <a:pt x="56301" y="21382"/>
                  <a:pt x="59008" y="21382"/>
                </a:cubicBezTo>
                <a:cubicBezTo>
                  <a:pt x="63399" y="21382"/>
                  <a:pt x="67219" y="22320"/>
                  <a:pt x="73442" y="24570"/>
                </a:cubicBezTo>
                <a:cubicBezTo>
                  <a:pt x="86160" y="29369"/>
                  <a:pt x="99610" y="39859"/>
                  <a:pt x="100089" y="45692"/>
                </a:cubicBezTo>
                <a:cubicBezTo>
                  <a:pt x="100505" y="50240"/>
                  <a:pt x="96516" y="53776"/>
                  <a:pt x="86347" y="57285"/>
                </a:cubicBezTo>
                <a:cubicBezTo>
                  <a:pt x="10275" y="84073"/>
                  <a:pt x="7686" y="85676"/>
                  <a:pt x="2025" y="105635"/>
                </a:cubicBezTo>
                <a:cubicBezTo>
                  <a:pt x="-3469" y="125008"/>
                  <a:pt x="2321" y="138438"/>
                  <a:pt x="18141" y="142830"/>
                </a:cubicBezTo>
                <a:cubicBezTo>
                  <a:pt x="21728" y="143827"/>
                  <a:pt x="24193" y="144361"/>
                  <a:pt x="26246" y="144361"/>
                </a:cubicBezTo>
                <a:cubicBezTo>
                  <a:pt x="29058" y="144361"/>
                  <a:pt x="31096" y="143357"/>
                  <a:pt x="34185" y="141165"/>
                </a:cubicBezTo>
                <a:cubicBezTo>
                  <a:pt x="46753" y="132200"/>
                  <a:pt x="51259" y="112554"/>
                  <a:pt x="45076" y="93740"/>
                </a:cubicBezTo>
                <a:cubicBezTo>
                  <a:pt x="42874" y="87217"/>
                  <a:pt x="41857" y="81025"/>
                  <a:pt x="42840" y="79820"/>
                </a:cubicBezTo>
                <a:cubicBezTo>
                  <a:pt x="43567" y="78756"/>
                  <a:pt x="52549" y="74918"/>
                  <a:pt x="62463" y="71549"/>
                </a:cubicBezTo>
                <a:cubicBezTo>
                  <a:pt x="81643" y="64845"/>
                  <a:pt x="130617" y="46361"/>
                  <a:pt x="132895" y="45094"/>
                </a:cubicBezTo>
                <a:cubicBezTo>
                  <a:pt x="133655" y="44671"/>
                  <a:pt x="143626" y="41108"/>
                  <a:pt x="155343" y="37396"/>
                </a:cubicBezTo>
                <a:cubicBezTo>
                  <a:pt x="189201" y="26325"/>
                  <a:pt x="192407" y="24048"/>
                  <a:pt x="176824" y="21831"/>
                </a:cubicBezTo>
                <a:cubicBezTo>
                  <a:pt x="171856" y="21296"/>
                  <a:pt x="158829" y="16833"/>
                  <a:pt x="148199" y="12193"/>
                </a:cubicBezTo>
                <a:cubicBezTo>
                  <a:pt x="128666" y="3601"/>
                  <a:pt x="118295" y="298"/>
                  <a:pt x="110479" y="28"/>
                </a:cubicBezTo>
                <a:cubicBezTo>
                  <a:pt x="110029" y="10"/>
                  <a:pt x="109567" y="1"/>
                  <a:pt x="109094" y="1"/>
                </a:cubicBezTo>
                <a:close/>
              </a:path>
            </a:pathLst>
          </a:custGeom>
          <a:solidFill>
            <a:srgbClr val="000000"/>
          </a:solidFill>
          <a:ln w="7382" cap="flat">
            <a:noFill/>
            <a:prstDash val="solid"/>
            <a:miter/>
          </a:ln>
        </p:spPr>
        <p:txBody>
          <a:bodyPr/>
          <a:lstStyle/>
          <a:p>
            <a:endParaRPr lang="en-AU"/>
          </a:p>
        </p:txBody>
      </p:sp>
      <p:sp>
        <p:nvSpPr>
          <p:cNvPr id="54" name="Freeform: Shape 53">
            <a:extLst>
              <a:ext uri="{FF2B5EF4-FFF2-40B4-BE49-F238E27FC236}">
                <a16:creationId xmlns:a16="http://schemas.microsoft.com/office/drawing/2014/main" id="{3D2175CF-7593-9BB6-D7AF-505168DDE2A0}"/>
              </a:ext>
            </a:extLst>
          </p:cNvPr>
          <p:cNvSpPr/>
          <p:nvPr/>
        </p:nvSpPr>
        <p:spPr>
          <a:xfrm flipH="1">
            <a:off x="3252826" y="1509525"/>
            <a:ext cx="263783" cy="229817"/>
          </a:xfrm>
          <a:custGeom>
            <a:avLst/>
            <a:gdLst>
              <a:gd name="csX0" fmla="*/ 125239 w 263783"/>
              <a:gd name="csY0" fmla="*/ 1 h 229817"/>
              <a:gd name="csX1" fmla="*/ 100866 w 263783"/>
              <a:gd name="csY1" fmla="*/ 84422 h 229817"/>
              <a:gd name="csX2" fmla="*/ 76353 w 263783"/>
              <a:gd name="csY2" fmla="*/ 168594 h 229817"/>
              <a:gd name="csX3" fmla="*/ 62480 w 263783"/>
              <a:gd name="csY3" fmla="*/ 164108 h 229817"/>
              <a:gd name="csX4" fmla="*/ 44202 w 263783"/>
              <a:gd name="csY4" fmla="*/ 160428 h 229817"/>
              <a:gd name="csX5" fmla="*/ 37159 w 263783"/>
              <a:gd name="csY5" fmla="*/ 160874 h 229817"/>
              <a:gd name="csX6" fmla="*/ 2021 w 263783"/>
              <a:gd name="csY6" fmla="*/ 181722 h 229817"/>
              <a:gd name="csX7" fmla="*/ 8047 w 263783"/>
              <a:gd name="csY7" fmla="*/ 209360 h 229817"/>
              <a:gd name="csX8" fmla="*/ 30990 w 263783"/>
              <a:gd name="csY8" fmla="*/ 218826 h 229817"/>
              <a:gd name="csX9" fmla="*/ 54245 w 263783"/>
              <a:gd name="csY9" fmla="*/ 212693 h 229817"/>
              <a:gd name="csX10" fmla="*/ 90100 w 263783"/>
              <a:gd name="csY10" fmla="*/ 146448 h 229817"/>
              <a:gd name="csX11" fmla="*/ 107100 w 263783"/>
              <a:gd name="csY11" fmla="*/ 96287 h 229817"/>
              <a:gd name="csX12" fmla="*/ 112182 w 263783"/>
              <a:gd name="csY12" fmla="*/ 95524 h 229817"/>
              <a:gd name="csX13" fmla="*/ 175164 w 263783"/>
              <a:gd name="csY13" fmla="*/ 99992 h 229817"/>
              <a:gd name="csX14" fmla="*/ 223457 w 263783"/>
              <a:gd name="csY14" fmla="*/ 104961 h 229817"/>
              <a:gd name="csX15" fmla="*/ 229390 w 263783"/>
              <a:gd name="csY15" fmla="*/ 106609 h 229817"/>
              <a:gd name="csX16" fmla="*/ 218338 w 263783"/>
              <a:gd name="csY16" fmla="*/ 144069 h 229817"/>
              <a:gd name="csX17" fmla="*/ 204931 w 263783"/>
              <a:gd name="csY17" fmla="*/ 180246 h 229817"/>
              <a:gd name="csX18" fmla="*/ 204289 w 263783"/>
              <a:gd name="csY18" fmla="*/ 180063 h 229817"/>
              <a:gd name="csX19" fmla="*/ 190552 w 263783"/>
              <a:gd name="csY19" fmla="*/ 174348 h 229817"/>
              <a:gd name="csX20" fmla="*/ 175038 w 263783"/>
              <a:gd name="csY20" fmla="*/ 171794 h 229817"/>
              <a:gd name="csX21" fmla="*/ 132518 w 263783"/>
              <a:gd name="csY21" fmla="*/ 197703 h 229817"/>
              <a:gd name="csX22" fmla="*/ 152497 w 263783"/>
              <a:gd name="csY22" fmla="*/ 228794 h 229817"/>
              <a:gd name="csX23" fmla="*/ 161347 w 263783"/>
              <a:gd name="csY23" fmla="*/ 229818 h 229817"/>
              <a:gd name="csX24" fmla="*/ 192271 w 263783"/>
              <a:gd name="csY24" fmla="*/ 221686 h 229817"/>
              <a:gd name="csX25" fmla="*/ 237459 w 263783"/>
              <a:gd name="csY25" fmla="*/ 106739 h 229817"/>
              <a:gd name="csX26" fmla="*/ 263784 w 263783"/>
              <a:gd name="csY26" fmla="*/ 11672 h 229817"/>
              <a:gd name="csX27" fmla="*/ 258018 w 263783"/>
              <a:gd name="csY27" fmla="*/ 9437 h 229817"/>
              <a:gd name="csX28" fmla="*/ 251516 w 263783"/>
              <a:gd name="csY28" fmla="*/ 7727 h 229817"/>
              <a:gd name="csX29" fmla="*/ 250788 w 263783"/>
              <a:gd name="csY29" fmla="*/ 7851 h 229817"/>
              <a:gd name="csX30" fmla="*/ 249373 w 263783"/>
              <a:gd name="csY30" fmla="*/ 7928 h 229817"/>
              <a:gd name="csX31" fmla="*/ 141495 w 263783"/>
              <a:gd name="csY31" fmla="*/ 1350 h 229817"/>
              <a:gd name="csX32" fmla="*/ 125239 w 263783"/>
              <a:gd name="csY32" fmla="*/ 0 h 22981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</a:cxnLst>
            <a:rect l="l" t="t" r="r" b="b"/>
            <a:pathLst>
              <a:path w="263783" h="229817">
                <a:moveTo>
                  <a:pt x="125239" y="1"/>
                </a:moveTo>
                <a:lnTo>
                  <a:pt x="100866" y="84422"/>
                </a:lnTo>
                <a:lnTo>
                  <a:pt x="76353" y="168594"/>
                </a:lnTo>
                <a:lnTo>
                  <a:pt x="62480" y="164108"/>
                </a:lnTo>
                <a:cubicBezTo>
                  <a:pt x="54636" y="161473"/>
                  <a:pt x="49761" y="160428"/>
                  <a:pt x="44202" y="160428"/>
                </a:cubicBezTo>
                <a:cubicBezTo>
                  <a:pt x="42031" y="160428"/>
                  <a:pt x="39756" y="160587"/>
                  <a:pt x="37159" y="160874"/>
                </a:cubicBezTo>
                <a:cubicBezTo>
                  <a:pt x="23598" y="162807"/>
                  <a:pt x="6464" y="172826"/>
                  <a:pt x="2021" y="181722"/>
                </a:cubicBezTo>
                <a:cubicBezTo>
                  <a:pt x="-2115" y="190284"/>
                  <a:pt x="196" y="201691"/>
                  <a:pt x="8047" y="209360"/>
                </a:cubicBezTo>
                <a:cubicBezTo>
                  <a:pt x="14303" y="215663"/>
                  <a:pt x="22106" y="218826"/>
                  <a:pt x="30990" y="218826"/>
                </a:cubicBezTo>
                <a:cubicBezTo>
                  <a:pt x="38126" y="218826"/>
                  <a:pt x="45958" y="216785"/>
                  <a:pt x="54245" y="212693"/>
                </a:cubicBezTo>
                <a:cubicBezTo>
                  <a:pt x="73807" y="203139"/>
                  <a:pt x="74283" y="202215"/>
                  <a:pt x="90100" y="146448"/>
                </a:cubicBezTo>
                <a:cubicBezTo>
                  <a:pt x="100534" y="109661"/>
                  <a:pt x="104679" y="97302"/>
                  <a:pt x="107100" y="96287"/>
                </a:cubicBezTo>
                <a:cubicBezTo>
                  <a:pt x="108147" y="95813"/>
                  <a:pt x="109119" y="95524"/>
                  <a:pt x="112182" y="95524"/>
                </a:cubicBezTo>
                <a:cubicBezTo>
                  <a:pt x="118417" y="95524"/>
                  <a:pt x="133317" y="96722"/>
                  <a:pt x="175164" y="99992"/>
                </a:cubicBezTo>
                <a:cubicBezTo>
                  <a:pt x="198334" y="101784"/>
                  <a:pt x="220096" y="104028"/>
                  <a:pt x="223457" y="104961"/>
                </a:cubicBezTo>
                <a:lnTo>
                  <a:pt x="229390" y="106609"/>
                </a:lnTo>
                <a:lnTo>
                  <a:pt x="218338" y="144069"/>
                </a:lnTo>
                <a:cubicBezTo>
                  <a:pt x="209415" y="173478"/>
                  <a:pt x="207089" y="180246"/>
                  <a:pt x="204931" y="180246"/>
                </a:cubicBezTo>
                <a:cubicBezTo>
                  <a:pt x="204718" y="180246"/>
                  <a:pt x="204506" y="180180"/>
                  <a:pt x="204289" y="180063"/>
                </a:cubicBezTo>
                <a:cubicBezTo>
                  <a:pt x="202874" y="179037"/>
                  <a:pt x="196570" y="176442"/>
                  <a:pt x="190552" y="174348"/>
                </a:cubicBezTo>
                <a:cubicBezTo>
                  <a:pt x="185591" y="172604"/>
                  <a:pt x="180315" y="171794"/>
                  <a:pt x="175038" y="171794"/>
                </a:cubicBezTo>
                <a:cubicBezTo>
                  <a:pt x="155963" y="171794"/>
                  <a:pt x="136865" y="182377"/>
                  <a:pt x="132518" y="197703"/>
                </a:cubicBezTo>
                <a:cubicBezTo>
                  <a:pt x="128632" y="211401"/>
                  <a:pt x="137073" y="224510"/>
                  <a:pt x="152497" y="228794"/>
                </a:cubicBezTo>
                <a:cubicBezTo>
                  <a:pt x="155007" y="229491"/>
                  <a:pt x="158042" y="229818"/>
                  <a:pt x="161347" y="229818"/>
                </a:cubicBezTo>
                <a:cubicBezTo>
                  <a:pt x="171580" y="229818"/>
                  <a:pt x="184403" y="226682"/>
                  <a:pt x="192271" y="221686"/>
                </a:cubicBezTo>
                <a:cubicBezTo>
                  <a:pt x="208051" y="211926"/>
                  <a:pt x="208162" y="211535"/>
                  <a:pt x="237459" y="106739"/>
                </a:cubicBezTo>
                <a:lnTo>
                  <a:pt x="263784" y="11672"/>
                </a:lnTo>
                <a:lnTo>
                  <a:pt x="258018" y="9437"/>
                </a:lnTo>
                <a:cubicBezTo>
                  <a:pt x="255415" y="8376"/>
                  <a:pt x="252832" y="7727"/>
                  <a:pt x="251516" y="7727"/>
                </a:cubicBezTo>
                <a:cubicBezTo>
                  <a:pt x="251189" y="7727"/>
                  <a:pt x="250940" y="7767"/>
                  <a:pt x="250788" y="7851"/>
                </a:cubicBezTo>
                <a:cubicBezTo>
                  <a:pt x="250695" y="7903"/>
                  <a:pt x="250208" y="7928"/>
                  <a:pt x="249373" y="7928"/>
                </a:cubicBezTo>
                <a:cubicBezTo>
                  <a:pt x="238908" y="7928"/>
                  <a:pt x="173721" y="4044"/>
                  <a:pt x="141495" y="1350"/>
                </a:cubicBezTo>
                <a:lnTo>
                  <a:pt x="125239" y="0"/>
                </a:lnTo>
                <a:close/>
              </a:path>
            </a:pathLst>
          </a:custGeom>
          <a:solidFill>
            <a:schemeClr val="accent5">
              <a:lumMod val="50000"/>
            </a:schemeClr>
          </a:solidFill>
          <a:ln w="7382" cap="flat">
            <a:noFill/>
            <a:prstDash val="solid"/>
            <a:miter/>
          </a:ln>
        </p:spPr>
        <p:txBody>
          <a:bodyPr/>
          <a:lstStyle/>
          <a:p>
            <a:endParaRPr lang="en-AU"/>
          </a:p>
        </p:txBody>
      </p:sp>
      <p:sp>
        <p:nvSpPr>
          <p:cNvPr id="55" name="Freeform: Shape 54">
            <a:extLst>
              <a:ext uri="{FF2B5EF4-FFF2-40B4-BE49-F238E27FC236}">
                <a16:creationId xmlns:a16="http://schemas.microsoft.com/office/drawing/2014/main" id="{B81D47C9-106D-1A0F-E216-42609E0F3EA6}"/>
              </a:ext>
            </a:extLst>
          </p:cNvPr>
          <p:cNvSpPr/>
          <p:nvPr/>
        </p:nvSpPr>
        <p:spPr>
          <a:xfrm flipH="1">
            <a:off x="1711908" y="3308593"/>
            <a:ext cx="133925" cy="205543"/>
          </a:xfrm>
          <a:custGeom>
            <a:avLst/>
            <a:gdLst>
              <a:gd name="csX0" fmla="*/ 91881 w 133925"/>
              <a:gd name="csY0" fmla="*/ 0 h 205543"/>
              <a:gd name="csX1" fmla="*/ 91308 w 133925"/>
              <a:gd name="csY1" fmla="*/ 267 h 205543"/>
              <a:gd name="csX2" fmla="*/ 78242 w 133925"/>
              <a:gd name="csY2" fmla="*/ 71152 h 205543"/>
              <a:gd name="csX3" fmla="*/ 64173 w 133925"/>
              <a:gd name="csY3" fmla="*/ 150837 h 205543"/>
              <a:gd name="csX4" fmla="*/ 61842 w 133925"/>
              <a:gd name="csY4" fmla="*/ 159055 h 205543"/>
              <a:gd name="csX5" fmla="*/ 53815 w 133925"/>
              <a:gd name="csY5" fmla="*/ 155771 h 205543"/>
              <a:gd name="csX6" fmla="*/ 41368 w 133925"/>
              <a:gd name="csY6" fmla="*/ 153503 h 205543"/>
              <a:gd name="csX7" fmla="*/ 34481 w 133925"/>
              <a:gd name="csY7" fmla="*/ 153990 h 205543"/>
              <a:gd name="csX8" fmla="*/ 883 w 133925"/>
              <a:gd name="csY8" fmla="*/ 178433 h 205543"/>
              <a:gd name="csX9" fmla="*/ 26537 w 133925"/>
              <a:gd name="csY9" fmla="*/ 205544 h 205543"/>
              <a:gd name="csX10" fmla="*/ 47561 w 133925"/>
              <a:gd name="csY10" fmla="*/ 199629 h 205543"/>
              <a:gd name="csX11" fmla="*/ 68309 w 133925"/>
              <a:gd name="csY11" fmla="*/ 166339 h 205543"/>
              <a:gd name="csX12" fmla="*/ 73733 w 133925"/>
              <a:gd name="csY12" fmla="*/ 132171 h 205543"/>
              <a:gd name="csX13" fmla="*/ 79022 w 133925"/>
              <a:gd name="csY13" fmla="*/ 99233 h 205543"/>
              <a:gd name="csX14" fmla="*/ 83210 w 133925"/>
              <a:gd name="csY14" fmla="*/ 89291 h 205543"/>
              <a:gd name="csX15" fmla="*/ 91597 w 133925"/>
              <a:gd name="csY15" fmla="*/ 91749 h 205543"/>
              <a:gd name="csX16" fmla="*/ 115390 w 133925"/>
              <a:gd name="csY16" fmla="*/ 111654 h 205543"/>
              <a:gd name="csX17" fmla="*/ 120475 w 133925"/>
              <a:gd name="csY17" fmla="*/ 125310 h 205543"/>
              <a:gd name="csX18" fmla="*/ 116851 w 133925"/>
              <a:gd name="csY18" fmla="*/ 164411 h 205543"/>
              <a:gd name="csX19" fmla="*/ 115390 w 133925"/>
              <a:gd name="csY19" fmla="*/ 170310 h 205543"/>
              <a:gd name="csX20" fmla="*/ 123016 w 133925"/>
              <a:gd name="csY20" fmla="*/ 161479 h 205543"/>
              <a:gd name="csX21" fmla="*/ 131302 w 133925"/>
              <a:gd name="csY21" fmla="*/ 117974 h 205543"/>
              <a:gd name="csX22" fmla="*/ 132550 w 133925"/>
              <a:gd name="csY22" fmla="*/ 95524 h 205543"/>
              <a:gd name="csX23" fmla="*/ 111009 w 133925"/>
              <a:gd name="csY23" fmla="*/ 32336 h 205543"/>
              <a:gd name="csX24" fmla="*/ 95277 w 133925"/>
              <a:gd name="csY24" fmla="*/ 4324 h 205543"/>
              <a:gd name="csX25" fmla="*/ 91881 w 133925"/>
              <a:gd name="csY25" fmla="*/ 0 h 20554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</a:cxnLst>
            <a:rect l="l" t="t" r="r" b="b"/>
            <a:pathLst>
              <a:path w="133925" h="205543">
                <a:moveTo>
                  <a:pt x="91881" y="0"/>
                </a:moveTo>
                <a:cubicBezTo>
                  <a:pt x="91667" y="0"/>
                  <a:pt x="91473" y="86"/>
                  <a:pt x="91308" y="267"/>
                </a:cubicBezTo>
                <a:cubicBezTo>
                  <a:pt x="89819" y="1754"/>
                  <a:pt x="84977" y="27852"/>
                  <a:pt x="78242" y="71152"/>
                </a:cubicBezTo>
                <a:cubicBezTo>
                  <a:pt x="72491" y="107973"/>
                  <a:pt x="66338" y="143205"/>
                  <a:pt x="64173" y="150837"/>
                </a:cubicBezTo>
                <a:lnTo>
                  <a:pt x="61842" y="159055"/>
                </a:lnTo>
                <a:lnTo>
                  <a:pt x="53815" y="155771"/>
                </a:lnTo>
                <a:cubicBezTo>
                  <a:pt x="49887" y="154248"/>
                  <a:pt x="45938" y="153503"/>
                  <a:pt x="41368" y="153503"/>
                </a:cubicBezTo>
                <a:cubicBezTo>
                  <a:pt x="39229" y="153503"/>
                  <a:pt x="36954" y="153667"/>
                  <a:pt x="34481" y="153990"/>
                </a:cubicBezTo>
                <a:cubicBezTo>
                  <a:pt x="15422" y="156506"/>
                  <a:pt x="4936" y="164148"/>
                  <a:pt x="883" y="178433"/>
                </a:cubicBezTo>
                <a:cubicBezTo>
                  <a:pt x="-3624" y="194325"/>
                  <a:pt x="9759" y="205544"/>
                  <a:pt x="26537" y="205544"/>
                </a:cubicBezTo>
                <a:cubicBezTo>
                  <a:pt x="33310" y="205544"/>
                  <a:pt x="40635" y="203716"/>
                  <a:pt x="47561" y="199629"/>
                </a:cubicBezTo>
                <a:cubicBezTo>
                  <a:pt x="59432" y="192372"/>
                  <a:pt x="66432" y="181228"/>
                  <a:pt x="68309" y="166339"/>
                </a:cubicBezTo>
                <a:cubicBezTo>
                  <a:pt x="69096" y="159804"/>
                  <a:pt x="71589" y="144243"/>
                  <a:pt x="73733" y="132171"/>
                </a:cubicBezTo>
                <a:cubicBezTo>
                  <a:pt x="75932" y="119905"/>
                  <a:pt x="78204" y="105126"/>
                  <a:pt x="79022" y="99233"/>
                </a:cubicBezTo>
                <a:cubicBezTo>
                  <a:pt x="79860" y="92016"/>
                  <a:pt x="80270" y="89291"/>
                  <a:pt x="83210" y="89291"/>
                </a:cubicBezTo>
                <a:cubicBezTo>
                  <a:pt x="84935" y="89291"/>
                  <a:pt x="87532" y="90229"/>
                  <a:pt x="91597" y="91749"/>
                </a:cubicBezTo>
                <a:cubicBezTo>
                  <a:pt x="98352" y="94257"/>
                  <a:pt x="111295" y="105029"/>
                  <a:pt x="115390" y="111654"/>
                </a:cubicBezTo>
                <a:cubicBezTo>
                  <a:pt x="117294" y="114717"/>
                  <a:pt x="119607" y="120848"/>
                  <a:pt x="120475" y="125310"/>
                </a:cubicBezTo>
                <a:cubicBezTo>
                  <a:pt x="122724" y="135434"/>
                  <a:pt x="120542" y="157414"/>
                  <a:pt x="116851" y="164411"/>
                </a:cubicBezTo>
                <a:cubicBezTo>
                  <a:pt x="114602" y="168482"/>
                  <a:pt x="114432" y="170310"/>
                  <a:pt x="115390" y="170310"/>
                </a:cubicBezTo>
                <a:cubicBezTo>
                  <a:pt x="116673" y="170310"/>
                  <a:pt x="119975" y="167037"/>
                  <a:pt x="123016" y="161479"/>
                </a:cubicBezTo>
                <a:cubicBezTo>
                  <a:pt x="129478" y="149975"/>
                  <a:pt x="132836" y="132120"/>
                  <a:pt x="131302" y="117974"/>
                </a:cubicBezTo>
                <a:cubicBezTo>
                  <a:pt x="130570" y="112282"/>
                  <a:pt x="131114" y="102090"/>
                  <a:pt x="132550" y="95524"/>
                </a:cubicBezTo>
                <a:cubicBezTo>
                  <a:pt x="136987" y="73115"/>
                  <a:pt x="130923" y="55387"/>
                  <a:pt x="111009" y="32336"/>
                </a:cubicBezTo>
                <a:cubicBezTo>
                  <a:pt x="103294" y="23438"/>
                  <a:pt x="101445" y="20181"/>
                  <a:pt x="95277" y="4324"/>
                </a:cubicBezTo>
                <a:cubicBezTo>
                  <a:pt x="94246" y="1785"/>
                  <a:pt x="92858" y="0"/>
                  <a:pt x="91881" y="0"/>
                </a:cubicBezTo>
                <a:close/>
              </a:path>
            </a:pathLst>
          </a:custGeom>
          <a:solidFill>
            <a:srgbClr val="000000"/>
          </a:solidFill>
          <a:ln w="7382" cap="flat">
            <a:noFill/>
            <a:prstDash val="solid"/>
            <a:miter/>
          </a:ln>
        </p:spPr>
        <p:txBody>
          <a:bodyPr/>
          <a:lstStyle/>
          <a:p>
            <a:endParaRPr lang="en-AU"/>
          </a:p>
        </p:txBody>
      </p:sp>
      <p:sp>
        <p:nvSpPr>
          <p:cNvPr id="56" name="Freeform: Shape 55">
            <a:extLst>
              <a:ext uri="{FF2B5EF4-FFF2-40B4-BE49-F238E27FC236}">
                <a16:creationId xmlns:a16="http://schemas.microsoft.com/office/drawing/2014/main" id="{00A98DC0-A367-57A6-DF3F-84B2EDAB9851}"/>
              </a:ext>
            </a:extLst>
          </p:cNvPr>
          <p:cNvSpPr/>
          <p:nvPr/>
        </p:nvSpPr>
        <p:spPr>
          <a:xfrm flipH="1">
            <a:off x="1923166" y="3399474"/>
            <a:ext cx="112601" cy="128304"/>
          </a:xfrm>
          <a:custGeom>
            <a:avLst/>
            <a:gdLst>
              <a:gd name="csX0" fmla="*/ 111050 w 112601"/>
              <a:gd name="csY0" fmla="*/ 1 h 128304"/>
              <a:gd name="csX1" fmla="*/ 103698 w 112601"/>
              <a:gd name="csY1" fmla="*/ 1285 h 128304"/>
              <a:gd name="csX2" fmla="*/ 93385 w 112601"/>
              <a:gd name="csY2" fmla="*/ 1955 h 128304"/>
              <a:gd name="csX3" fmla="*/ 83358 w 112601"/>
              <a:gd name="csY3" fmla="*/ 1545 h 128304"/>
              <a:gd name="csX4" fmla="*/ 67107 w 112601"/>
              <a:gd name="csY4" fmla="*/ 1010 h 128304"/>
              <a:gd name="csX5" fmla="*/ 62789 w 112601"/>
              <a:gd name="csY5" fmla="*/ 1110 h 128304"/>
              <a:gd name="csX6" fmla="*/ 36643 w 112601"/>
              <a:gd name="csY6" fmla="*/ 14326 h 128304"/>
              <a:gd name="csX7" fmla="*/ 25706 w 112601"/>
              <a:gd name="csY7" fmla="*/ 22052 h 128304"/>
              <a:gd name="csX8" fmla="*/ 1197 w 112601"/>
              <a:gd name="csY8" fmla="*/ 47543 h 128304"/>
              <a:gd name="csX9" fmla="*/ 1299 w 112601"/>
              <a:gd name="csY9" fmla="*/ 47555 h 128304"/>
              <a:gd name="csX10" fmla="*/ 8589 w 112601"/>
              <a:gd name="csY10" fmla="*/ 41784 h 128304"/>
              <a:gd name="csX11" fmla="*/ 37646 w 112601"/>
              <a:gd name="csY11" fmla="*/ 29872 h 128304"/>
              <a:gd name="csX12" fmla="*/ 53632 w 112601"/>
              <a:gd name="csY12" fmla="*/ 33397 h 128304"/>
              <a:gd name="csX13" fmla="*/ 28729 w 112601"/>
              <a:gd name="csY13" fmla="*/ 70809 h 128304"/>
              <a:gd name="csX14" fmla="*/ 9711 w 112601"/>
              <a:gd name="csY14" fmla="*/ 94235 h 128304"/>
              <a:gd name="csX15" fmla="*/ 25982 w 112601"/>
              <a:gd name="csY15" fmla="*/ 128305 h 128304"/>
              <a:gd name="csX16" fmla="*/ 33899 w 112601"/>
              <a:gd name="csY16" fmla="*/ 126285 h 128304"/>
              <a:gd name="csX17" fmla="*/ 31948 w 112601"/>
              <a:gd name="csY17" fmla="*/ 83526 h 128304"/>
              <a:gd name="csX18" fmla="*/ 27126 w 112601"/>
              <a:gd name="csY18" fmla="*/ 77963 h 128304"/>
              <a:gd name="csX19" fmla="*/ 92247 w 112601"/>
              <a:gd name="csY19" fmla="*/ 19846 h 128304"/>
              <a:gd name="csX20" fmla="*/ 111086 w 112601"/>
              <a:gd name="csY20" fmla="*/ 0 h 12830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</a:cxnLst>
            <a:rect l="l" t="t" r="r" b="b"/>
            <a:pathLst>
              <a:path w="112601" h="128304">
                <a:moveTo>
                  <a:pt x="111050" y="1"/>
                </a:moveTo>
                <a:cubicBezTo>
                  <a:pt x="109575" y="5"/>
                  <a:pt x="107079" y="504"/>
                  <a:pt x="103698" y="1285"/>
                </a:cubicBezTo>
                <a:cubicBezTo>
                  <a:pt x="101728" y="1713"/>
                  <a:pt x="97820" y="1955"/>
                  <a:pt x="93385" y="1955"/>
                </a:cubicBezTo>
                <a:cubicBezTo>
                  <a:pt x="90140" y="1955"/>
                  <a:pt x="86613" y="1825"/>
                  <a:pt x="83358" y="1545"/>
                </a:cubicBezTo>
                <a:cubicBezTo>
                  <a:pt x="77807" y="1211"/>
                  <a:pt x="71565" y="1010"/>
                  <a:pt x="67107" y="1010"/>
                </a:cubicBezTo>
                <a:cubicBezTo>
                  <a:pt x="65333" y="1010"/>
                  <a:pt x="63842" y="1041"/>
                  <a:pt x="62789" y="1110"/>
                </a:cubicBezTo>
                <a:cubicBezTo>
                  <a:pt x="55289" y="1982"/>
                  <a:pt x="37642" y="10803"/>
                  <a:pt x="36643" y="14326"/>
                </a:cubicBezTo>
                <a:cubicBezTo>
                  <a:pt x="36255" y="15694"/>
                  <a:pt x="31419" y="19206"/>
                  <a:pt x="25706" y="22052"/>
                </a:cubicBezTo>
                <a:cubicBezTo>
                  <a:pt x="11437" y="29489"/>
                  <a:pt x="-4537" y="45950"/>
                  <a:pt x="1197" y="47543"/>
                </a:cubicBezTo>
                <a:cubicBezTo>
                  <a:pt x="1227" y="47551"/>
                  <a:pt x="1261" y="47555"/>
                  <a:pt x="1299" y="47555"/>
                </a:cubicBezTo>
                <a:cubicBezTo>
                  <a:pt x="2244" y="47555"/>
                  <a:pt x="5431" y="44968"/>
                  <a:pt x="8589" y="41784"/>
                </a:cubicBezTo>
                <a:cubicBezTo>
                  <a:pt x="16104" y="34040"/>
                  <a:pt x="27010" y="29872"/>
                  <a:pt x="37646" y="29872"/>
                </a:cubicBezTo>
                <a:cubicBezTo>
                  <a:pt x="43224" y="29872"/>
                  <a:pt x="48728" y="31018"/>
                  <a:pt x="53632" y="33397"/>
                </a:cubicBezTo>
                <a:cubicBezTo>
                  <a:pt x="64490" y="38734"/>
                  <a:pt x="63033" y="40863"/>
                  <a:pt x="28729" y="70809"/>
                </a:cubicBezTo>
                <a:cubicBezTo>
                  <a:pt x="14568" y="83130"/>
                  <a:pt x="11932" y="86408"/>
                  <a:pt x="9711" y="94235"/>
                </a:cubicBezTo>
                <a:cubicBezTo>
                  <a:pt x="4576" y="112340"/>
                  <a:pt x="13387" y="128305"/>
                  <a:pt x="25982" y="128305"/>
                </a:cubicBezTo>
                <a:cubicBezTo>
                  <a:pt x="28497" y="128305"/>
                  <a:pt x="31163" y="127668"/>
                  <a:pt x="33899" y="126285"/>
                </a:cubicBezTo>
                <a:cubicBezTo>
                  <a:pt x="46703" y="119498"/>
                  <a:pt x="45596" y="94071"/>
                  <a:pt x="31948" y="83526"/>
                </a:cubicBezTo>
                <a:cubicBezTo>
                  <a:pt x="29173" y="81276"/>
                  <a:pt x="26904" y="78746"/>
                  <a:pt x="27126" y="77963"/>
                </a:cubicBezTo>
                <a:cubicBezTo>
                  <a:pt x="27681" y="76008"/>
                  <a:pt x="65074" y="42697"/>
                  <a:pt x="92247" y="19846"/>
                </a:cubicBezTo>
                <a:cubicBezTo>
                  <a:pt x="110503" y="4624"/>
                  <a:pt x="115522" y="13"/>
                  <a:pt x="111086" y="0"/>
                </a:cubicBezTo>
                <a:close/>
              </a:path>
            </a:pathLst>
          </a:custGeom>
          <a:solidFill>
            <a:srgbClr val="000000"/>
          </a:solidFill>
          <a:ln w="7382" cap="flat">
            <a:noFill/>
            <a:prstDash val="solid"/>
            <a:miter/>
          </a:ln>
        </p:spPr>
        <p:txBody>
          <a:bodyPr/>
          <a:lstStyle/>
          <a:p>
            <a:endParaRPr lang="en-AU"/>
          </a:p>
        </p:txBody>
      </p:sp>
      <p:sp>
        <p:nvSpPr>
          <p:cNvPr id="57" name="Freeform: Shape 56">
            <a:extLst>
              <a:ext uri="{FF2B5EF4-FFF2-40B4-BE49-F238E27FC236}">
                <a16:creationId xmlns:a16="http://schemas.microsoft.com/office/drawing/2014/main" id="{B1AB746E-7EED-EC92-D76C-D632521B31B5}"/>
              </a:ext>
            </a:extLst>
          </p:cNvPr>
          <p:cNvSpPr/>
          <p:nvPr/>
        </p:nvSpPr>
        <p:spPr>
          <a:xfrm flipH="1">
            <a:off x="4729917" y="1544622"/>
            <a:ext cx="128607" cy="198507"/>
          </a:xfrm>
          <a:custGeom>
            <a:avLst/>
            <a:gdLst>
              <a:gd name="csX0" fmla="*/ 87742 w 128607"/>
              <a:gd name="csY0" fmla="*/ 1 h 198507"/>
              <a:gd name="csX1" fmla="*/ 83817 w 128607"/>
              <a:gd name="csY1" fmla="*/ 9795 h 198507"/>
              <a:gd name="csX2" fmla="*/ 77536 w 128607"/>
              <a:gd name="csY2" fmla="*/ 47737 h 198507"/>
              <a:gd name="csX3" fmla="*/ 70547 w 128607"/>
              <a:gd name="csY3" fmla="*/ 91178 h 198507"/>
              <a:gd name="csX4" fmla="*/ 66651 w 128607"/>
              <a:gd name="csY4" fmla="*/ 120705 h 198507"/>
              <a:gd name="csX5" fmla="*/ 62128 w 128607"/>
              <a:gd name="csY5" fmla="*/ 142668 h 198507"/>
              <a:gd name="csX6" fmla="*/ 59037 w 128607"/>
              <a:gd name="csY6" fmla="*/ 151310 h 198507"/>
              <a:gd name="csX7" fmla="*/ 47829 w 128607"/>
              <a:gd name="csY7" fmla="*/ 149463 h 198507"/>
              <a:gd name="csX8" fmla="*/ 35600 w 128607"/>
              <a:gd name="csY8" fmla="*/ 148325 h 198507"/>
              <a:gd name="csX9" fmla="*/ 17353 w 128607"/>
              <a:gd name="csY9" fmla="*/ 153875 h 198507"/>
              <a:gd name="csX10" fmla="*/ 1906 w 128607"/>
              <a:gd name="csY10" fmla="*/ 186526 h 198507"/>
              <a:gd name="csX11" fmla="*/ 16962 w 128607"/>
              <a:gd name="csY11" fmla="*/ 196618 h 198507"/>
              <a:gd name="csX12" fmla="*/ 28001 w 128607"/>
              <a:gd name="csY12" fmla="*/ 198508 h 198507"/>
              <a:gd name="csX13" fmla="*/ 38006 w 128607"/>
              <a:gd name="csY13" fmla="*/ 196130 h 198507"/>
              <a:gd name="csX14" fmla="*/ 58987 w 128607"/>
              <a:gd name="csY14" fmla="*/ 182325 h 198507"/>
              <a:gd name="csX15" fmla="*/ 72229 w 128607"/>
              <a:gd name="csY15" fmla="*/ 119088 h 198507"/>
              <a:gd name="csX16" fmla="*/ 77349 w 128607"/>
              <a:gd name="csY16" fmla="*/ 92013 h 198507"/>
              <a:gd name="csX17" fmla="*/ 81648 w 128607"/>
              <a:gd name="csY17" fmla="*/ 86348 h 198507"/>
              <a:gd name="csX18" fmla="*/ 87090 w 128607"/>
              <a:gd name="csY18" fmla="*/ 87752 h 198507"/>
              <a:gd name="csX19" fmla="*/ 113668 w 128607"/>
              <a:gd name="csY19" fmla="*/ 154238 h 198507"/>
              <a:gd name="csX20" fmla="*/ 111573 w 128607"/>
              <a:gd name="csY20" fmla="*/ 164454 h 198507"/>
              <a:gd name="csX21" fmla="*/ 114692 w 128607"/>
              <a:gd name="csY21" fmla="*/ 161911 h 198507"/>
              <a:gd name="csX22" fmla="*/ 126042 w 128607"/>
              <a:gd name="csY22" fmla="*/ 115880 h 198507"/>
              <a:gd name="csX23" fmla="*/ 126408 w 128607"/>
              <a:gd name="csY23" fmla="*/ 98039 h 198507"/>
              <a:gd name="csX24" fmla="*/ 105655 w 128607"/>
              <a:gd name="csY24" fmla="*/ 28314 h 198507"/>
              <a:gd name="csX25" fmla="*/ 92576 w 128607"/>
              <a:gd name="csY25" fmla="*/ 6739 h 198507"/>
              <a:gd name="csX26" fmla="*/ 88482 w 128607"/>
              <a:gd name="csY26" fmla="*/ 113 h 198507"/>
              <a:gd name="csX27" fmla="*/ 87741 w 128607"/>
              <a:gd name="csY27" fmla="*/ 0 h 19850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</a:cxnLst>
            <a:rect l="l" t="t" r="r" b="b"/>
            <a:pathLst>
              <a:path w="128607" h="198507">
                <a:moveTo>
                  <a:pt x="87742" y="1"/>
                </a:moveTo>
                <a:cubicBezTo>
                  <a:pt x="85921" y="1"/>
                  <a:pt x="85135" y="2474"/>
                  <a:pt x="83817" y="9795"/>
                </a:cubicBezTo>
                <a:cubicBezTo>
                  <a:pt x="82801" y="15634"/>
                  <a:pt x="80061" y="32816"/>
                  <a:pt x="77536" y="47737"/>
                </a:cubicBezTo>
                <a:cubicBezTo>
                  <a:pt x="75208" y="62710"/>
                  <a:pt x="72198" y="82349"/>
                  <a:pt x="70547" y="91178"/>
                </a:cubicBezTo>
                <a:cubicBezTo>
                  <a:pt x="69093" y="100063"/>
                  <a:pt x="67463" y="113331"/>
                  <a:pt x="66651" y="120705"/>
                </a:cubicBezTo>
                <a:cubicBezTo>
                  <a:pt x="65840" y="128078"/>
                  <a:pt x="63855" y="138082"/>
                  <a:pt x="62128" y="142668"/>
                </a:cubicBezTo>
                <a:lnTo>
                  <a:pt x="59037" y="151310"/>
                </a:lnTo>
                <a:lnTo>
                  <a:pt x="47829" y="149463"/>
                </a:lnTo>
                <a:cubicBezTo>
                  <a:pt x="42918" y="148732"/>
                  <a:pt x="39004" y="148325"/>
                  <a:pt x="35600" y="148325"/>
                </a:cubicBezTo>
                <a:cubicBezTo>
                  <a:pt x="28789" y="148325"/>
                  <a:pt x="24012" y="149953"/>
                  <a:pt x="17353" y="153875"/>
                </a:cubicBezTo>
                <a:cubicBezTo>
                  <a:pt x="2554" y="162430"/>
                  <a:pt x="-3394" y="175133"/>
                  <a:pt x="1906" y="186526"/>
                </a:cubicBezTo>
                <a:cubicBezTo>
                  <a:pt x="4869" y="192626"/>
                  <a:pt x="6482" y="193707"/>
                  <a:pt x="16962" y="196618"/>
                </a:cubicBezTo>
                <a:cubicBezTo>
                  <a:pt x="21761" y="197849"/>
                  <a:pt x="25033" y="198508"/>
                  <a:pt x="28001" y="198508"/>
                </a:cubicBezTo>
                <a:cubicBezTo>
                  <a:pt x="31182" y="198508"/>
                  <a:pt x="34015" y="197751"/>
                  <a:pt x="38006" y="196130"/>
                </a:cubicBezTo>
                <a:cubicBezTo>
                  <a:pt x="49495" y="191722"/>
                  <a:pt x="52899" y="189500"/>
                  <a:pt x="58987" y="182325"/>
                </a:cubicBezTo>
                <a:cubicBezTo>
                  <a:pt x="64093" y="176356"/>
                  <a:pt x="67155" y="161796"/>
                  <a:pt x="72229" y="119088"/>
                </a:cubicBezTo>
                <a:cubicBezTo>
                  <a:pt x="73501" y="107832"/>
                  <a:pt x="75899" y="95620"/>
                  <a:pt x="77349" y="92013"/>
                </a:cubicBezTo>
                <a:cubicBezTo>
                  <a:pt x="78916" y="87914"/>
                  <a:pt x="79594" y="86348"/>
                  <a:pt x="81648" y="86348"/>
                </a:cubicBezTo>
                <a:cubicBezTo>
                  <a:pt x="82845" y="86348"/>
                  <a:pt x="84509" y="86880"/>
                  <a:pt x="87090" y="87752"/>
                </a:cubicBezTo>
                <a:cubicBezTo>
                  <a:pt x="110232" y="95657"/>
                  <a:pt x="121851" y="124638"/>
                  <a:pt x="113668" y="154238"/>
                </a:cubicBezTo>
                <a:cubicBezTo>
                  <a:pt x="111568" y="161640"/>
                  <a:pt x="110771" y="164454"/>
                  <a:pt x="111573" y="164454"/>
                </a:cubicBezTo>
                <a:cubicBezTo>
                  <a:pt x="112043" y="164454"/>
                  <a:pt x="113062" y="163487"/>
                  <a:pt x="114692" y="161911"/>
                </a:cubicBezTo>
                <a:cubicBezTo>
                  <a:pt x="121879" y="154620"/>
                  <a:pt x="128414" y="128572"/>
                  <a:pt x="126042" y="115880"/>
                </a:cubicBezTo>
                <a:cubicBezTo>
                  <a:pt x="125055" y="110330"/>
                  <a:pt x="125187" y="102344"/>
                  <a:pt x="126408" y="98039"/>
                </a:cubicBezTo>
                <a:cubicBezTo>
                  <a:pt x="132402" y="76906"/>
                  <a:pt x="126356" y="56862"/>
                  <a:pt x="105655" y="28314"/>
                </a:cubicBezTo>
                <a:cubicBezTo>
                  <a:pt x="99181" y="19550"/>
                  <a:pt x="93381" y="9917"/>
                  <a:pt x="92576" y="6739"/>
                </a:cubicBezTo>
                <a:cubicBezTo>
                  <a:pt x="91968" y="3614"/>
                  <a:pt x="90064" y="553"/>
                  <a:pt x="88482" y="113"/>
                </a:cubicBezTo>
                <a:cubicBezTo>
                  <a:pt x="88216" y="40"/>
                  <a:pt x="87971" y="0"/>
                  <a:pt x="87741" y="0"/>
                </a:cubicBezTo>
                <a:close/>
              </a:path>
            </a:pathLst>
          </a:custGeom>
          <a:solidFill>
            <a:srgbClr val="FFC000"/>
          </a:solidFill>
          <a:ln w="7382" cap="flat">
            <a:noFill/>
            <a:prstDash val="solid"/>
            <a:miter/>
          </a:ln>
        </p:spPr>
        <p:txBody>
          <a:bodyPr/>
          <a:lstStyle/>
          <a:p>
            <a:endParaRPr lang="en-AU"/>
          </a:p>
        </p:txBody>
      </p:sp>
      <p:sp>
        <p:nvSpPr>
          <p:cNvPr id="58" name="Freeform: Shape 57">
            <a:extLst>
              <a:ext uri="{FF2B5EF4-FFF2-40B4-BE49-F238E27FC236}">
                <a16:creationId xmlns:a16="http://schemas.microsoft.com/office/drawing/2014/main" id="{89437E26-4A13-A908-6A46-602CE5064058}"/>
              </a:ext>
            </a:extLst>
          </p:cNvPr>
          <p:cNvSpPr/>
          <p:nvPr/>
        </p:nvSpPr>
        <p:spPr>
          <a:xfrm flipH="1">
            <a:off x="4229758" y="1629469"/>
            <a:ext cx="110269" cy="193730"/>
          </a:xfrm>
          <a:custGeom>
            <a:avLst/>
            <a:gdLst>
              <a:gd name="csX0" fmla="*/ 57264 w 110269"/>
              <a:gd name="csY0" fmla="*/ 0 h 193730"/>
              <a:gd name="csX1" fmla="*/ 56187 w 110269"/>
              <a:gd name="csY1" fmla="*/ 1672 h 193730"/>
              <a:gd name="csX2" fmla="*/ 54361 w 110269"/>
              <a:gd name="csY2" fmla="*/ 99111 h 193730"/>
              <a:gd name="csX3" fmla="*/ 54226 w 110269"/>
              <a:gd name="csY3" fmla="*/ 124405 h 193730"/>
              <a:gd name="csX4" fmla="*/ 50147 w 110269"/>
              <a:gd name="csY4" fmla="*/ 144804 h 193730"/>
              <a:gd name="csX5" fmla="*/ 45310 w 110269"/>
              <a:gd name="csY5" fmla="*/ 145547 h 193730"/>
              <a:gd name="csX6" fmla="*/ 41121 w 110269"/>
              <a:gd name="csY6" fmla="*/ 145041 h 193730"/>
              <a:gd name="csX7" fmla="*/ 35021 w 110269"/>
              <a:gd name="csY7" fmla="*/ 144248 h 193730"/>
              <a:gd name="csX8" fmla="*/ 4522 w 110269"/>
              <a:gd name="csY8" fmla="*/ 161262 h 193730"/>
              <a:gd name="csX9" fmla="*/ 22040 w 110269"/>
              <a:gd name="csY9" fmla="*/ 193731 h 193730"/>
              <a:gd name="csX10" fmla="*/ 33187 w 110269"/>
              <a:gd name="csY10" fmla="*/ 191810 h 193730"/>
              <a:gd name="csX11" fmla="*/ 57765 w 110269"/>
              <a:gd name="csY11" fmla="*/ 169084 h 193730"/>
              <a:gd name="csX12" fmla="*/ 59440 w 110269"/>
              <a:gd name="csY12" fmla="*/ 147384 h 193730"/>
              <a:gd name="csX13" fmla="*/ 59297 w 110269"/>
              <a:gd name="csY13" fmla="*/ 111036 h 193730"/>
              <a:gd name="csX14" fmla="*/ 59043 w 110269"/>
              <a:gd name="csY14" fmla="*/ 75081 h 193730"/>
              <a:gd name="csX15" fmla="*/ 63687 w 110269"/>
              <a:gd name="csY15" fmla="*/ 52618 h 193730"/>
              <a:gd name="csX16" fmla="*/ 77248 w 110269"/>
              <a:gd name="csY16" fmla="*/ 59028 h 193730"/>
              <a:gd name="csX17" fmla="*/ 99115 w 110269"/>
              <a:gd name="csY17" fmla="*/ 119562 h 193730"/>
              <a:gd name="csX18" fmla="*/ 97689 w 110269"/>
              <a:gd name="csY18" fmla="*/ 134366 h 193730"/>
              <a:gd name="csX19" fmla="*/ 98026 w 110269"/>
              <a:gd name="csY19" fmla="*/ 134532 h 193730"/>
              <a:gd name="csX20" fmla="*/ 109449 w 110269"/>
              <a:gd name="csY20" fmla="*/ 103435 h 193730"/>
              <a:gd name="csX21" fmla="*/ 84688 w 110269"/>
              <a:gd name="csY21" fmla="*/ 39564 h 193730"/>
              <a:gd name="csX22" fmla="*/ 65094 w 110269"/>
              <a:gd name="csY22" fmla="*/ 12380 h 193730"/>
              <a:gd name="csX23" fmla="*/ 57263 w 110269"/>
              <a:gd name="csY23" fmla="*/ 1 h 19373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</a:cxnLst>
            <a:rect l="l" t="t" r="r" b="b"/>
            <a:pathLst>
              <a:path w="110269" h="193730">
                <a:moveTo>
                  <a:pt x="57264" y="0"/>
                </a:moveTo>
                <a:cubicBezTo>
                  <a:pt x="56795" y="0"/>
                  <a:pt x="56486" y="616"/>
                  <a:pt x="56187" y="1672"/>
                </a:cubicBezTo>
                <a:cubicBezTo>
                  <a:pt x="55410" y="4411"/>
                  <a:pt x="54512" y="47435"/>
                  <a:pt x="54361" y="99111"/>
                </a:cubicBezTo>
                <a:cubicBezTo>
                  <a:pt x="54264" y="102462"/>
                  <a:pt x="54233" y="113853"/>
                  <a:pt x="54226" y="124405"/>
                </a:cubicBezTo>
                <a:cubicBezTo>
                  <a:pt x="54025" y="141658"/>
                  <a:pt x="53724" y="143475"/>
                  <a:pt x="50147" y="144804"/>
                </a:cubicBezTo>
                <a:cubicBezTo>
                  <a:pt x="48943" y="145290"/>
                  <a:pt x="47145" y="145547"/>
                  <a:pt x="45310" y="145547"/>
                </a:cubicBezTo>
                <a:cubicBezTo>
                  <a:pt x="43842" y="145547"/>
                  <a:pt x="42351" y="145383"/>
                  <a:pt x="41121" y="145041"/>
                </a:cubicBezTo>
                <a:cubicBezTo>
                  <a:pt x="39189" y="144504"/>
                  <a:pt x="37137" y="144248"/>
                  <a:pt x="35021" y="144248"/>
                </a:cubicBezTo>
                <a:cubicBezTo>
                  <a:pt x="24140" y="144248"/>
                  <a:pt x="11536" y="151017"/>
                  <a:pt x="4522" y="161262"/>
                </a:cubicBezTo>
                <a:cubicBezTo>
                  <a:pt x="-6596" y="177791"/>
                  <a:pt x="4136" y="193731"/>
                  <a:pt x="22040" y="193731"/>
                </a:cubicBezTo>
                <a:cubicBezTo>
                  <a:pt x="25520" y="193731"/>
                  <a:pt x="29272" y="193128"/>
                  <a:pt x="33187" y="191810"/>
                </a:cubicBezTo>
                <a:cubicBezTo>
                  <a:pt x="44313" y="187934"/>
                  <a:pt x="55212" y="178086"/>
                  <a:pt x="57765" y="169084"/>
                </a:cubicBezTo>
                <a:cubicBezTo>
                  <a:pt x="58764" y="165562"/>
                  <a:pt x="59395" y="155816"/>
                  <a:pt x="59440" y="147384"/>
                </a:cubicBezTo>
                <a:cubicBezTo>
                  <a:pt x="59232" y="139094"/>
                  <a:pt x="59211" y="122622"/>
                  <a:pt x="59297" y="111036"/>
                </a:cubicBezTo>
                <a:cubicBezTo>
                  <a:pt x="59383" y="99451"/>
                  <a:pt x="59251" y="83371"/>
                  <a:pt x="59043" y="75081"/>
                </a:cubicBezTo>
                <a:cubicBezTo>
                  <a:pt x="58791" y="59088"/>
                  <a:pt x="59155" y="52618"/>
                  <a:pt x="63687" y="52618"/>
                </a:cubicBezTo>
                <a:cubicBezTo>
                  <a:pt x="66425" y="52618"/>
                  <a:pt x="70684" y="54979"/>
                  <a:pt x="77248" y="59028"/>
                </a:cubicBezTo>
                <a:cubicBezTo>
                  <a:pt x="95754" y="70500"/>
                  <a:pt x="104298" y="93772"/>
                  <a:pt x="99115" y="119562"/>
                </a:cubicBezTo>
                <a:cubicBezTo>
                  <a:pt x="97456" y="126912"/>
                  <a:pt x="96813" y="133699"/>
                  <a:pt x="97689" y="134366"/>
                </a:cubicBezTo>
                <a:cubicBezTo>
                  <a:pt x="97787" y="134478"/>
                  <a:pt x="97899" y="134532"/>
                  <a:pt x="98026" y="134532"/>
                </a:cubicBezTo>
                <a:cubicBezTo>
                  <a:pt x="100408" y="134532"/>
                  <a:pt x="107683" y="115371"/>
                  <a:pt x="109449" y="103435"/>
                </a:cubicBezTo>
                <a:cubicBezTo>
                  <a:pt x="112872" y="81588"/>
                  <a:pt x="105763" y="63781"/>
                  <a:pt x="84688" y="39564"/>
                </a:cubicBezTo>
                <a:cubicBezTo>
                  <a:pt x="77399" y="31417"/>
                  <a:pt x="68737" y="19091"/>
                  <a:pt x="65094" y="12380"/>
                </a:cubicBezTo>
                <a:cubicBezTo>
                  <a:pt x="60330" y="3369"/>
                  <a:pt x="58359" y="1"/>
                  <a:pt x="57263" y="1"/>
                </a:cubicBezTo>
                <a:close/>
              </a:path>
            </a:pathLst>
          </a:custGeom>
          <a:solidFill>
            <a:schemeClr val="accent6">
              <a:lumMod val="50000"/>
            </a:schemeClr>
          </a:solidFill>
          <a:ln w="7382" cap="flat">
            <a:noFill/>
            <a:prstDash val="solid"/>
            <a:miter/>
          </a:ln>
        </p:spPr>
        <p:txBody>
          <a:bodyPr/>
          <a:lstStyle/>
          <a:p>
            <a:endParaRPr lang="en-AU"/>
          </a:p>
        </p:txBody>
      </p:sp>
      <p:sp>
        <p:nvSpPr>
          <p:cNvPr id="59" name="Freeform: Shape 58">
            <a:extLst>
              <a:ext uri="{FF2B5EF4-FFF2-40B4-BE49-F238E27FC236}">
                <a16:creationId xmlns:a16="http://schemas.microsoft.com/office/drawing/2014/main" id="{987C6158-2A61-8C4E-C88E-40F89A92B280}"/>
              </a:ext>
            </a:extLst>
          </p:cNvPr>
          <p:cNvSpPr/>
          <p:nvPr/>
        </p:nvSpPr>
        <p:spPr>
          <a:xfrm flipH="1">
            <a:off x="4435715" y="1638936"/>
            <a:ext cx="168592" cy="281825"/>
          </a:xfrm>
          <a:custGeom>
            <a:avLst/>
            <a:gdLst>
              <a:gd name="csX0" fmla="*/ 31795 w 168592"/>
              <a:gd name="csY0" fmla="*/ 0 h 281825"/>
              <a:gd name="csX1" fmla="*/ 3617 w 168592"/>
              <a:gd name="csY1" fmla="*/ 43872 h 281825"/>
              <a:gd name="csX2" fmla="*/ 36740 w 168592"/>
              <a:gd name="csY2" fmla="*/ 68482 h 281825"/>
              <a:gd name="csX3" fmla="*/ 53501 w 168592"/>
              <a:gd name="csY3" fmla="*/ 71520 h 281825"/>
              <a:gd name="csX4" fmla="*/ 65749 w 168592"/>
              <a:gd name="csY4" fmla="*/ 69995 h 281825"/>
              <a:gd name="csX5" fmla="*/ 77281 w 168592"/>
              <a:gd name="csY5" fmla="*/ 68601 h 281825"/>
              <a:gd name="csX6" fmla="*/ 81065 w 168592"/>
              <a:gd name="csY6" fmla="*/ 69394 h 281825"/>
              <a:gd name="csX7" fmla="*/ 84931 w 168592"/>
              <a:gd name="csY7" fmla="*/ 111419 h 281825"/>
              <a:gd name="csX8" fmla="*/ 89760 w 168592"/>
              <a:gd name="csY8" fmla="*/ 166588 h 281825"/>
              <a:gd name="csX9" fmla="*/ 92668 w 168592"/>
              <a:gd name="csY9" fmla="*/ 196948 h 281825"/>
              <a:gd name="csX10" fmla="*/ 95684 w 168592"/>
              <a:gd name="csY10" fmla="*/ 244227 h 281825"/>
              <a:gd name="csX11" fmla="*/ 98898 w 168592"/>
              <a:gd name="csY11" fmla="*/ 279527 h 281825"/>
              <a:gd name="csX12" fmla="*/ 101500 w 168592"/>
              <a:gd name="csY12" fmla="*/ 281826 h 281825"/>
              <a:gd name="csX13" fmla="*/ 109434 w 168592"/>
              <a:gd name="csY13" fmla="*/ 270210 h 281825"/>
              <a:gd name="csX14" fmla="*/ 136536 w 168592"/>
              <a:gd name="csY14" fmla="*/ 232565 h 281825"/>
              <a:gd name="csX15" fmla="*/ 165535 w 168592"/>
              <a:gd name="csY15" fmla="*/ 148374 h 281825"/>
              <a:gd name="csX16" fmla="*/ 166600 w 168592"/>
              <a:gd name="csY16" fmla="*/ 128827 h 281825"/>
              <a:gd name="csX17" fmla="*/ 157364 w 168592"/>
              <a:gd name="csY17" fmla="*/ 60612 h 281825"/>
              <a:gd name="csX18" fmla="*/ 150803 w 168592"/>
              <a:gd name="csY18" fmla="*/ 51402 h 281825"/>
              <a:gd name="csX19" fmla="*/ 149022 w 168592"/>
              <a:gd name="csY19" fmla="*/ 49839 h 281825"/>
              <a:gd name="csX20" fmla="*/ 148986 w 168592"/>
              <a:gd name="csY20" fmla="*/ 49839 h 281825"/>
              <a:gd name="csX21" fmla="*/ 150214 w 168592"/>
              <a:gd name="csY21" fmla="*/ 57994 h 281825"/>
              <a:gd name="csX22" fmla="*/ 153723 w 168592"/>
              <a:gd name="csY22" fmla="*/ 114063 h 281825"/>
              <a:gd name="csX23" fmla="*/ 128946 w 168592"/>
              <a:gd name="csY23" fmla="*/ 148766 h 281825"/>
              <a:gd name="csX24" fmla="*/ 101420 w 168592"/>
              <a:gd name="csY24" fmla="*/ 161743 h 281825"/>
              <a:gd name="csX25" fmla="*/ 99184 w 168592"/>
              <a:gd name="csY25" fmla="*/ 161186 h 281825"/>
              <a:gd name="csX26" fmla="*/ 95524 w 168592"/>
              <a:gd name="csY26" fmla="*/ 144761 h 281825"/>
              <a:gd name="csX27" fmla="*/ 89552 w 168592"/>
              <a:gd name="csY27" fmla="*/ 68799 h 281825"/>
              <a:gd name="csX28" fmla="*/ 86756 w 168592"/>
              <a:gd name="csY28" fmla="*/ 38047 h 281825"/>
              <a:gd name="csX29" fmla="*/ 36672 w 168592"/>
              <a:gd name="csY29" fmla="*/ 283 h 281825"/>
              <a:gd name="csX30" fmla="*/ 31793 w 168592"/>
              <a:gd name="csY30" fmla="*/ 2 h 28182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</a:cxnLst>
            <a:rect l="l" t="t" r="r" b="b"/>
            <a:pathLst>
              <a:path w="168592" h="281825">
                <a:moveTo>
                  <a:pt x="31795" y="0"/>
                </a:moveTo>
                <a:cubicBezTo>
                  <a:pt x="7555" y="0"/>
                  <a:pt x="-7238" y="21442"/>
                  <a:pt x="3617" y="43872"/>
                </a:cubicBezTo>
                <a:cubicBezTo>
                  <a:pt x="9772" y="56771"/>
                  <a:pt x="18747" y="63485"/>
                  <a:pt x="36740" y="68482"/>
                </a:cubicBezTo>
                <a:cubicBezTo>
                  <a:pt x="44164" y="70544"/>
                  <a:pt x="48693" y="71520"/>
                  <a:pt x="53501" y="71520"/>
                </a:cubicBezTo>
                <a:cubicBezTo>
                  <a:pt x="57020" y="71520"/>
                  <a:pt x="60688" y="70998"/>
                  <a:pt x="65749" y="69995"/>
                </a:cubicBezTo>
                <a:cubicBezTo>
                  <a:pt x="70301" y="69076"/>
                  <a:pt x="74444" y="68601"/>
                  <a:pt x="77281" y="68601"/>
                </a:cubicBezTo>
                <a:cubicBezTo>
                  <a:pt x="79379" y="68601"/>
                  <a:pt x="80763" y="68860"/>
                  <a:pt x="81065" y="69394"/>
                </a:cubicBezTo>
                <a:cubicBezTo>
                  <a:pt x="81776" y="70647"/>
                  <a:pt x="83473" y="89483"/>
                  <a:pt x="84931" y="111419"/>
                </a:cubicBezTo>
                <a:cubicBezTo>
                  <a:pt x="86586" y="133409"/>
                  <a:pt x="88761" y="158079"/>
                  <a:pt x="89760" y="166588"/>
                </a:cubicBezTo>
                <a:cubicBezTo>
                  <a:pt x="90816" y="174903"/>
                  <a:pt x="92262" y="188602"/>
                  <a:pt x="92668" y="196948"/>
                </a:cubicBezTo>
                <a:cubicBezTo>
                  <a:pt x="93328" y="205153"/>
                  <a:pt x="94557" y="226393"/>
                  <a:pt x="95684" y="244227"/>
                </a:cubicBezTo>
                <a:cubicBezTo>
                  <a:pt x="96670" y="261810"/>
                  <a:pt x="98100" y="277829"/>
                  <a:pt x="98898" y="279527"/>
                </a:cubicBezTo>
                <a:cubicBezTo>
                  <a:pt x="99552" y="281100"/>
                  <a:pt x="100465" y="281826"/>
                  <a:pt x="101500" y="281826"/>
                </a:cubicBezTo>
                <a:cubicBezTo>
                  <a:pt x="104076" y="281826"/>
                  <a:pt x="107414" y="277329"/>
                  <a:pt x="109434" y="270210"/>
                </a:cubicBezTo>
                <a:cubicBezTo>
                  <a:pt x="112431" y="259644"/>
                  <a:pt x="116635" y="253846"/>
                  <a:pt x="136536" y="232565"/>
                </a:cubicBezTo>
                <a:cubicBezTo>
                  <a:pt x="164100" y="203068"/>
                  <a:pt x="171447" y="181679"/>
                  <a:pt x="165535" y="148374"/>
                </a:cubicBezTo>
                <a:cubicBezTo>
                  <a:pt x="164407" y="142572"/>
                  <a:pt x="164823" y="135088"/>
                  <a:pt x="166600" y="128827"/>
                </a:cubicBezTo>
                <a:cubicBezTo>
                  <a:pt x="171650" y="111020"/>
                  <a:pt x="166564" y="73300"/>
                  <a:pt x="157364" y="60612"/>
                </a:cubicBezTo>
                <a:cubicBezTo>
                  <a:pt x="154724" y="57134"/>
                  <a:pt x="151656" y="52906"/>
                  <a:pt x="150803" y="51402"/>
                </a:cubicBezTo>
                <a:cubicBezTo>
                  <a:pt x="150020" y="50337"/>
                  <a:pt x="149425" y="49854"/>
                  <a:pt x="149022" y="49839"/>
                </a:cubicBezTo>
                <a:lnTo>
                  <a:pt x="148986" y="49839"/>
                </a:lnTo>
                <a:cubicBezTo>
                  <a:pt x="147929" y="49878"/>
                  <a:pt x="148291" y="53332"/>
                  <a:pt x="150214" y="57994"/>
                </a:cubicBezTo>
                <a:cubicBezTo>
                  <a:pt x="155467" y="71060"/>
                  <a:pt x="157354" y="100505"/>
                  <a:pt x="153723" y="114063"/>
                </a:cubicBezTo>
                <a:cubicBezTo>
                  <a:pt x="151280" y="122672"/>
                  <a:pt x="138191" y="140990"/>
                  <a:pt x="128946" y="148766"/>
                </a:cubicBezTo>
                <a:cubicBezTo>
                  <a:pt x="120614" y="155650"/>
                  <a:pt x="107212" y="161743"/>
                  <a:pt x="101420" y="161743"/>
                </a:cubicBezTo>
                <a:cubicBezTo>
                  <a:pt x="100433" y="161743"/>
                  <a:pt x="99667" y="161566"/>
                  <a:pt x="99184" y="161186"/>
                </a:cubicBezTo>
                <a:cubicBezTo>
                  <a:pt x="97967" y="160216"/>
                  <a:pt x="96239" y="152769"/>
                  <a:pt x="95524" y="144761"/>
                </a:cubicBezTo>
                <a:cubicBezTo>
                  <a:pt x="92013" y="106000"/>
                  <a:pt x="90844" y="91322"/>
                  <a:pt x="89552" y="68799"/>
                </a:cubicBezTo>
                <a:cubicBezTo>
                  <a:pt x="88699" y="55262"/>
                  <a:pt x="87504" y="41422"/>
                  <a:pt x="86756" y="38047"/>
                </a:cubicBezTo>
                <a:cubicBezTo>
                  <a:pt x="83293" y="21675"/>
                  <a:pt x="57982" y="2613"/>
                  <a:pt x="36672" y="283"/>
                </a:cubicBezTo>
                <a:cubicBezTo>
                  <a:pt x="35008" y="94"/>
                  <a:pt x="33380" y="2"/>
                  <a:pt x="31793" y="2"/>
                </a:cubicBezTo>
                <a:close/>
              </a:path>
            </a:pathLst>
          </a:custGeom>
          <a:solidFill>
            <a:srgbClr val="C00000"/>
          </a:solidFill>
          <a:ln w="7382" cap="flat">
            <a:noFill/>
            <a:prstDash val="solid"/>
            <a:miter/>
          </a:ln>
        </p:spPr>
        <p:txBody>
          <a:bodyPr/>
          <a:lstStyle/>
          <a:p>
            <a:endParaRPr lang="en-AU"/>
          </a:p>
        </p:txBody>
      </p:sp>
      <p:sp>
        <p:nvSpPr>
          <p:cNvPr id="60" name="Freeform: Shape 59">
            <a:extLst>
              <a:ext uri="{FF2B5EF4-FFF2-40B4-BE49-F238E27FC236}">
                <a16:creationId xmlns:a16="http://schemas.microsoft.com/office/drawing/2014/main" id="{7C0C67CB-03DD-A138-75E0-8498F9DB5D4A}"/>
              </a:ext>
            </a:extLst>
          </p:cNvPr>
          <p:cNvSpPr/>
          <p:nvPr/>
        </p:nvSpPr>
        <p:spPr>
          <a:xfrm flipH="1">
            <a:off x="725363" y="3507192"/>
            <a:ext cx="4129925" cy="2225772"/>
          </a:xfrm>
          <a:custGeom>
            <a:avLst/>
            <a:gdLst>
              <a:gd name="csX0" fmla="*/ 2074117 w 4129925"/>
              <a:gd name="csY0" fmla="*/ 569749 h 2225772"/>
              <a:gd name="csX1" fmla="*/ 2074117 w 4129925"/>
              <a:gd name="csY1" fmla="*/ 820228 h 2225772"/>
              <a:gd name="csX2" fmla="*/ 534486 w 4129925"/>
              <a:gd name="csY2" fmla="*/ 829206 h 2225772"/>
              <a:gd name="csX3" fmla="*/ 2074117 w 4129925"/>
              <a:gd name="csY3" fmla="*/ 569746 h 2225772"/>
              <a:gd name="csX4" fmla="*/ 4016026 w 4129925"/>
              <a:gd name="csY4" fmla="*/ 1267368 h 2225772"/>
              <a:gd name="csX5" fmla="*/ 4021693 w 4129925"/>
              <a:gd name="csY5" fmla="*/ 1367130 h 2225772"/>
              <a:gd name="csX6" fmla="*/ 4028246 w 4129925"/>
              <a:gd name="csY6" fmla="*/ 1482361 h 2225772"/>
              <a:gd name="csX7" fmla="*/ 4033624 w 4129925"/>
              <a:gd name="csY7" fmla="*/ 1522870 h 2225772"/>
              <a:gd name="csX8" fmla="*/ 4052927 w 4129925"/>
              <a:gd name="csY8" fmla="*/ 1630715 h 2225772"/>
              <a:gd name="csX9" fmla="*/ 4071574 w 4129925"/>
              <a:gd name="csY9" fmla="*/ 2011658 h 2225772"/>
              <a:gd name="csX10" fmla="*/ 4058854 w 4129925"/>
              <a:gd name="csY10" fmla="*/ 2040618 h 2225772"/>
              <a:gd name="csX11" fmla="*/ 3993550 w 4129925"/>
              <a:gd name="csY11" fmla="*/ 2109648 h 2225772"/>
              <a:gd name="csX12" fmla="*/ 3973355 w 4129925"/>
              <a:gd name="csY12" fmla="*/ 2117043 h 2225772"/>
              <a:gd name="csX13" fmla="*/ 3927401 w 4129925"/>
              <a:gd name="csY13" fmla="*/ 2130630 h 2225772"/>
              <a:gd name="csX14" fmla="*/ 3927355 w 4129925"/>
              <a:gd name="csY14" fmla="*/ 2130630 h 2225772"/>
              <a:gd name="csX15" fmla="*/ 3922325 w 4129925"/>
              <a:gd name="csY15" fmla="*/ 2129747 h 2225772"/>
              <a:gd name="csX16" fmla="*/ 3939834 w 4129925"/>
              <a:gd name="csY16" fmla="*/ 2103935 h 2225772"/>
              <a:gd name="csX17" fmla="*/ 3983348 w 4129925"/>
              <a:gd name="csY17" fmla="*/ 2043359 h 2225772"/>
              <a:gd name="csX18" fmla="*/ 4000795 w 4129925"/>
              <a:gd name="csY18" fmla="*/ 1975453 h 2225772"/>
              <a:gd name="csX19" fmla="*/ 3970359 w 4129925"/>
              <a:gd name="csY19" fmla="*/ 1890778 h 2225772"/>
              <a:gd name="csX20" fmla="*/ 3890549 w 4129925"/>
              <a:gd name="csY20" fmla="*/ 1860374 h 2225772"/>
              <a:gd name="csX21" fmla="*/ 3866616 w 4129925"/>
              <a:gd name="csY21" fmla="*/ 1856725 h 2225772"/>
              <a:gd name="csX22" fmla="*/ 3863339 w 4129925"/>
              <a:gd name="csY22" fmla="*/ 1798846 h 2225772"/>
              <a:gd name="csX23" fmla="*/ 3852042 w 4129925"/>
              <a:gd name="csY23" fmla="*/ 1712039 h 2225772"/>
              <a:gd name="csX24" fmla="*/ 3833282 w 4129925"/>
              <a:gd name="csY24" fmla="*/ 1611560 h 2225772"/>
              <a:gd name="csX25" fmla="*/ 3867869 w 4129925"/>
              <a:gd name="csY25" fmla="*/ 1572227 h 2225772"/>
              <a:gd name="csX26" fmla="*/ 3867878 w 4129925"/>
              <a:gd name="csY26" fmla="*/ 1572227 h 2225772"/>
              <a:gd name="csX27" fmla="*/ 3869383 w 4129925"/>
              <a:gd name="csY27" fmla="*/ 1572569 h 2225772"/>
              <a:gd name="csX28" fmla="*/ 3874189 w 4129925"/>
              <a:gd name="csY28" fmla="*/ 1585716 h 2225772"/>
              <a:gd name="csX29" fmla="*/ 3917319 w 4129925"/>
              <a:gd name="csY29" fmla="*/ 1627751 h 2225772"/>
              <a:gd name="csX30" fmla="*/ 3917324 w 4129925"/>
              <a:gd name="csY30" fmla="*/ 1627751 h 2225772"/>
              <a:gd name="csX31" fmla="*/ 3938576 w 4129925"/>
              <a:gd name="csY31" fmla="*/ 1615618 h 2225772"/>
              <a:gd name="csX32" fmla="*/ 3960310 w 4129925"/>
              <a:gd name="csY32" fmla="*/ 1569805 h 2225772"/>
              <a:gd name="csX33" fmla="*/ 3969784 w 4129925"/>
              <a:gd name="csY33" fmla="*/ 1504015 h 2225772"/>
              <a:gd name="csX34" fmla="*/ 3980329 w 4129925"/>
              <a:gd name="csY34" fmla="*/ 1443486 h 2225772"/>
              <a:gd name="csX35" fmla="*/ 3990346 w 4129925"/>
              <a:gd name="csY35" fmla="*/ 1385588 h 2225772"/>
              <a:gd name="csX36" fmla="*/ 4000356 w 4129925"/>
              <a:gd name="csY36" fmla="*/ 1322429 h 2225772"/>
              <a:gd name="csX37" fmla="*/ 4012512 w 4129925"/>
              <a:gd name="csY37" fmla="*/ 1272422 h 2225772"/>
              <a:gd name="csX38" fmla="*/ 4016024 w 4129925"/>
              <a:gd name="csY38" fmla="*/ 1267362 h 2225772"/>
              <a:gd name="csX39" fmla="*/ 3411761 w 4129925"/>
              <a:gd name="csY39" fmla="*/ 2 h 2225772"/>
              <a:gd name="csX40" fmla="*/ 3410794 w 4129925"/>
              <a:gd name="csY40" fmla="*/ 3 h 2225772"/>
              <a:gd name="csX41" fmla="*/ 3371557 w 4129925"/>
              <a:gd name="csY41" fmla="*/ 2330 h 2225772"/>
              <a:gd name="csX42" fmla="*/ 3331945 w 4129925"/>
              <a:gd name="csY42" fmla="*/ 9419 h 2225772"/>
              <a:gd name="csX43" fmla="*/ 3323041 w 4129925"/>
              <a:gd name="csY43" fmla="*/ 11853 h 2225772"/>
              <a:gd name="csX44" fmla="*/ 3221986 w 4129925"/>
              <a:gd name="csY44" fmla="*/ 68775 h 2225772"/>
              <a:gd name="csX45" fmla="*/ 3186835 w 4129925"/>
              <a:gd name="csY45" fmla="*/ 118089 h 2225772"/>
              <a:gd name="csX46" fmla="*/ 3169629 w 4129925"/>
              <a:gd name="csY46" fmla="*/ 192060 h 2225772"/>
              <a:gd name="csX47" fmla="*/ 3178142 w 4129925"/>
              <a:gd name="csY47" fmla="*/ 227371 h 2225772"/>
              <a:gd name="csX48" fmla="*/ 3180002 w 4129925"/>
              <a:gd name="csY48" fmla="*/ 230235 h 2225772"/>
              <a:gd name="csX49" fmla="*/ 3177730 w 4129925"/>
              <a:gd name="csY49" fmla="*/ 235426 h 2225772"/>
              <a:gd name="csX50" fmla="*/ 3157438 w 4129925"/>
              <a:gd name="csY50" fmla="*/ 275758 h 2225772"/>
              <a:gd name="csX51" fmla="*/ 3130884 w 4129925"/>
              <a:gd name="csY51" fmla="*/ 331947 h 2225772"/>
              <a:gd name="csX52" fmla="*/ 3130047 w 4129925"/>
              <a:gd name="csY52" fmla="*/ 350210 h 2225772"/>
              <a:gd name="csX53" fmla="*/ 3148963 w 4129925"/>
              <a:gd name="csY53" fmla="*/ 361222 h 2225772"/>
              <a:gd name="csX54" fmla="*/ 3158116 w 4129925"/>
              <a:gd name="csY54" fmla="*/ 363004 h 2225772"/>
              <a:gd name="csX55" fmla="*/ 3158141 w 4129925"/>
              <a:gd name="csY55" fmla="*/ 363004 h 2225772"/>
              <a:gd name="csX56" fmla="*/ 3159593 w 4129925"/>
              <a:gd name="csY56" fmla="*/ 362950 h 2225772"/>
              <a:gd name="csX57" fmla="*/ 3164753 w 4129925"/>
              <a:gd name="csY57" fmla="*/ 362779 h 2225772"/>
              <a:gd name="csX58" fmla="*/ 3164841 w 4129925"/>
              <a:gd name="csY58" fmla="*/ 362779 h 2225772"/>
              <a:gd name="csX59" fmla="*/ 3176525 w 4129925"/>
              <a:gd name="csY59" fmla="*/ 366035 h 2225772"/>
              <a:gd name="csX60" fmla="*/ 3177992 w 4129925"/>
              <a:gd name="csY60" fmla="*/ 376803 h 2225772"/>
              <a:gd name="csX61" fmla="*/ 3177475 w 4129925"/>
              <a:gd name="csY61" fmla="*/ 384340 h 2225772"/>
              <a:gd name="csX62" fmla="*/ 3174531 w 4129925"/>
              <a:gd name="csY62" fmla="*/ 394556 h 2225772"/>
              <a:gd name="csX63" fmla="*/ 3171879 w 4129925"/>
              <a:gd name="csY63" fmla="*/ 405496 h 2225772"/>
              <a:gd name="csX64" fmla="*/ 3184634 w 4129925"/>
              <a:gd name="csY64" fmla="*/ 416836 h 2225772"/>
              <a:gd name="csX65" fmla="*/ 3188509 w 4129925"/>
              <a:gd name="csY65" fmla="*/ 419157 h 2225772"/>
              <a:gd name="csX66" fmla="*/ 3184968 w 4129925"/>
              <a:gd name="csY66" fmla="*/ 428120 h 2225772"/>
              <a:gd name="csX67" fmla="*/ 3181482 w 4129925"/>
              <a:gd name="csY67" fmla="*/ 437609 h 2225772"/>
              <a:gd name="csX68" fmla="*/ 3189248 w 4129925"/>
              <a:gd name="csY68" fmla="*/ 445282 h 2225772"/>
              <a:gd name="csX69" fmla="*/ 3201815 w 4129925"/>
              <a:gd name="csY69" fmla="*/ 460622 h 2225772"/>
              <a:gd name="csX70" fmla="*/ 3201009 w 4129925"/>
              <a:gd name="csY70" fmla="*/ 477805 h 2225772"/>
              <a:gd name="csX71" fmla="*/ 3201861 w 4129925"/>
              <a:gd name="csY71" fmla="*/ 510903 h 2225772"/>
              <a:gd name="csX72" fmla="*/ 3228305 w 4129925"/>
              <a:gd name="csY72" fmla="*/ 530856 h 2225772"/>
              <a:gd name="csX73" fmla="*/ 3242423 w 4129925"/>
              <a:gd name="csY73" fmla="*/ 533221 h 2225772"/>
              <a:gd name="csX74" fmla="*/ 3246931 w 4129925"/>
              <a:gd name="csY74" fmla="*/ 533510 h 2225772"/>
              <a:gd name="csX75" fmla="*/ 3288120 w 4129925"/>
              <a:gd name="csY75" fmla="*/ 525669 h 2225772"/>
              <a:gd name="csX76" fmla="*/ 3329255 w 4129925"/>
              <a:gd name="csY76" fmla="*/ 517789 h 2225772"/>
              <a:gd name="csX77" fmla="*/ 3331523 w 4129925"/>
              <a:gd name="csY77" fmla="*/ 519496 h 2225772"/>
              <a:gd name="csX78" fmla="*/ 3343948 w 4129925"/>
              <a:gd name="csY78" fmla="*/ 535843 h 2225772"/>
              <a:gd name="csX79" fmla="*/ 3351257 w 4129925"/>
              <a:gd name="csY79" fmla="*/ 550312 h 2225772"/>
              <a:gd name="csX80" fmla="*/ 3351193 w 4129925"/>
              <a:gd name="csY80" fmla="*/ 550312 h 2225772"/>
              <a:gd name="csX81" fmla="*/ 3346611 w 4129925"/>
              <a:gd name="csY81" fmla="*/ 552554 h 2225772"/>
              <a:gd name="csX82" fmla="*/ 3346675 w 4129925"/>
              <a:gd name="csY82" fmla="*/ 552554 h 2225772"/>
              <a:gd name="csX83" fmla="*/ 3348345 w 4129925"/>
              <a:gd name="csY83" fmla="*/ 555170 h 2225772"/>
              <a:gd name="csX84" fmla="*/ 3352652 w 4129925"/>
              <a:gd name="csY84" fmla="*/ 590945 h 2225772"/>
              <a:gd name="csX85" fmla="*/ 3309311 w 4129925"/>
              <a:gd name="csY85" fmla="*/ 767288 h 2225772"/>
              <a:gd name="csX86" fmla="*/ 3285537 w 4129925"/>
              <a:gd name="csY86" fmla="*/ 870986 h 2225772"/>
              <a:gd name="csX87" fmla="*/ 3247926 w 4129925"/>
              <a:gd name="csY87" fmla="*/ 968389 h 2225772"/>
              <a:gd name="csX88" fmla="*/ 3227425 w 4129925"/>
              <a:gd name="csY88" fmla="*/ 1127857 h 2225772"/>
              <a:gd name="csX89" fmla="*/ 3221650 w 4129925"/>
              <a:gd name="csY89" fmla="*/ 1177330 h 2225772"/>
              <a:gd name="csX90" fmla="*/ 3214820 w 4129925"/>
              <a:gd name="csY90" fmla="*/ 1233644 h 2225772"/>
              <a:gd name="csX91" fmla="*/ 3211704 w 4129925"/>
              <a:gd name="csY91" fmla="*/ 1283638 h 2225772"/>
              <a:gd name="csX92" fmla="*/ 3164907 w 4129925"/>
              <a:gd name="csY92" fmla="*/ 1282127 h 2225772"/>
              <a:gd name="csX93" fmla="*/ 3148539 w 4129925"/>
              <a:gd name="csY93" fmla="*/ 1281840 h 2225772"/>
              <a:gd name="csX94" fmla="*/ 3147979 w 4129925"/>
              <a:gd name="csY94" fmla="*/ 1281840 h 2225772"/>
              <a:gd name="csX95" fmla="*/ 3110144 w 4129925"/>
              <a:gd name="csY95" fmla="*/ 1287469 h 2225772"/>
              <a:gd name="csX96" fmla="*/ 3069743 w 4129925"/>
              <a:gd name="csY96" fmla="*/ 1295947 h 2225772"/>
              <a:gd name="csX97" fmla="*/ 3057352 w 4129925"/>
              <a:gd name="csY97" fmla="*/ 1296319 h 2225772"/>
              <a:gd name="csX98" fmla="*/ 3057142 w 4129925"/>
              <a:gd name="csY98" fmla="*/ 1296319 h 2225772"/>
              <a:gd name="csX99" fmla="*/ 2975030 w 4129925"/>
              <a:gd name="csY99" fmla="*/ 1255567 h 2225772"/>
              <a:gd name="csX100" fmla="*/ 2932459 w 4129925"/>
              <a:gd name="csY100" fmla="*/ 1234581 h 2225772"/>
              <a:gd name="csX101" fmla="*/ 2902130 w 4129925"/>
              <a:gd name="csY101" fmla="*/ 1222522 h 2225772"/>
              <a:gd name="csX102" fmla="*/ 2886664 w 4129925"/>
              <a:gd name="csY102" fmla="*/ 1220078 h 2225772"/>
              <a:gd name="csX103" fmla="*/ 2886527 w 4129925"/>
              <a:gd name="csY103" fmla="*/ 1220078 h 2225772"/>
              <a:gd name="csX104" fmla="*/ 2872882 w 4129925"/>
              <a:gd name="csY104" fmla="*/ 1220987 h 2225772"/>
              <a:gd name="csX105" fmla="*/ 2812803 w 4129925"/>
              <a:gd name="csY105" fmla="*/ 1227388 h 2225772"/>
              <a:gd name="csX106" fmla="*/ 2757006 w 4129925"/>
              <a:gd name="csY106" fmla="*/ 1252200 h 2225772"/>
              <a:gd name="csX107" fmla="*/ 2741087 w 4129925"/>
              <a:gd name="csY107" fmla="*/ 1275377 h 2225772"/>
              <a:gd name="csX108" fmla="*/ 2733611 w 4129925"/>
              <a:gd name="csY108" fmla="*/ 1284900 h 2225772"/>
              <a:gd name="csX109" fmla="*/ 2498750 w 4129925"/>
              <a:gd name="csY109" fmla="*/ 1276646 h 2225772"/>
              <a:gd name="csX110" fmla="*/ 2495909 w 4129925"/>
              <a:gd name="csY110" fmla="*/ 817827 h 2225772"/>
              <a:gd name="csX111" fmla="*/ 2107695 w 4129925"/>
              <a:gd name="csY111" fmla="*/ 820091 h 2225772"/>
              <a:gd name="csX112" fmla="*/ 2107695 w 4129925"/>
              <a:gd name="csY112" fmla="*/ 564144 h 2225772"/>
              <a:gd name="csX113" fmla="*/ 2510630 w 4129925"/>
              <a:gd name="csY113" fmla="*/ 496239 h 2225772"/>
              <a:gd name="csX114" fmla="*/ 2501996 w 4129925"/>
              <a:gd name="csY114" fmla="*/ 441479 h 2225772"/>
              <a:gd name="csX115" fmla="*/ 2501873 w 4129925"/>
              <a:gd name="csY115" fmla="*/ 440762 h 2225772"/>
              <a:gd name="csX116" fmla="*/ 184473 w 4129925"/>
              <a:gd name="csY116" fmla="*/ 831302 h 2225772"/>
              <a:gd name="csX117" fmla="*/ 3173 w 4129925"/>
              <a:gd name="csY117" fmla="*/ 832359 h 2225772"/>
              <a:gd name="csX118" fmla="*/ 0 w 4129925"/>
              <a:gd name="csY118" fmla="*/ 832379 h 2225772"/>
              <a:gd name="csX119" fmla="*/ 4301 w 4129925"/>
              <a:gd name="csY119" fmla="*/ 1527099 h 2225772"/>
              <a:gd name="csX120" fmla="*/ 94600 w 4129925"/>
              <a:gd name="csY120" fmla="*/ 1526556 h 2225772"/>
              <a:gd name="csX121" fmla="*/ 101106 w 4129925"/>
              <a:gd name="csY121" fmla="*/ 2225773 h 2225772"/>
              <a:gd name="csX122" fmla="*/ 205667 w 4129925"/>
              <a:gd name="csY122" fmla="*/ 2225773 h 2225772"/>
              <a:gd name="csX123" fmla="*/ 199347 w 4129925"/>
              <a:gd name="csY123" fmla="*/ 1525929 h 2225772"/>
              <a:gd name="csX124" fmla="*/ 369454 w 4129925"/>
              <a:gd name="csY124" fmla="*/ 1524906 h 2225772"/>
              <a:gd name="csX125" fmla="*/ 368885 w 4129925"/>
              <a:gd name="csY125" fmla="*/ 1672268 h 2225772"/>
              <a:gd name="csX126" fmla="*/ 370087 w 4129925"/>
              <a:gd name="csY126" fmla="*/ 1673522 h 2225772"/>
              <a:gd name="csX127" fmla="*/ 371356 w 4129925"/>
              <a:gd name="csY127" fmla="*/ 1673446 h 2225772"/>
              <a:gd name="csX128" fmla="*/ 1373258 w 4129925"/>
              <a:gd name="csY128" fmla="*/ 1677217 h 2225772"/>
              <a:gd name="csX129" fmla="*/ 1375394 w 4129925"/>
              <a:gd name="csY129" fmla="*/ 1907768 h 2225772"/>
              <a:gd name="csX130" fmla="*/ 1378339 w 4129925"/>
              <a:gd name="csY130" fmla="*/ 2225769 h 2225772"/>
              <a:gd name="csX131" fmla="*/ 1469037 w 4129925"/>
              <a:gd name="csY131" fmla="*/ 2225769 h 2225772"/>
              <a:gd name="csX132" fmla="*/ 1470049 w 4129925"/>
              <a:gd name="csY132" fmla="*/ 1909733 h 2225772"/>
              <a:gd name="csX133" fmla="*/ 1470952 w 4129925"/>
              <a:gd name="csY133" fmla="*/ 1677584 h 2225772"/>
              <a:gd name="csX134" fmla="*/ 1470973 w 4129925"/>
              <a:gd name="csY134" fmla="*/ 1677584 h 2225772"/>
              <a:gd name="csX135" fmla="*/ 1905873 w 4129925"/>
              <a:gd name="csY135" fmla="*/ 1679221 h 2225772"/>
              <a:gd name="csX136" fmla="*/ 1906313 w 4129925"/>
              <a:gd name="csY136" fmla="*/ 1565308 h 2225772"/>
              <a:gd name="csX137" fmla="*/ 1906339 w 4129925"/>
              <a:gd name="csY137" fmla="*/ 1565308 h 2225772"/>
              <a:gd name="csX138" fmla="*/ 2189536 w 4129925"/>
              <a:gd name="csY138" fmla="*/ 1566651 h 2225772"/>
              <a:gd name="csX139" fmla="*/ 2189536 w 4129925"/>
              <a:gd name="csY139" fmla="*/ 1566651 h 2225772"/>
              <a:gd name="csX140" fmla="*/ 2195360 w 4129925"/>
              <a:gd name="csY140" fmla="*/ 1907621 h 2225772"/>
              <a:gd name="csX141" fmla="*/ 2197322 w 4129925"/>
              <a:gd name="csY141" fmla="*/ 2225764 h 2225772"/>
              <a:gd name="csX142" fmla="*/ 2287935 w 4129925"/>
              <a:gd name="csY142" fmla="*/ 2225764 h 2225772"/>
              <a:gd name="csX143" fmla="*/ 2288952 w 4129925"/>
              <a:gd name="csY143" fmla="*/ 1909585 h 2225772"/>
              <a:gd name="csX144" fmla="*/ 2294292 w 4129925"/>
              <a:gd name="csY144" fmla="*/ 1567018 h 2225772"/>
              <a:gd name="csX145" fmla="*/ 2621854 w 4129925"/>
              <a:gd name="csY145" fmla="*/ 1563909 h 2225772"/>
              <a:gd name="csX146" fmla="*/ 2945518 w 4129925"/>
              <a:gd name="csY146" fmla="*/ 1560065 h 2225772"/>
              <a:gd name="csX147" fmla="*/ 2945554 w 4129925"/>
              <a:gd name="csY147" fmla="*/ 1560065 h 2225772"/>
              <a:gd name="csX148" fmla="*/ 2984580 w 4129925"/>
              <a:gd name="csY148" fmla="*/ 1561453 h 2225772"/>
              <a:gd name="csX149" fmla="*/ 3007820 w 4129925"/>
              <a:gd name="csY149" fmla="*/ 1561950 h 2225772"/>
              <a:gd name="csX150" fmla="*/ 3012774 w 4129925"/>
              <a:gd name="csY150" fmla="*/ 1422304 h 2225772"/>
              <a:gd name="csX151" fmla="*/ 3012811 w 4129925"/>
              <a:gd name="csY151" fmla="*/ 1422304 h 2225772"/>
              <a:gd name="csX152" fmla="*/ 3030067 w 4129925"/>
              <a:gd name="csY152" fmla="*/ 1449127 h 2225772"/>
              <a:gd name="csX153" fmla="*/ 3060957 w 4129925"/>
              <a:gd name="csY153" fmla="*/ 1480655 h 2225772"/>
              <a:gd name="csX154" fmla="*/ 3099261 w 4129925"/>
              <a:gd name="csY154" fmla="*/ 1492177 h 2225772"/>
              <a:gd name="csX155" fmla="*/ 3112552 w 4129925"/>
              <a:gd name="csY155" fmla="*/ 1502681 h 2225772"/>
              <a:gd name="csX156" fmla="*/ 3112612 w 4129925"/>
              <a:gd name="csY156" fmla="*/ 1502681 h 2225772"/>
              <a:gd name="csX157" fmla="*/ 3126402 w 4129925"/>
              <a:gd name="csY157" fmla="*/ 1507398 h 2225772"/>
              <a:gd name="csX158" fmla="*/ 3083370 w 4129925"/>
              <a:gd name="csY158" fmla="*/ 1534295 h 2225772"/>
              <a:gd name="csX159" fmla="*/ 3052025 w 4129925"/>
              <a:gd name="csY159" fmla="*/ 1553812 h 2225772"/>
              <a:gd name="csX160" fmla="*/ 2982978 w 4129925"/>
              <a:gd name="csY160" fmla="*/ 1608111 h 2225772"/>
              <a:gd name="csX161" fmla="*/ 2961199 w 4129925"/>
              <a:gd name="csY161" fmla="*/ 1623929 h 2225772"/>
              <a:gd name="csX162" fmla="*/ 2887309 w 4129925"/>
              <a:gd name="csY162" fmla="*/ 1639823 h 2225772"/>
              <a:gd name="csX163" fmla="*/ 2813934 w 4129925"/>
              <a:gd name="csY163" fmla="*/ 1645191 h 2225772"/>
              <a:gd name="csX164" fmla="*/ 2717714 w 4129925"/>
              <a:gd name="csY164" fmla="*/ 1663749 h 2225772"/>
              <a:gd name="csX165" fmla="*/ 2497107 w 4129925"/>
              <a:gd name="csY165" fmla="*/ 1714060 h 2225772"/>
              <a:gd name="csX166" fmla="*/ 2449329 w 4129925"/>
              <a:gd name="csY166" fmla="*/ 1767803 h 2225772"/>
              <a:gd name="csX167" fmla="*/ 2440379 w 4129925"/>
              <a:gd name="csY167" fmla="*/ 1828330 h 2225772"/>
              <a:gd name="csX168" fmla="*/ 2474017 w 4129925"/>
              <a:gd name="csY168" fmla="*/ 1920368 h 2225772"/>
              <a:gd name="csX169" fmla="*/ 2497464 w 4129925"/>
              <a:gd name="csY169" fmla="*/ 1954536 h 2225772"/>
              <a:gd name="csX170" fmla="*/ 2508680 w 4129925"/>
              <a:gd name="csY170" fmla="*/ 1987671 h 2225772"/>
              <a:gd name="csX171" fmla="*/ 2527370 w 4129925"/>
              <a:gd name="csY171" fmla="*/ 2040264 h 2225772"/>
              <a:gd name="csX172" fmla="*/ 2566333 w 4129925"/>
              <a:gd name="csY172" fmla="*/ 2136503 h 2225772"/>
              <a:gd name="csX173" fmla="*/ 2601539 w 4129925"/>
              <a:gd name="csY173" fmla="*/ 2210647 h 2225772"/>
              <a:gd name="csX174" fmla="*/ 2609296 w 4129925"/>
              <a:gd name="csY174" fmla="*/ 2225766 h 2225772"/>
              <a:gd name="csX175" fmla="*/ 2937540 w 4129925"/>
              <a:gd name="csY175" fmla="*/ 2225766 h 2225772"/>
              <a:gd name="csX176" fmla="*/ 2938144 w 4129925"/>
              <a:gd name="csY176" fmla="*/ 2211736 h 2225772"/>
              <a:gd name="csX177" fmla="*/ 2929022 w 4129925"/>
              <a:gd name="csY177" fmla="*/ 2156497 h 2225772"/>
              <a:gd name="csX178" fmla="*/ 2911937 w 4129925"/>
              <a:gd name="csY178" fmla="*/ 2110742 h 2225772"/>
              <a:gd name="csX179" fmla="*/ 2886845 w 4129925"/>
              <a:gd name="csY179" fmla="*/ 2043950 h 2225772"/>
              <a:gd name="csX180" fmla="*/ 2874090 w 4129925"/>
              <a:gd name="csY180" fmla="*/ 1995960 h 2225772"/>
              <a:gd name="csX181" fmla="*/ 2874149 w 4129925"/>
              <a:gd name="csY181" fmla="*/ 1995960 h 2225772"/>
              <a:gd name="csX182" fmla="*/ 2889979 w 4129925"/>
              <a:gd name="csY182" fmla="*/ 2005532 h 2225772"/>
              <a:gd name="csX183" fmla="*/ 2922489 w 4129925"/>
              <a:gd name="csY183" fmla="*/ 2018128 h 2225772"/>
              <a:gd name="csX184" fmla="*/ 2922682 w 4129925"/>
              <a:gd name="csY184" fmla="*/ 2018128 h 2225772"/>
              <a:gd name="csX185" fmla="*/ 2953807 w 4129925"/>
              <a:gd name="csY185" fmla="*/ 2016491 h 2225772"/>
              <a:gd name="csX186" fmla="*/ 2999312 w 4129925"/>
              <a:gd name="csY186" fmla="*/ 2015506 h 2225772"/>
              <a:gd name="csX187" fmla="*/ 3002141 w 4129925"/>
              <a:gd name="csY187" fmla="*/ 2015504 h 2225772"/>
              <a:gd name="csX188" fmla="*/ 3098448 w 4129925"/>
              <a:gd name="csY188" fmla="*/ 2017332 h 2225772"/>
              <a:gd name="csX189" fmla="*/ 3196296 w 4129925"/>
              <a:gd name="csY189" fmla="*/ 2020873 h 2225772"/>
              <a:gd name="csX190" fmla="*/ 3194742 w 4129925"/>
              <a:gd name="csY190" fmla="*/ 2048237 h 2225772"/>
              <a:gd name="csX191" fmla="*/ 3200130 w 4129925"/>
              <a:gd name="csY191" fmla="*/ 2095589 h 2225772"/>
              <a:gd name="csX192" fmla="*/ 3231572 w 4129925"/>
              <a:gd name="csY192" fmla="*/ 2144481 h 2225772"/>
              <a:gd name="csX193" fmla="*/ 3231578 w 4129925"/>
              <a:gd name="csY193" fmla="*/ 2144481 h 2225772"/>
              <a:gd name="csX194" fmla="*/ 3270959 w 4129925"/>
              <a:gd name="csY194" fmla="*/ 2165999 h 2225772"/>
              <a:gd name="csX195" fmla="*/ 3314598 w 4129925"/>
              <a:gd name="csY195" fmla="*/ 2185030 h 2225772"/>
              <a:gd name="csX196" fmla="*/ 3314654 w 4129925"/>
              <a:gd name="csY196" fmla="*/ 2185030 h 2225772"/>
              <a:gd name="csX197" fmla="*/ 3325756 w 4129925"/>
              <a:gd name="csY197" fmla="*/ 2183808 h 2225772"/>
              <a:gd name="csX198" fmla="*/ 3424653 w 4129925"/>
              <a:gd name="csY198" fmla="*/ 2177350 h 2225772"/>
              <a:gd name="csX199" fmla="*/ 3502819 w 4129925"/>
              <a:gd name="csY199" fmla="*/ 2175131 h 2225772"/>
              <a:gd name="csX200" fmla="*/ 3502862 w 4129925"/>
              <a:gd name="csY200" fmla="*/ 2204073 h 2225772"/>
              <a:gd name="csX201" fmla="*/ 3503913 w 4129925"/>
              <a:gd name="csY201" fmla="*/ 2225766 h 2225772"/>
              <a:gd name="csX202" fmla="*/ 3677691 w 4129925"/>
              <a:gd name="csY202" fmla="*/ 2225766 h 2225772"/>
              <a:gd name="csX203" fmla="*/ 3675174 w 4129925"/>
              <a:gd name="csY203" fmla="*/ 2215924 h 2225772"/>
              <a:gd name="csX204" fmla="*/ 3678870 w 4129925"/>
              <a:gd name="csY204" fmla="*/ 2175834 h 2225772"/>
              <a:gd name="csX205" fmla="*/ 3678941 w 4129925"/>
              <a:gd name="csY205" fmla="*/ 2175834 h 2225772"/>
              <a:gd name="csX206" fmla="*/ 3689473 w 4129925"/>
              <a:gd name="csY206" fmla="*/ 2176438 h 2225772"/>
              <a:gd name="csX207" fmla="*/ 3720356 w 4129925"/>
              <a:gd name="csY207" fmla="*/ 2204282 h 2225772"/>
              <a:gd name="csX208" fmla="*/ 3727449 w 4129925"/>
              <a:gd name="csY208" fmla="*/ 2225766 h 2225772"/>
              <a:gd name="csX209" fmla="*/ 3895056 w 4129925"/>
              <a:gd name="csY209" fmla="*/ 2225766 h 2225772"/>
              <a:gd name="csX210" fmla="*/ 3895332 w 4129925"/>
              <a:gd name="csY210" fmla="*/ 2221392 h 2225772"/>
              <a:gd name="csX211" fmla="*/ 3938872 w 4129925"/>
              <a:gd name="csY211" fmla="*/ 2178180 h 2225772"/>
              <a:gd name="csX212" fmla="*/ 3996268 w 4129925"/>
              <a:gd name="csY212" fmla="*/ 2155995 h 2225772"/>
              <a:gd name="csX213" fmla="*/ 4029750 w 4129925"/>
              <a:gd name="csY213" fmla="*/ 2143317 h 2225772"/>
              <a:gd name="csX214" fmla="*/ 4108864 w 4129925"/>
              <a:gd name="csY214" fmla="*/ 2063745 h 2225772"/>
              <a:gd name="csX215" fmla="*/ 4114163 w 4129925"/>
              <a:gd name="csY215" fmla="*/ 2051109 h 2225772"/>
              <a:gd name="csX216" fmla="*/ 4119457 w 4129925"/>
              <a:gd name="csY216" fmla="*/ 2035315 h 2225772"/>
              <a:gd name="csX217" fmla="*/ 4124750 w 4129925"/>
              <a:gd name="csY217" fmla="*/ 2019520 h 2225772"/>
              <a:gd name="csX218" fmla="*/ 4129924 w 4129925"/>
              <a:gd name="csY218" fmla="*/ 1922165 h 2225772"/>
              <a:gd name="csX219" fmla="*/ 4124460 w 4129925"/>
              <a:gd name="csY219" fmla="*/ 1824825 h 2225772"/>
              <a:gd name="csX220" fmla="*/ 4119066 w 4129925"/>
              <a:gd name="csY220" fmla="*/ 1772738 h 2225772"/>
              <a:gd name="csX221" fmla="*/ 4114201 w 4129925"/>
              <a:gd name="csY221" fmla="*/ 1719599 h 2225772"/>
              <a:gd name="csX222" fmla="*/ 4106685 w 4129925"/>
              <a:gd name="csY222" fmla="*/ 1672251 h 2225772"/>
              <a:gd name="csX223" fmla="*/ 4098068 w 4129925"/>
              <a:gd name="csY223" fmla="*/ 1598593 h 2225772"/>
              <a:gd name="csX224" fmla="*/ 4074996 w 4129925"/>
              <a:gd name="csY224" fmla="*/ 1459183 h 2225772"/>
              <a:gd name="csX225" fmla="*/ 4078459 w 4129925"/>
              <a:gd name="csY225" fmla="*/ 1285006 h 2225772"/>
              <a:gd name="csX226" fmla="*/ 4079900 w 4129925"/>
              <a:gd name="csY226" fmla="*/ 1181340 h 2225772"/>
              <a:gd name="csX227" fmla="*/ 4057024 w 4129925"/>
              <a:gd name="csY227" fmla="*/ 1174006 h 2225772"/>
              <a:gd name="csX228" fmla="*/ 4042100 w 4129925"/>
              <a:gd name="csY228" fmla="*/ 1151401 h 2225772"/>
              <a:gd name="csX229" fmla="*/ 4052665 w 4129925"/>
              <a:gd name="csY229" fmla="*/ 1104027 h 2225772"/>
              <a:gd name="csX230" fmla="*/ 4037105 w 4129925"/>
              <a:gd name="csY230" fmla="*/ 1010386 h 2225772"/>
              <a:gd name="csX231" fmla="*/ 4029065 w 4129925"/>
              <a:gd name="csY231" fmla="*/ 1009496 h 2225772"/>
              <a:gd name="csX232" fmla="*/ 4028995 w 4129925"/>
              <a:gd name="csY232" fmla="*/ 1009496 h 2225772"/>
              <a:gd name="csX233" fmla="*/ 3958442 w 4129925"/>
              <a:gd name="csY233" fmla="*/ 1035757 h 2225772"/>
              <a:gd name="csX234" fmla="*/ 3940268 w 4129925"/>
              <a:gd name="csY234" fmla="*/ 1047333 h 2225772"/>
              <a:gd name="csX235" fmla="*/ 3940264 w 4129925"/>
              <a:gd name="csY235" fmla="*/ 1047333 h 2225772"/>
              <a:gd name="csX236" fmla="*/ 3938784 w 4129925"/>
              <a:gd name="csY236" fmla="*/ 1046837 h 2225772"/>
              <a:gd name="csX237" fmla="*/ 3936071 w 4129925"/>
              <a:gd name="csY237" fmla="*/ 1010532 h 2225772"/>
              <a:gd name="csX238" fmla="*/ 3904978 w 4129925"/>
              <a:gd name="csY238" fmla="*/ 841136 h 2225772"/>
              <a:gd name="csX239" fmla="*/ 3847947 w 4129925"/>
              <a:gd name="csY239" fmla="*/ 752290 h 2225772"/>
              <a:gd name="csX240" fmla="*/ 3830361 w 4129925"/>
              <a:gd name="csY240" fmla="*/ 726532 h 2225772"/>
              <a:gd name="csX241" fmla="*/ 3716380 w 4129925"/>
              <a:gd name="csY241" fmla="*/ 602517 h 2225772"/>
              <a:gd name="csX242" fmla="*/ 3702537 w 4129925"/>
              <a:gd name="csY242" fmla="*/ 591487 h 2225772"/>
              <a:gd name="csX243" fmla="*/ 3680708 w 4129925"/>
              <a:gd name="csY243" fmla="*/ 574154 h 2225772"/>
              <a:gd name="csX244" fmla="*/ 3657790 w 4129925"/>
              <a:gd name="csY244" fmla="*/ 538932 h 2225772"/>
              <a:gd name="csX245" fmla="*/ 3639655 w 4129925"/>
              <a:gd name="csY245" fmla="*/ 501072 h 2225772"/>
              <a:gd name="csX246" fmla="*/ 3617560 w 4129925"/>
              <a:gd name="csY246" fmla="*/ 472305 h 2225772"/>
              <a:gd name="csX247" fmla="*/ 3617493 w 4129925"/>
              <a:gd name="csY247" fmla="*/ 472305 h 2225772"/>
              <a:gd name="csX248" fmla="*/ 3607170 w 4129925"/>
              <a:gd name="csY248" fmla="*/ 443804 h 2225772"/>
              <a:gd name="csX249" fmla="*/ 3602957 w 4129925"/>
              <a:gd name="csY249" fmla="*/ 431667 h 2225772"/>
              <a:gd name="csX250" fmla="*/ 3590944 w 4129925"/>
              <a:gd name="csY250" fmla="*/ 390488 h 2225772"/>
              <a:gd name="csX251" fmla="*/ 3591869 w 4129925"/>
              <a:gd name="csY251" fmla="*/ 347257 h 2225772"/>
              <a:gd name="csX252" fmla="*/ 3606957 w 4129925"/>
              <a:gd name="csY252" fmla="*/ 307604 h 2225772"/>
              <a:gd name="csX253" fmla="*/ 3624973 w 4129925"/>
              <a:gd name="csY253" fmla="*/ 250991 h 2225772"/>
              <a:gd name="csX254" fmla="*/ 3621784 w 4129925"/>
              <a:gd name="csY254" fmla="*/ 150989 h 2225772"/>
              <a:gd name="csX255" fmla="*/ 3574989 w 4129925"/>
              <a:gd name="csY255" fmla="*/ 62822 h 2225772"/>
              <a:gd name="csX256" fmla="*/ 3412823 w 4129925"/>
              <a:gd name="csY256" fmla="*/ 1 h 2225772"/>
              <a:gd name="csX257" fmla="*/ 3412560 w 4129925"/>
              <a:gd name="csY257" fmla="*/ 1 h 2225772"/>
              <a:gd name="csX258" fmla="*/ 3411752 w 4129925"/>
              <a:gd name="csY258" fmla="*/ 0 h 222577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  <a:cxn ang="0">
                <a:pos x="csX91" y="csY91"/>
              </a:cxn>
              <a:cxn ang="0">
                <a:pos x="csX92" y="csY92"/>
              </a:cxn>
              <a:cxn ang="0">
                <a:pos x="csX93" y="csY93"/>
              </a:cxn>
              <a:cxn ang="0">
                <a:pos x="csX94" y="csY94"/>
              </a:cxn>
              <a:cxn ang="0">
                <a:pos x="csX95" y="csY95"/>
              </a:cxn>
              <a:cxn ang="0">
                <a:pos x="csX96" y="csY96"/>
              </a:cxn>
              <a:cxn ang="0">
                <a:pos x="csX97" y="csY97"/>
              </a:cxn>
              <a:cxn ang="0">
                <a:pos x="csX98" y="csY98"/>
              </a:cxn>
              <a:cxn ang="0">
                <a:pos x="csX99" y="csY99"/>
              </a:cxn>
              <a:cxn ang="0">
                <a:pos x="csX100" y="csY100"/>
              </a:cxn>
              <a:cxn ang="0">
                <a:pos x="csX101" y="csY101"/>
              </a:cxn>
              <a:cxn ang="0">
                <a:pos x="csX102" y="csY102"/>
              </a:cxn>
              <a:cxn ang="0">
                <a:pos x="csX103" y="csY103"/>
              </a:cxn>
              <a:cxn ang="0">
                <a:pos x="csX104" y="csY104"/>
              </a:cxn>
              <a:cxn ang="0">
                <a:pos x="csX105" y="csY105"/>
              </a:cxn>
              <a:cxn ang="0">
                <a:pos x="csX106" y="csY106"/>
              </a:cxn>
              <a:cxn ang="0">
                <a:pos x="csX107" y="csY107"/>
              </a:cxn>
              <a:cxn ang="0">
                <a:pos x="csX108" y="csY108"/>
              </a:cxn>
              <a:cxn ang="0">
                <a:pos x="csX109" y="csY109"/>
              </a:cxn>
              <a:cxn ang="0">
                <a:pos x="csX110" y="csY110"/>
              </a:cxn>
              <a:cxn ang="0">
                <a:pos x="csX111" y="csY111"/>
              </a:cxn>
              <a:cxn ang="0">
                <a:pos x="csX112" y="csY112"/>
              </a:cxn>
              <a:cxn ang="0">
                <a:pos x="csX113" y="csY113"/>
              </a:cxn>
              <a:cxn ang="0">
                <a:pos x="csX114" y="csY114"/>
              </a:cxn>
              <a:cxn ang="0">
                <a:pos x="csX115" y="csY115"/>
              </a:cxn>
              <a:cxn ang="0">
                <a:pos x="csX116" y="csY116"/>
              </a:cxn>
              <a:cxn ang="0">
                <a:pos x="csX117" y="csY117"/>
              </a:cxn>
              <a:cxn ang="0">
                <a:pos x="csX118" y="csY118"/>
              </a:cxn>
              <a:cxn ang="0">
                <a:pos x="csX119" y="csY119"/>
              </a:cxn>
              <a:cxn ang="0">
                <a:pos x="csX120" y="csY120"/>
              </a:cxn>
              <a:cxn ang="0">
                <a:pos x="csX121" y="csY121"/>
              </a:cxn>
              <a:cxn ang="0">
                <a:pos x="csX122" y="csY122"/>
              </a:cxn>
              <a:cxn ang="0">
                <a:pos x="csX123" y="csY123"/>
              </a:cxn>
              <a:cxn ang="0">
                <a:pos x="csX124" y="csY124"/>
              </a:cxn>
              <a:cxn ang="0">
                <a:pos x="csX125" y="csY125"/>
              </a:cxn>
              <a:cxn ang="0">
                <a:pos x="csX126" y="csY126"/>
              </a:cxn>
              <a:cxn ang="0">
                <a:pos x="csX127" y="csY127"/>
              </a:cxn>
              <a:cxn ang="0">
                <a:pos x="csX128" y="csY128"/>
              </a:cxn>
              <a:cxn ang="0">
                <a:pos x="csX129" y="csY129"/>
              </a:cxn>
              <a:cxn ang="0">
                <a:pos x="csX130" y="csY130"/>
              </a:cxn>
              <a:cxn ang="0">
                <a:pos x="csX131" y="csY131"/>
              </a:cxn>
              <a:cxn ang="0">
                <a:pos x="csX132" y="csY132"/>
              </a:cxn>
              <a:cxn ang="0">
                <a:pos x="csX133" y="csY133"/>
              </a:cxn>
              <a:cxn ang="0">
                <a:pos x="csX134" y="csY134"/>
              </a:cxn>
              <a:cxn ang="0">
                <a:pos x="csX135" y="csY135"/>
              </a:cxn>
              <a:cxn ang="0">
                <a:pos x="csX136" y="csY136"/>
              </a:cxn>
              <a:cxn ang="0">
                <a:pos x="csX137" y="csY137"/>
              </a:cxn>
              <a:cxn ang="0">
                <a:pos x="csX138" y="csY138"/>
              </a:cxn>
              <a:cxn ang="0">
                <a:pos x="csX139" y="csY139"/>
              </a:cxn>
              <a:cxn ang="0">
                <a:pos x="csX140" y="csY140"/>
              </a:cxn>
              <a:cxn ang="0">
                <a:pos x="csX141" y="csY141"/>
              </a:cxn>
              <a:cxn ang="0">
                <a:pos x="csX142" y="csY142"/>
              </a:cxn>
              <a:cxn ang="0">
                <a:pos x="csX143" y="csY143"/>
              </a:cxn>
              <a:cxn ang="0">
                <a:pos x="csX144" y="csY144"/>
              </a:cxn>
              <a:cxn ang="0">
                <a:pos x="csX145" y="csY145"/>
              </a:cxn>
              <a:cxn ang="0">
                <a:pos x="csX146" y="csY146"/>
              </a:cxn>
              <a:cxn ang="0">
                <a:pos x="csX147" y="csY147"/>
              </a:cxn>
              <a:cxn ang="0">
                <a:pos x="csX148" y="csY148"/>
              </a:cxn>
              <a:cxn ang="0">
                <a:pos x="csX149" y="csY149"/>
              </a:cxn>
              <a:cxn ang="0">
                <a:pos x="csX150" y="csY150"/>
              </a:cxn>
              <a:cxn ang="0">
                <a:pos x="csX151" y="csY151"/>
              </a:cxn>
              <a:cxn ang="0">
                <a:pos x="csX152" y="csY152"/>
              </a:cxn>
              <a:cxn ang="0">
                <a:pos x="csX153" y="csY153"/>
              </a:cxn>
              <a:cxn ang="0">
                <a:pos x="csX154" y="csY154"/>
              </a:cxn>
              <a:cxn ang="0">
                <a:pos x="csX155" y="csY155"/>
              </a:cxn>
              <a:cxn ang="0">
                <a:pos x="csX156" y="csY156"/>
              </a:cxn>
              <a:cxn ang="0">
                <a:pos x="csX157" y="csY157"/>
              </a:cxn>
              <a:cxn ang="0">
                <a:pos x="csX158" y="csY158"/>
              </a:cxn>
              <a:cxn ang="0">
                <a:pos x="csX159" y="csY159"/>
              </a:cxn>
              <a:cxn ang="0">
                <a:pos x="csX160" y="csY160"/>
              </a:cxn>
              <a:cxn ang="0">
                <a:pos x="csX161" y="csY161"/>
              </a:cxn>
              <a:cxn ang="0">
                <a:pos x="csX162" y="csY162"/>
              </a:cxn>
              <a:cxn ang="0">
                <a:pos x="csX163" y="csY163"/>
              </a:cxn>
              <a:cxn ang="0">
                <a:pos x="csX164" y="csY164"/>
              </a:cxn>
              <a:cxn ang="0">
                <a:pos x="csX165" y="csY165"/>
              </a:cxn>
              <a:cxn ang="0">
                <a:pos x="csX166" y="csY166"/>
              </a:cxn>
              <a:cxn ang="0">
                <a:pos x="csX167" y="csY167"/>
              </a:cxn>
              <a:cxn ang="0">
                <a:pos x="csX168" y="csY168"/>
              </a:cxn>
              <a:cxn ang="0">
                <a:pos x="csX169" y="csY169"/>
              </a:cxn>
              <a:cxn ang="0">
                <a:pos x="csX170" y="csY170"/>
              </a:cxn>
              <a:cxn ang="0">
                <a:pos x="csX171" y="csY171"/>
              </a:cxn>
              <a:cxn ang="0">
                <a:pos x="csX172" y="csY172"/>
              </a:cxn>
              <a:cxn ang="0">
                <a:pos x="csX173" y="csY173"/>
              </a:cxn>
              <a:cxn ang="0">
                <a:pos x="csX174" y="csY174"/>
              </a:cxn>
              <a:cxn ang="0">
                <a:pos x="csX175" y="csY175"/>
              </a:cxn>
              <a:cxn ang="0">
                <a:pos x="csX176" y="csY176"/>
              </a:cxn>
              <a:cxn ang="0">
                <a:pos x="csX177" y="csY177"/>
              </a:cxn>
              <a:cxn ang="0">
                <a:pos x="csX178" y="csY178"/>
              </a:cxn>
              <a:cxn ang="0">
                <a:pos x="csX179" y="csY179"/>
              </a:cxn>
              <a:cxn ang="0">
                <a:pos x="csX180" y="csY180"/>
              </a:cxn>
              <a:cxn ang="0">
                <a:pos x="csX181" y="csY181"/>
              </a:cxn>
              <a:cxn ang="0">
                <a:pos x="csX182" y="csY182"/>
              </a:cxn>
              <a:cxn ang="0">
                <a:pos x="csX183" y="csY183"/>
              </a:cxn>
              <a:cxn ang="0">
                <a:pos x="csX184" y="csY184"/>
              </a:cxn>
              <a:cxn ang="0">
                <a:pos x="csX185" y="csY185"/>
              </a:cxn>
              <a:cxn ang="0">
                <a:pos x="csX186" y="csY186"/>
              </a:cxn>
              <a:cxn ang="0">
                <a:pos x="csX187" y="csY187"/>
              </a:cxn>
              <a:cxn ang="0">
                <a:pos x="csX188" y="csY188"/>
              </a:cxn>
              <a:cxn ang="0">
                <a:pos x="csX189" y="csY189"/>
              </a:cxn>
              <a:cxn ang="0">
                <a:pos x="csX190" y="csY190"/>
              </a:cxn>
              <a:cxn ang="0">
                <a:pos x="csX191" y="csY191"/>
              </a:cxn>
              <a:cxn ang="0">
                <a:pos x="csX192" y="csY192"/>
              </a:cxn>
              <a:cxn ang="0">
                <a:pos x="csX193" y="csY193"/>
              </a:cxn>
              <a:cxn ang="0">
                <a:pos x="csX194" y="csY194"/>
              </a:cxn>
              <a:cxn ang="0">
                <a:pos x="csX195" y="csY195"/>
              </a:cxn>
              <a:cxn ang="0">
                <a:pos x="csX196" y="csY196"/>
              </a:cxn>
              <a:cxn ang="0">
                <a:pos x="csX197" y="csY197"/>
              </a:cxn>
              <a:cxn ang="0">
                <a:pos x="csX198" y="csY198"/>
              </a:cxn>
              <a:cxn ang="0">
                <a:pos x="csX199" y="csY199"/>
              </a:cxn>
              <a:cxn ang="0">
                <a:pos x="csX200" y="csY200"/>
              </a:cxn>
              <a:cxn ang="0">
                <a:pos x="csX201" y="csY201"/>
              </a:cxn>
              <a:cxn ang="0">
                <a:pos x="csX202" y="csY202"/>
              </a:cxn>
              <a:cxn ang="0">
                <a:pos x="csX203" y="csY203"/>
              </a:cxn>
              <a:cxn ang="0">
                <a:pos x="csX204" y="csY204"/>
              </a:cxn>
              <a:cxn ang="0">
                <a:pos x="csX205" y="csY205"/>
              </a:cxn>
              <a:cxn ang="0">
                <a:pos x="csX206" y="csY206"/>
              </a:cxn>
              <a:cxn ang="0">
                <a:pos x="csX207" y="csY207"/>
              </a:cxn>
              <a:cxn ang="0">
                <a:pos x="csX208" y="csY208"/>
              </a:cxn>
              <a:cxn ang="0">
                <a:pos x="csX209" y="csY209"/>
              </a:cxn>
              <a:cxn ang="0">
                <a:pos x="csX210" y="csY210"/>
              </a:cxn>
              <a:cxn ang="0">
                <a:pos x="csX211" y="csY211"/>
              </a:cxn>
              <a:cxn ang="0">
                <a:pos x="csX212" y="csY212"/>
              </a:cxn>
              <a:cxn ang="0">
                <a:pos x="csX213" y="csY213"/>
              </a:cxn>
              <a:cxn ang="0">
                <a:pos x="csX214" y="csY214"/>
              </a:cxn>
              <a:cxn ang="0">
                <a:pos x="csX215" y="csY215"/>
              </a:cxn>
              <a:cxn ang="0">
                <a:pos x="csX216" y="csY216"/>
              </a:cxn>
              <a:cxn ang="0">
                <a:pos x="csX217" y="csY217"/>
              </a:cxn>
              <a:cxn ang="0">
                <a:pos x="csX218" y="csY218"/>
              </a:cxn>
              <a:cxn ang="0">
                <a:pos x="csX219" y="csY219"/>
              </a:cxn>
              <a:cxn ang="0">
                <a:pos x="csX220" y="csY220"/>
              </a:cxn>
              <a:cxn ang="0">
                <a:pos x="csX221" y="csY221"/>
              </a:cxn>
              <a:cxn ang="0">
                <a:pos x="csX222" y="csY222"/>
              </a:cxn>
              <a:cxn ang="0">
                <a:pos x="csX223" y="csY223"/>
              </a:cxn>
              <a:cxn ang="0">
                <a:pos x="csX224" y="csY224"/>
              </a:cxn>
              <a:cxn ang="0">
                <a:pos x="csX225" y="csY225"/>
              </a:cxn>
              <a:cxn ang="0">
                <a:pos x="csX226" y="csY226"/>
              </a:cxn>
              <a:cxn ang="0">
                <a:pos x="csX227" y="csY227"/>
              </a:cxn>
              <a:cxn ang="0">
                <a:pos x="csX228" y="csY228"/>
              </a:cxn>
              <a:cxn ang="0">
                <a:pos x="csX229" y="csY229"/>
              </a:cxn>
              <a:cxn ang="0">
                <a:pos x="csX230" y="csY230"/>
              </a:cxn>
              <a:cxn ang="0">
                <a:pos x="csX231" y="csY231"/>
              </a:cxn>
              <a:cxn ang="0">
                <a:pos x="csX232" y="csY232"/>
              </a:cxn>
              <a:cxn ang="0">
                <a:pos x="csX233" y="csY233"/>
              </a:cxn>
              <a:cxn ang="0">
                <a:pos x="csX234" y="csY234"/>
              </a:cxn>
              <a:cxn ang="0">
                <a:pos x="csX235" y="csY235"/>
              </a:cxn>
              <a:cxn ang="0">
                <a:pos x="csX236" y="csY236"/>
              </a:cxn>
              <a:cxn ang="0">
                <a:pos x="csX237" y="csY237"/>
              </a:cxn>
              <a:cxn ang="0">
                <a:pos x="csX238" y="csY238"/>
              </a:cxn>
              <a:cxn ang="0">
                <a:pos x="csX239" y="csY239"/>
              </a:cxn>
              <a:cxn ang="0">
                <a:pos x="csX240" y="csY240"/>
              </a:cxn>
              <a:cxn ang="0">
                <a:pos x="csX241" y="csY241"/>
              </a:cxn>
              <a:cxn ang="0">
                <a:pos x="csX242" y="csY242"/>
              </a:cxn>
              <a:cxn ang="0">
                <a:pos x="csX243" y="csY243"/>
              </a:cxn>
              <a:cxn ang="0">
                <a:pos x="csX244" y="csY244"/>
              </a:cxn>
              <a:cxn ang="0">
                <a:pos x="csX245" y="csY245"/>
              </a:cxn>
              <a:cxn ang="0">
                <a:pos x="csX246" y="csY246"/>
              </a:cxn>
              <a:cxn ang="0">
                <a:pos x="csX247" y="csY247"/>
              </a:cxn>
              <a:cxn ang="0">
                <a:pos x="csX248" y="csY248"/>
              </a:cxn>
              <a:cxn ang="0">
                <a:pos x="csX249" y="csY249"/>
              </a:cxn>
              <a:cxn ang="0">
                <a:pos x="csX250" y="csY250"/>
              </a:cxn>
              <a:cxn ang="0">
                <a:pos x="csX251" y="csY251"/>
              </a:cxn>
              <a:cxn ang="0">
                <a:pos x="csX252" y="csY252"/>
              </a:cxn>
              <a:cxn ang="0">
                <a:pos x="csX253" y="csY253"/>
              </a:cxn>
              <a:cxn ang="0">
                <a:pos x="csX254" y="csY254"/>
              </a:cxn>
              <a:cxn ang="0">
                <a:pos x="csX255" y="csY255"/>
              </a:cxn>
              <a:cxn ang="0">
                <a:pos x="csX256" y="csY256"/>
              </a:cxn>
              <a:cxn ang="0">
                <a:pos x="csX257" y="csY257"/>
              </a:cxn>
              <a:cxn ang="0">
                <a:pos x="csX258" y="csY258"/>
              </a:cxn>
            </a:cxnLst>
            <a:rect l="l" t="t" r="r" b="b"/>
            <a:pathLst>
              <a:path w="4129925" h="2225772">
                <a:moveTo>
                  <a:pt x="2074117" y="569749"/>
                </a:moveTo>
                <a:lnTo>
                  <a:pt x="2074117" y="820228"/>
                </a:lnTo>
                <a:lnTo>
                  <a:pt x="534486" y="829206"/>
                </a:lnTo>
                <a:lnTo>
                  <a:pt x="2074117" y="569746"/>
                </a:lnTo>
                <a:close/>
                <a:moveTo>
                  <a:pt x="4016026" y="1267368"/>
                </a:moveTo>
                <a:cubicBezTo>
                  <a:pt x="4019384" y="1267368"/>
                  <a:pt x="4020338" y="1290942"/>
                  <a:pt x="4021693" y="1367130"/>
                </a:cubicBezTo>
                <a:cubicBezTo>
                  <a:pt x="4022318" y="1429748"/>
                  <a:pt x="4025583" y="1479734"/>
                  <a:pt x="4028246" y="1482361"/>
                </a:cubicBezTo>
                <a:cubicBezTo>
                  <a:pt x="4031441" y="1485514"/>
                  <a:pt x="4033595" y="1503401"/>
                  <a:pt x="4033624" y="1522870"/>
                </a:cubicBezTo>
                <a:cubicBezTo>
                  <a:pt x="4033659" y="1546024"/>
                  <a:pt x="4040094" y="1582850"/>
                  <a:pt x="4052927" y="1630715"/>
                </a:cubicBezTo>
                <a:cubicBezTo>
                  <a:pt x="4087156" y="1762741"/>
                  <a:pt x="4097022" y="1961106"/>
                  <a:pt x="4071574" y="2011658"/>
                </a:cubicBezTo>
                <a:cubicBezTo>
                  <a:pt x="4069452" y="2015872"/>
                  <a:pt x="4063623" y="2029035"/>
                  <a:pt x="4058854" y="2040618"/>
                </a:cubicBezTo>
                <a:cubicBezTo>
                  <a:pt x="4047196" y="2068525"/>
                  <a:pt x="4012686" y="2104882"/>
                  <a:pt x="3993550" y="2109648"/>
                </a:cubicBezTo>
                <a:cubicBezTo>
                  <a:pt x="3985577" y="2111764"/>
                  <a:pt x="3976542" y="2114934"/>
                  <a:pt x="3973355" y="2117043"/>
                </a:cubicBezTo>
                <a:cubicBezTo>
                  <a:pt x="3964502" y="2123633"/>
                  <a:pt x="3939034" y="2130613"/>
                  <a:pt x="3927401" y="2130630"/>
                </a:cubicBezTo>
                <a:lnTo>
                  <a:pt x="3927355" y="2130630"/>
                </a:lnTo>
                <a:cubicBezTo>
                  <a:pt x="3925050" y="2130630"/>
                  <a:pt x="3923294" y="2130355"/>
                  <a:pt x="3922325" y="2129747"/>
                </a:cubicBezTo>
                <a:cubicBezTo>
                  <a:pt x="3918599" y="2127647"/>
                  <a:pt x="3924967" y="2118165"/>
                  <a:pt x="3939834" y="2103935"/>
                </a:cubicBezTo>
                <a:cubicBezTo>
                  <a:pt x="3953110" y="2091289"/>
                  <a:pt x="3972745" y="2064423"/>
                  <a:pt x="3983348" y="2043359"/>
                </a:cubicBezTo>
                <a:cubicBezTo>
                  <a:pt x="4001377" y="2009129"/>
                  <a:pt x="4002962" y="2002287"/>
                  <a:pt x="4000795" y="1975453"/>
                </a:cubicBezTo>
                <a:cubicBezTo>
                  <a:pt x="3995934" y="1924945"/>
                  <a:pt x="3991127" y="1911269"/>
                  <a:pt x="3970359" y="1890778"/>
                </a:cubicBezTo>
                <a:cubicBezTo>
                  <a:pt x="3951187" y="1871863"/>
                  <a:pt x="3942141" y="1868191"/>
                  <a:pt x="3890549" y="1860374"/>
                </a:cubicBezTo>
                <a:lnTo>
                  <a:pt x="3866616" y="1856725"/>
                </a:lnTo>
                <a:lnTo>
                  <a:pt x="3863339" y="1798846"/>
                </a:lnTo>
                <a:cubicBezTo>
                  <a:pt x="3861696" y="1766751"/>
                  <a:pt x="3856320" y="1727819"/>
                  <a:pt x="3852042" y="1712039"/>
                </a:cubicBezTo>
                <a:cubicBezTo>
                  <a:pt x="3837080" y="1662071"/>
                  <a:pt x="3830110" y="1624194"/>
                  <a:pt x="3833282" y="1611560"/>
                </a:cubicBezTo>
                <a:cubicBezTo>
                  <a:pt x="3837247" y="1596764"/>
                  <a:pt x="3859402" y="1572240"/>
                  <a:pt x="3867869" y="1572227"/>
                </a:cubicBezTo>
                <a:lnTo>
                  <a:pt x="3867878" y="1572227"/>
                </a:lnTo>
                <a:cubicBezTo>
                  <a:pt x="3868445" y="1572227"/>
                  <a:pt x="3868950" y="1572338"/>
                  <a:pt x="3869383" y="1572569"/>
                </a:cubicBezTo>
                <a:cubicBezTo>
                  <a:pt x="3872046" y="1574669"/>
                  <a:pt x="3874182" y="1580454"/>
                  <a:pt x="3874189" y="1585716"/>
                </a:cubicBezTo>
                <a:cubicBezTo>
                  <a:pt x="3874202" y="1594133"/>
                  <a:pt x="3908272" y="1627751"/>
                  <a:pt x="3917319" y="1627751"/>
                </a:cubicBezTo>
                <a:lnTo>
                  <a:pt x="3917324" y="1627751"/>
                </a:lnTo>
                <a:cubicBezTo>
                  <a:pt x="3918920" y="1627748"/>
                  <a:pt x="3928483" y="1622473"/>
                  <a:pt x="3938576" y="1615618"/>
                </a:cubicBezTo>
                <a:cubicBezTo>
                  <a:pt x="3955044" y="1604542"/>
                  <a:pt x="3957167" y="1600855"/>
                  <a:pt x="3960310" y="1569805"/>
                </a:cubicBezTo>
                <a:cubicBezTo>
                  <a:pt x="3962410" y="1550858"/>
                  <a:pt x="3966619" y="1521384"/>
                  <a:pt x="3969784" y="1504015"/>
                </a:cubicBezTo>
                <a:cubicBezTo>
                  <a:pt x="3972948" y="1486646"/>
                  <a:pt x="3977694" y="1459276"/>
                  <a:pt x="3980329" y="1443486"/>
                </a:cubicBezTo>
                <a:cubicBezTo>
                  <a:pt x="3982965" y="1427696"/>
                  <a:pt x="3987711" y="1401377"/>
                  <a:pt x="3990346" y="1385588"/>
                </a:cubicBezTo>
                <a:cubicBezTo>
                  <a:pt x="3992982" y="1369798"/>
                  <a:pt x="3997725" y="1341377"/>
                  <a:pt x="4000356" y="1322429"/>
                </a:cubicBezTo>
                <a:cubicBezTo>
                  <a:pt x="4003519" y="1303481"/>
                  <a:pt x="4008802" y="1280846"/>
                  <a:pt x="4012512" y="1272422"/>
                </a:cubicBezTo>
                <a:cubicBezTo>
                  <a:pt x="4013920" y="1269273"/>
                  <a:pt x="4015070" y="1267364"/>
                  <a:pt x="4016024" y="1267362"/>
                </a:cubicBezTo>
                <a:close/>
                <a:moveTo>
                  <a:pt x="3411761" y="2"/>
                </a:moveTo>
                <a:cubicBezTo>
                  <a:pt x="3411436" y="2"/>
                  <a:pt x="3411114" y="3"/>
                  <a:pt x="3410794" y="3"/>
                </a:cubicBezTo>
                <a:cubicBezTo>
                  <a:pt x="3396481" y="24"/>
                  <a:pt x="3387076" y="599"/>
                  <a:pt x="3371557" y="2330"/>
                </a:cubicBezTo>
                <a:cubicBezTo>
                  <a:pt x="3365509" y="2980"/>
                  <a:pt x="3335923" y="8296"/>
                  <a:pt x="3331945" y="9419"/>
                </a:cubicBezTo>
                <a:cubicBezTo>
                  <a:pt x="3330775" y="9747"/>
                  <a:pt x="3326799" y="10870"/>
                  <a:pt x="3323041" y="11853"/>
                </a:cubicBezTo>
                <a:cubicBezTo>
                  <a:pt x="3283442" y="22709"/>
                  <a:pt x="3247597" y="42905"/>
                  <a:pt x="3221986" y="68775"/>
                </a:cubicBezTo>
                <a:cubicBezTo>
                  <a:pt x="3207879" y="82991"/>
                  <a:pt x="3195374" y="100513"/>
                  <a:pt x="3186835" y="118089"/>
                </a:cubicBezTo>
                <a:cubicBezTo>
                  <a:pt x="3175653" y="140979"/>
                  <a:pt x="3169699" y="166509"/>
                  <a:pt x="3169629" y="192060"/>
                </a:cubicBezTo>
                <a:cubicBezTo>
                  <a:pt x="3169547" y="208169"/>
                  <a:pt x="3171879" y="217838"/>
                  <a:pt x="3178142" y="227371"/>
                </a:cubicBezTo>
                <a:lnTo>
                  <a:pt x="3180002" y="230235"/>
                </a:lnTo>
                <a:lnTo>
                  <a:pt x="3177730" y="235426"/>
                </a:lnTo>
                <a:cubicBezTo>
                  <a:pt x="3173960" y="243994"/>
                  <a:pt x="3168303" y="255230"/>
                  <a:pt x="3157438" y="275758"/>
                </a:cubicBezTo>
                <a:cubicBezTo>
                  <a:pt x="3140013" y="308678"/>
                  <a:pt x="3134278" y="320762"/>
                  <a:pt x="3130884" y="331947"/>
                </a:cubicBezTo>
                <a:cubicBezTo>
                  <a:pt x="3128179" y="340891"/>
                  <a:pt x="3127961" y="346218"/>
                  <a:pt x="3130047" y="350210"/>
                </a:cubicBezTo>
                <a:cubicBezTo>
                  <a:pt x="3132617" y="355137"/>
                  <a:pt x="3137491" y="357996"/>
                  <a:pt x="3148963" y="361222"/>
                </a:cubicBezTo>
                <a:cubicBezTo>
                  <a:pt x="3153736" y="362555"/>
                  <a:pt x="3155820" y="363004"/>
                  <a:pt x="3158116" y="363004"/>
                </a:cubicBezTo>
                <a:lnTo>
                  <a:pt x="3158141" y="363004"/>
                </a:lnTo>
                <a:cubicBezTo>
                  <a:pt x="3158608" y="363003"/>
                  <a:pt x="3159084" y="362984"/>
                  <a:pt x="3159593" y="362950"/>
                </a:cubicBezTo>
                <a:cubicBezTo>
                  <a:pt x="3161509" y="362840"/>
                  <a:pt x="3163220" y="362781"/>
                  <a:pt x="3164753" y="362779"/>
                </a:cubicBezTo>
                <a:lnTo>
                  <a:pt x="3164841" y="362779"/>
                </a:lnTo>
                <a:cubicBezTo>
                  <a:pt x="3171141" y="362779"/>
                  <a:pt x="3174400" y="363745"/>
                  <a:pt x="3176525" y="366035"/>
                </a:cubicBezTo>
                <a:cubicBezTo>
                  <a:pt x="3178348" y="367977"/>
                  <a:pt x="3178677" y="370603"/>
                  <a:pt x="3177992" y="376803"/>
                </a:cubicBezTo>
                <a:cubicBezTo>
                  <a:pt x="3177645" y="379758"/>
                  <a:pt x="3177383" y="383137"/>
                  <a:pt x="3177475" y="384340"/>
                </a:cubicBezTo>
                <a:cubicBezTo>
                  <a:pt x="3177557" y="387211"/>
                  <a:pt x="3176838" y="389798"/>
                  <a:pt x="3174531" y="394556"/>
                </a:cubicBezTo>
                <a:cubicBezTo>
                  <a:pt x="3171697" y="400395"/>
                  <a:pt x="3171219" y="402446"/>
                  <a:pt x="3171879" y="405496"/>
                </a:cubicBezTo>
                <a:cubicBezTo>
                  <a:pt x="3172872" y="409949"/>
                  <a:pt x="3175815" y="412550"/>
                  <a:pt x="3184634" y="416836"/>
                </a:cubicBezTo>
                <a:cubicBezTo>
                  <a:pt x="3186543" y="417733"/>
                  <a:pt x="3188292" y="418809"/>
                  <a:pt x="3188509" y="419157"/>
                </a:cubicBezTo>
                <a:cubicBezTo>
                  <a:pt x="3189231" y="420288"/>
                  <a:pt x="3188209" y="422836"/>
                  <a:pt x="3184968" y="428120"/>
                </a:cubicBezTo>
                <a:cubicBezTo>
                  <a:pt x="3181888" y="433226"/>
                  <a:pt x="3181048" y="435446"/>
                  <a:pt x="3181482" y="437609"/>
                </a:cubicBezTo>
                <a:cubicBezTo>
                  <a:pt x="3181841" y="439398"/>
                  <a:pt x="3182581" y="440133"/>
                  <a:pt x="3189248" y="445282"/>
                </a:cubicBezTo>
                <a:cubicBezTo>
                  <a:pt x="3197152" y="451411"/>
                  <a:pt x="3200426" y="455416"/>
                  <a:pt x="3201815" y="460622"/>
                </a:cubicBezTo>
                <a:cubicBezTo>
                  <a:pt x="3202732" y="464209"/>
                  <a:pt x="3202741" y="464501"/>
                  <a:pt x="3201009" y="477805"/>
                </a:cubicBezTo>
                <a:cubicBezTo>
                  <a:pt x="3198487" y="497036"/>
                  <a:pt x="3198675" y="504387"/>
                  <a:pt x="3201861" y="510903"/>
                </a:cubicBezTo>
                <a:cubicBezTo>
                  <a:pt x="3205794" y="518936"/>
                  <a:pt x="3217439" y="527706"/>
                  <a:pt x="3228305" y="530856"/>
                </a:cubicBezTo>
                <a:cubicBezTo>
                  <a:pt x="3233286" y="532275"/>
                  <a:pt x="3236671" y="532883"/>
                  <a:pt x="3242423" y="533221"/>
                </a:cubicBezTo>
                <a:lnTo>
                  <a:pt x="3246931" y="533510"/>
                </a:lnTo>
                <a:lnTo>
                  <a:pt x="3288120" y="525669"/>
                </a:lnTo>
                <a:lnTo>
                  <a:pt x="3329255" y="517789"/>
                </a:lnTo>
                <a:lnTo>
                  <a:pt x="3331523" y="519496"/>
                </a:lnTo>
                <a:cubicBezTo>
                  <a:pt x="3334506" y="521797"/>
                  <a:pt x="3340267" y="529325"/>
                  <a:pt x="3343948" y="535843"/>
                </a:cubicBezTo>
                <a:cubicBezTo>
                  <a:pt x="3346271" y="539921"/>
                  <a:pt x="3348718" y="544766"/>
                  <a:pt x="3351257" y="550312"/>
                </a:cubicBezTo>
                <a:lnTo>
                  <a:pt x="3351193" y="550312"/>
                </a:lnTo>
                <a:cubicBezTo>
                  <a:pt x="3349645" y="551072"/>
                  <a:pt x="3348117" y="551819"/>
                  <a:pt x="3346611" y="552554"/>
                </a:cubicBezTo>
                <a:lnTo>
                  <a:pt x="3346675" y="552554"/>
                </a:lnTo>
                <a:cubicBezTo>
                  <a:pt x="3347231" y="553454"/>
                  <a:pt x="3347788" y="554328"/>
                  <a:pt x="3348345" y="555170"/>
                </a:cubicBezTo>
                <a:cubicBezTo>
                  <a:pt x="3362733" y="576197"/>
                  <a:pt x="3362735" y="576724"/>
                  <a:pt x="3352652" y="590945"/>
                </a:cubicBezTo>
                <a:cubicBezTo>
                  <a:pt x="3321877" y="635192"/>
                  <a:pt x="3309722" y="685725"/>
                  <a:pt x="3309311" y="767288"/>
                </a:cubicBezTo>
                <a:cubicBezTo>
                  <a:pt x="3309402" y="828855"/>
                  <a:pt x="3305175" y="847277"/>
                  <a:pt x="3285537" y="870986"/>
                </a:cubicBezTo>
                <a:cubicBezTo>
                  <a:pt x="3277043" y="881522"/>
                  <a:pt x="3259035" y="928907"/>
                  <a:pt x="3247926" y="968389"/>
                </a:cubicBezTo>
                <a:cubicBezTo>
                  <a:pt x="3238406" y="1002607"/>
                  <a:pt x="3231044" y="1058395"/>
                  <a:pt x="3227425" y="1127857"/>
                </a:cubicBezTo>
                <a:cubicBezTo>
                  <a:pt x="3226397" y="1151538"/>
                  <a:pt x="3223771" y="1174169"/>
                  <a:pt x="3221650" y="1177330"/>
                </a:cubicBezTo>
                <a:cubicBezTo>
                  <a:pt x="3218996" y="1181017"/>
                  <a:pt x="3216375" y="1206279"/>
                  <a:pt x="3214820" y="1233644"/>
                </a:cubicBezTo>
                <a:lnTo>
                  <a:pt x="3211704" y="1283638"/>
                </a:lnTo>
                <a:lnTo>
                  <a:pt x="3164907" y="1282127"/>
                </a:lnTo>
                <a:cubicBezTo>
                  <a:pt x="3158978" y="1281937"/>
                  <a:pt x="3153522" y="1281840"/>
                  <a:pt x="3148539" y="1281840"/>
                </a:cubicBezTo>
                <a:cubicBezTo>
                  <a:pt x="3148352" y="1281840"/>
                  <a:pt x="3148165" y="1281840"/>
                  <a:pt x="3147979" y="1281840"/>
                </a:cubicBezTo>
                <a:cubicBezTo>
                  <a:pt x="3126934" y="1281871"/>
                  <a:pt x="3114413" y="1283655"/>
                  <a:pt x="3110144" y="1287469"/>
                </a:cubicBezTo>
                <a:cubicBezTo>
                  <a:pt x="3105895" y="1290633"/>
                  <a:pt x="3087821" y="1294342"/>
                  <a:pt x="3069743" y="1295947"/>
                </a:cubicBezTo>
                <a:cubicBezTo>
                  <a:pt x="3065159" y="1296164"/>
                  <a:pt x="3061090" y="1296314"/>
                  <a:pt x="3057352" y="1296319"/>
                </a:cubicBezTo>
                <a:lnTo>
                  <a:pt x="3057142" y="1296319"/>
                </a:lnTo>
                <a:cubicBezTo>
                  <a:pt x="3032840" y="1296319"/>
                  <a:pt x="3022453" y="1290086"/>
                  <a:pt x="2975030" y="1255567"/>
                </a:cubicBezTo>
                <a:cubicBezTo>
                  <a:pt x="2964916" y="1247688"/>
                  <a:pt x="2945759" y="1238770"/>
                  <a:pt x="2932459" y="1234581"/>
                </a:cubicBezTo>
                <a:cubicBezTo>
                  <a:pt x="2919160" y="1230916"/>
                  <a:pt x="2905325" y="1225149"/>
                  <a:pt x="2902130" y="1222522"/>
                </a:cubicBezTo>
                <a:cubicBezTo>
                  <a:pt x="2899817" y="1220892"/>
                  <a:pt x="2893812" y="1220078"/>
                  <a:pt x="2886664" y="1220078"/>
                </a:cubicBezTo>
                <a:lnTo>
                  <a:pt x="2886527" y="1220078"/>
                </a:lnTo>
                <a:cubicBezTo>
                  <a:pt x="2882203" y="1220084"/>
                  <a:pt x="2877467" y="1220387"/>
                  <a:pt x="2872882" y="1220987"/>
                </a:cubicBezTo>
                <a:cubicBezTo>
                  <a:pt x="2860122" y="1223108"/>
                  <a:pt x="2833539" y="1225779"/>
                  <a:pt x="2812803" y="1227388"/>
                </a:cubicBezTo>
                <a:cubicBezTo>
                  <a:pt x="2777711" y="1230596"/>
                  <a:pt x="2756986" y="1239572"/>
                  <a:pt x="2757006" y="1252200"/>
                </a:cubicBezTo>
                <a:cubicBezTo>
                  <a:pt x="2757009" y="1254832"/>
                  <a:pt x="2750111" y="1265366"/>
                  <a:pt x="2741087" y="1275377"/>
                </a:cubicBezTo>
                <a:cubicBezTo>
                  <a:pt x="2738424" y="1278349"/>
                  <a:pt x="2735867" y="1281631"/>
                  <a:pt x="2733611" y="1284900"/>
                </a:cubicBezTo>
                <a:lnTo>
                  <a:pt x="2498750" y="1276646"/>
                </a:lnTo>
                <a:lnTo>
                  <a:pt x="2495909" y="817827"/>
                </a:lnTo>
                <a:lnTo>
                  <a:pt x="2107695" y="820091"/>
                </a:lnTo>
                <a:lnTo>
                  <a:pt x="2107695" y="564144"/>
                </a:lnTo>
                <a:lnTo>
                  <a:pt x="2510630" y="496239"/>
                </a:lnTo>
                <a:lnTo>
                  <a:pt x="2501996" y="441479"/>
                </a:lnTo>
                <a:lnTo>
                  <a:pt x="2501873" y="440762"/>
                </a:lnTo>
                <a:lnTo>
                  <a:pt x="184473" y="831302"/>
                </a:lnTo>
                <a:lnTo>
                  <a:pt x="3173" y="832359"/>
                </a:lnTo>
                <a:lnTo>
                  <a:pt x="0" y="832379"/>
                </a:lnTo>
                <a:lnTo>
                  <a:pt x="4301" y="1527099"/>
                </a:lnTo>
                <a:lnTo>
                  <a:pt x="94600" y="1526556"/>
                </a:lnTo>
                <a:lnTo>
                  <a:pt x="101106" y="2225773"/>
                </a:lnTo>
                <a:lnTo>
                  <a:pt x="205667" y="2225773"/>
                </a:lnTo>
                <a:lnTo>
                  <a:pt x="199347" y="1525929"/>
                </a:lnTo>
                <a:lnTo>
                  <a:pt x="369454" y="1524906"/>
                </a:lnTo>
                <a:lnTo>
                  <a:pt x="368885" y="1672268"/>
                </a:lnTo>
                <a:cubicBezTo>
                  <a:pt x="368219" y="1673104"/>
                  <a:pt x="368620" y="1673522"/>
                  <a:pt x="370087" y="1673522"/>
                </a:cubicBezTo>
                <a:cubicBezTo>
                  <a:pt x="370446" y="1673522"/>
                  <a:pt x="370869" y="1673497"/>
                  <a:pt x="371356" y="1673446"/>
                </a:cubicBezTo>
                <a:lnTo>
                  <a:pt x="1373258" y="1677217"/>
                </a:lnTo>
                <a:lnTo>
                  <a:pt x="1375394" y="1907768"/>
                </a:lnTo>
                <a:lnTo>
                  <a:pt x="1378339" y="2225769"/>
                </a:lnTo>
                <a:lnTo>
                  <a:pt x="1469037" y="2225769"/>
                </a:lnTo>
                <a:lnTo>
                  <a:pt x="1470049" y="1909733"/>
                </a:lnTo>
                <a:cubicBezTo>
                  <a:pt x="1470249" y="1801983"/>
                  <a:pt x="1470438" y="1728172"/>
                  <a:pt x="1470952" y="1677584"/>
                </a:cubicBezTo>
                <a:lnTo>
                  <a:pt x="1470973" y="1677584"/>
                </a:lnTo>
                <a:lnTo>
                  <a:pt x="1905873" y="1679221"/>
                </a:lnTo>
                <a:lnTo>
                  <a:pt x="1906313" y="1565308"/>
                </a:lnTo>
                <a:lnTo>
                  <a:pt x="1906339" y="1565308"/>
                </a:lnTo>
                <a:cubicBezTo>
                  <a:pt x="2054036" y="1565331"/>
                  <a:pt x="2184501" y="1565753"/>
                  <a:pt x="2189536" y="1566651"/>
                </a:cubicBezTo>
                <a:lnTo>
                  <a:pt x="2189536" y="1566651"/>
                </a:lnTo>
                <a:cubicBezTo>
                  <a:pt x="2192194" y="1566651"/>
                  <a:pt x="2194550" y="1720297"/>
                  <a:pt x="2195360" y="1907621"/>
                </a:cubicBezTo>
                <a:lnTo>
                  <a:pt x="2197322" y="2225764"/>
                </a:lnTo>
                <a:lnTo>
                  <a:pt x="2287935" y="2225764"/>
                </a:lnTo>
                <a:lnTo>
                  <a:pt x="2288952" y="1909585"/>
                </a:lnTo>
                <a:cubicBezTo>
                  <a:pt x="2289190" y="1711209"/>
                  <a:pt x="2291636" y="1569124"/>
                  <a:pt x="2294292" y="1567018"/>
                </a:cubicBezTo>
                <a:cubicBezTo>
                  <a:pt x="2296949" y="1565435"/>
                  <a:pt x="2444249" y="1564168"/>
                  <a:pt x="2621854" y="1563909"/>
                </a:cubicBezTo>
                <a:cubicBezTo>
                  <a:pt x="2790598" y="1563663"/>
                  <a:pt x="2931024" y="1562033"/>
                  <a:pt x="2945518" y="1560065"/>
                </a:cubicBezTo>
                <a:lnTo>
                  <a:pt x="2945554" y="1560065"/>
                </a:lnTo>
                <a:lnTo>
                  <a:pt x="2984580" y="1561453"/>
                </a:lnTo>
                <a:lnTo>
                  <a:pt x="3007820" y="1561950"/>
                </a:lnTo>
                <a:lnTo>
                  <a:pt x="3012774" y="1422304"/>
                </a:lnTo>
                <a:lnTo>
                  <a:pt x="3012811" y="1422304"/>
                </a:lnTo>
                <a:cubicBezTo>
                  <a:pt x="3029571" y="1426196"/>
                  <a:pt x="3034179" y="1434121"/>
                  <a:pt x="3030067" y="1449127"/>
                </a:cubicBezTo>
                <a:cubicBezTo>
                  <a:pt x="3022667" y="1478607"/>
                  <a:pt x="3023731" y="1479130"/>
                  <a:pt x="3060957" y="1480655"/>
                </a:cubicBezTo>
                <a:cubicBezTo>
                  <a:pt x="3091269" y="1481663"/>
                  <a:pt x="3097120" y="1483760"/>
                  <a:pt x="3099261" y="1492177"/>
                </a:cubicBezTo>
                <a:cubicBezTo>
                  <a:pt x="3100864" y="1498483"/>
                  <a:pt x="3106709" y="1502681"/>
                  <a:pt x="3112552" y="1502681"/>
                </a:cubicBezTo>
                <a:lnTo>
                  <a:pt x="3112612" y="1502681"/>
                </a:lnTo>
                <a:cubicBezTo>
                  <a:pt x="3118977" y="1502681"/>
                  <a:pt x="3124807" y="1504774"/>
                  <a:pt x="3126402" y="1507398"/>
                </a:cubicBezTo>
                <a:cubicBezTo>
                  <a:pt x="3130133" y="1513180"/>
                  <a:pt x="3095600" y="1534277"/>
                  <a:pt x="3083370" y="1534295"/>
                </a:cubicBezTo>
                <a:cubicBezTo>
                  <a:pt x="3078584" y="1534302"/>
                  <a:pt x="3064771" y="1543269"/>
                  <a:pt x="3052025" y="1553812"/>
                </a:cubicBezTo>
                <a:cubicBezTo>
                  <a:pt x="3003698" y="1595452"/>
                  <a:pt x="2987231" y="1608106"/>
                  <a:pt x="2982978" y="1608111"/>
                </a:cubicBezTo>
                <a:cubicBezTo>
                  <a:pt x="2980318" y="1608115"/>
                  <a:pt x="2970759" y="1615497"/>
                  <a:pt x="2961199" y="1623929"/>
                </a:cubicBezTo>
                <a:cubicBezTo>
                  <a:pt x="2944738" y="1639213"/>
                  <a:pt x="2943143" y="1639742"/>
                  <a:pt x="2887309" y="1639823"/>
                </a:cubicBezTo>
                <a:cubicBezTo>
                  <a:pt x="2855935" y="1639869"/>
                  <a:pt x="2822970" y="1642022"/>
                  <a:pt x="2813934" y="1645191"/>
                </a:cubicBezTo>
                <a:cubicBezTo>
                  <a:pt x="2804899" y="1647836"/>
                  <a:pt x="2761839" y="1656317"/>
                  <a:pt x="2717714" y="1663749"/>
                </a:cubicBezTo>
                <a:cubicBezTo>
                  <a:pt x="2569921" y="1689222"/>
                  <a:pt x="2527398" y="1698755"/>
                  <a:pt x="2497107" y="1714060"/>
                </a:cubicBezTo>
                <a:cubicBezTo>
                  <a:pt x="2473729" y="1726197"/>
                  <a:pt x="2464172" y="1736735"/>
                  <a:pt x="2449329" y="1767803"/>
                </a:cubicBezTo>
                <a:cubicBezTo>
                  <a:pt x="2439788" y="1787813"/>
                  <a:pt x="2438209" y="1798864"/>
                  <a:pt x="2440379" y="1828330"/>
                </a:cubicBezTo>
                <a:cubicBezTo>
                  <a:pt x="2444181" y="1880945"/>
                  <a:pt x="2448452" y="1893041"/>
                  <a:pt x="2474017" y="1920368"/>
                </a:cubicBezTo>
                <a:cubicBezTo>
                  <a:pt x="2486800" y="1934029"/>
                  <a:pt x="2497457" y="1949274"/>
                  <a:pt x="2497464" y="1954536"/>
                </a:cubicBezTo>
                <a:cubicBezTo>
                  <a:pt x="2497472" y="1959799"/>
                  <a:pt x="2502812" y="1974525"/>
                  <a:pt x="2508680" y="1987671"/>
                </a:cubicBezTo>
                <a:cubicBezTo>
                  <a:pt x="2515081" y="2000817"/>
                  <a:pt x="2523092" y="2024485"/>
                  <a:pt x="2527370" y="2040264"/>
                </a:cubicBezTo>
                <a:cubicBezTo>
                  <a:pt x="2536461" y="2074455"/>
                  <a:pt x="2537528" y="2077084"/>
                  <a:pt x="2566333" y="2136503"/>
                </a:cubicBezTo>
                <a:cubicBezTo>
                  <a:pt x="2579132" y="2162270"/>
                  <a:pt x="2594603" y="2195398"/>
                  <a:pt x="2601539" y="2210647"/>
                </a:cubicBezTo>
                <a:cubicBezTo>
                  <a:pt x="2603964" y="2215795"/>
                  <a:pt x="2606648" y="2221007"/>
                  <a:pt x="2609296" y="2225766"/>
                </a:cubicBezTo>
                <a:lnTo>
                  <a:pt x="2937540" y="2225766"/>
                </a:lnTo>
                <a:lnTo>
                  <a:pt x="2938144" y="2211736"/>
                </a:lnTo>
                <a:cubicBezTo>
                  <a:pt x="2939167" y="2184371"/>
                  <a:pt x="2937021" y="2171746"/>
                  <a:pt x="2929022" y="2156497"/>
                </a:cubicBezTo>
                <a:cubicBezTo>
                  <a:pt x="2923689" y="2145982"/>
                  <a:pt x="2915681" y="2124946"/>
                  <a:pt x="2911937" y="2110742"/>
                </a:cubicBezTo>
                <a:cubicBezTo>
                  <a:pt x="2908725" y="2096014"/>
                  <a:pt x="2896982" y="2066038"/>
                  <a:pt x="2886845" y="2043950"/>
                </a:cubicBezTo>
                <a:cubicBezTo>
                  <a:pt x="2871915" y="2011287"/>
                  <a:pt x="2867664" y="1996015"/>
                  <a:pt x="2874090" y="1995960"/>
                </a:cubicBezTo>
                <a:lnTo>
                  <a:pt x="2874149" y="1995960"/>
                </a:lnTo>
                <a:cubicBezTo>
                  <a:pt x="2877148" y="1995975"/>
                  <a:pt x="2882425" y="1999239"/>
                  <a:pt x="2889979" y="2005532"/>
                </a:cubicBezTo>
                <a:cubicBezTo>
                  <a:pt x="2901370" y="2014958"/>
                  <a:pt x="2905912" y="2018128"/>
                  <a:pt x="2922489" y="2018128"/>
                </a:cubicBezTo>
                <a:lnTo>
                  <a:pt x="2922682" y="2018128"/>
                </a:lnTo>
                <a:cubicBezTo>
                  <a:pt x="2930103" y="2018118"/>
                  <a:pt x="2939921" y="2017480"/>
                  <a:pt x="2953807" y="2016491"/>
                </a:cubicBezTo>
                <a:cubicBezTo>
                  <a:pt x="2963874" y="2015853"/>
                  <a:pt x="2980065" y="2015534"/>
                  <a:pt x="2999312" y="2015506"/>
                </a:cubicBezTo>
                <a:cubicBezTo>
                  <a:pt x="3000248" y="2015505"/>
                  <a:pt x="3001191" y="2015504"/>
                  <a:pt x="3002141" y="2015504"/>
                </a:cubicBezTo>
                <a:cubicBezTo>
                  <a:pt x="3031181" y="2015504"/>
                  <a:pt x="3066642" y="2016144"/>
                  <a:pt x="3098448" y="2017332"/>
                </a:cubicBezTo>
                <a:lnTo>
                  <a:pt x="3196296" y="2020873"/>
                </a:lnTo>
                <a:lnTo>
                  <a:pt x="3194742" y="2048237"/>
                </a:lnTo>
                <a:cubicBezTo>
                  <a:pt x="3194233" y="2063499"/>
                  <a:pt x="3196392" y="2085072"/>
                  <a:pt x="3200130" y="2095589"/>
                </a:cubicBezTo>
                <a:cubicBezTo>
                  <a:pt x="3208139" y="2118726"/>
                  <a:pt x="3224656" y="2144481"/>
                  <a:pt x="3231572" y="2144481"/>
                </a:cubicBezTo>
                <a:lnTo>
                  <a:pt x="3231578" y="2144481"/>
                </a:lnTo>
                <a:cubicBezTo>
                  <a:pt x="3234243" y="2144481"/>
                  <a:pt x="3251802" y="2153926"/>
                  <a:pt x="3270959" y="2165999"/>
                </a:cubicBezTo>
                <a:cubicBezTo>
                  <a:pt x="3294447" y="2180378"/>
                  <a:pt x="3303761" y="2185030"/>
                  <a:pt x="3314598" y="2185030"/>
                </a:cubicBezTo>
                <a:lnTo>
                  <a:pt x="3314654" y="2185030"/>
                </a:lnTo>
                <a:cubicBezTo>
                  <a:pt x="3318043" y="2185025"/>
                  <a:pt x="3321583" y="2184565"/>
                  <a:pt x="3325756" y="2183808"/>
                </a:cubicBezTo>
                <a:cubicBezTo>
                  <a:pt x="3336920" y="2181688"/>
                  <a:pt x="3381051" y="2178993"/>
                  <a:pt x="3424653" y="2177350"/>
                </a:cubicBezTo>
                <a:lnTo>
                  <a:pt x="3502819" y="2175131"/>
                </a:lnTo>
                <a:lnTo>
                  <a:pt x="3502862" y="2204073"/>
                </a:lnTo>
                <a:cubicBezTo>
                  <a:pt x="3502875" y="2212921"/>
                  <a:pt x="3502992" y="2220040"/>
                  <a:pt x="3503913" y="2225766"/>
                </a:cubicBezTo>
                <a:lnTo>
                  <a:pt x="3677691" y="2225766"/>
                </a:lnTo>
                <a:cubicBezTo>
                  <a:pt x="3676997" y="2222630"/>
                  <a:pt x="3676155" y="2219304"/>
                  <a:pt x="3675174" y="2215924"/>
                </a:cubicBezTo>
                <a:cubicBezTo>
                  <a:pt x="3666287" y="2182270"/>
                  <a:pt x="3664784" y="2175854"/>
                  <a:pt x="3678870" y="2175834"/>
                </a:cubicBezTo>
                <a:lnTo>
                  <a:pt x="3678941" y="2175834"/>
                </a:lnTo>
                <a:cubicBezTo>
                  <a:pt x="3681793" y="2175834"/>
                  <a:pt x="3685281" y="2176093"/>
                  <a:pt x="3689473" y="2176438"/>
                </a:cubicBezTo>
                <a:cubicBezTo>
                  <a:pt x="3711276" y="2177985"/>
                  <a:pt x="3711811" y="2179036"/>
                  <a:pt x="3720356" y="2204282"/>
                </a:cubicBezTo>
                <a:cubicBezTo>
                  <a:pt x="3723185" y="2213023"/>
                  <a:pt x="3725321" y="2220080"/>
                  <a:pt x="3727449" y="2225766"/>
                </a:cubicBezTo>
                <a:lnTo>
                  <a:pt x="3895056" y="2225766"/>
                </a:lnTo>
                <a:lnTo>
                  <a:pt x="3895332" y="2221392"/>
                </a:lnTo>
                <a:cubicBezTo>
                  <a:pt x="3897416" y="2192974"/>
                  <a:pt x="3900072" y="2190338"/>
                  <a:pt x="3938872" y="2178180"/>
                </a:cubicBezTo>
                <a:cubicBezTo>
                  <a:pt x="3954817" y="2172894"/>
                  <a:pt x="3980859" y="2162860"/>
                  <a:pt x="3996268" y="2155995"/>
                </a:cubicBezTo>
                <a:cubicBezTo>
                  <a:pt x="4011679" y="2149133"/>
                  <a:pt x="4026560" y="2143323"/>
                  <a:pt x="4029750" y="2143317"/>
                </a:cubicBezTo>
                <a:cubicBezTo>
                  <a:pt x="4039855" y="2143302"/>
                  <a:pt x="4108879" y="2073743"/>
                  <a:pt x="4108864" y="2063745"/>
                </a:cubicBezTo>
                <a:cubicBezTo>
                  <a:pt x="4108856" y="2058482"/>
                  <a:pt x="4111506" y="2052691"/>
                  <a:pt x="4114163" y="2051109"/>
                </a:cubicBezTo>
                <a:cubicBezTo>
                  <a:pt x="4117350" y="2049526"/>
                  <a:pt x="4119467" y="2042155"/>
                  <a:pt x="4119457" y="2035315"/>
                </a:cubicBezTo>
                <a:cubicBezTo>
                  <a:pt x="4119447" y="2028474"/>
                  <a:pt x="4122094" y="2021103"/>
                  <a:pt x="4124750" y="2019520"/>
                </a:cubicBezTo>
                <a:cubicBezTo>
                  <a:pt x="4127938" y="2017411"/>
                  <a:pt x="4130008" y="1978995"/>
                  <a:pt x="4129924" y="1922165"/>
                </a:cubicBezTo>
                <a:cubicBezTo>
                  <a:pt x="4129839" y="1865335"/>
                  <a:pt x="4127654" y="1826924"/>
                  <a:pt x="4124460" y="1824825"/>
                </a:cubicBezTo>
                <a:cubicBezTo>
                  <a:pt x="4121800" y="1823249"/>
                  <a:pt x="4119106" y="1799574"/>
                  <a:pt x="4119066" y="1772738"/>
                </a:cubicBezTo>
                <a:cubicBezTo>
                  <a:pt x="4119027" y="1746429"/>
                  <a:pt x="4116864" y="1722226"/>
                  <a:pt x="4114201" y="1719599"/>
                </a:cubicBezTo>
                <a:cubicBezTo>
                  <a:pt x="4111537" y="1716445"/>
                  <a:pt x="4107784" y="1695403"/>
                  <a:pt x="4106685" y="1672251"/>
                </a:cubicBezTo>
                <a:cubicBezTo>
                  <a:pt x="4105056" y="1649100"/>
                  <a:pt x="4101284" y="1615953"/>
                  <a:pt x="4098068" y="1598593"/>
                </a:cubicBezTo>
                <a:cubicBezTo>
                  <a:pt x="4091635" y="1563347"/>
                  <a:pt x="4084124" y="1518630"/>
                  <a:pt x="4074996" y="1459183"/>
                </a:cubicBezTo>
                <a:cubicBezTo>
                  <a:pt x="4066941" y="1406574"/>
                  <a:pt x="4068928" y="1312377"/>
                  <a:pt x="4078459" y="1285006"/>
                </a:cubicBezTo>
                <a:cubicBezTo>
                  <a:pt x="4088522" y="1257628"/>
                  <a:pt x="4088952" y="1189221"/>
                  <a:pt x="4079900" y="1181340"/>
                </a:cubicBezTo>
                <a:cubicBezTo>
                  <a:pt x="4076173" y="1178189"/>
                  <a:pt x="4066064" y="1175046"/>
                  <a:pt x="4057024" y="1174006"/>
                </a:cubicBezTo>
                <a:cubicBezTo>
                  <a:pt x="4042133" y="1172449"/>
                  <a:pt x="4041067" y="1171398"/>
                  <a:pt x="4042100" y="1151401"/>
                </a:cubicBezTo>
                <a:cubicBezTo>
                  <a:pt x="4043147" y="1139823"/>
                  <a:pt x="4047370" y="1118769"/>
                  <a:pt x="4052665" y="1104027"/>
                </a:cubicBezTo>
                <a:cubicBezTo>
                  <a:pt x="4068017" y="1058224"/>
                  <a:pt x="4061043" y="1016138"/>
                  <a:pt x="4037105" y="1010386"/>
                </a:cubicBezTo>
                <a:cubicBezTo>
                  <a:pt x="4034843" y="1009779"/>
                  <a:pt x="4032122" y="1009496"/>
                  <a:pt x="4029065" y="1009496"/>
                </a:cubicBezTo>
                <a:lnTo>
                  <a:pt x="4028995" y="1009496"/>
                </a:lnTo>
                <a:cubicBezTo>
                  <a:pt x="4008312" y="1009527"/>
                  <a:pt x="3972304" y="1022459"/>
                  <a:pt x="3958442" y="1035757"/>
                </a:cubicBezTo>
                <a:cubicBezTo>
                  <a:pt x="3950857" y="1042843"/>
                  <a:pt x="3943643" y="1047328"/>
                  <a:pt x="3940268" y="1047333"/>
                </a:cubicBezTo>
                <a:lnTo>
                  <a:pt x="3940264" y="1047333"/>
                </a:lnTo>
                <a:cubicBezTo>
                  <a:pt x="3939624" y="1047333"/>
                  <a:pt x="3939124" y="1047172"/>
                  <a:pt x="3938784" y="1046837"/>
                </a:cubicBezTo>
                <a:cubicBezTo>
                  <a:pt x="3936654" y="1044735"/>
                  <a:pt x="3935566" y="1028424"/>
                  <a:pt x="3936071" y="1010532"/>
                </a:cubicBezTo>
                <a:cubicBezTo>
                  <a:pt x="3937088" y="978958"/>
                  <a:pt x="3918322" y="875323"/>
                  <a:pt x="3904978" y="841136"/>
                </a:cubicBezTo>
                <a:cubicBezTo>
                  <a:pt x="3896971" y="820099"/>
                  <a:pt x="3869787" y="778042"/>
                  <a:pt x="3847947" y="752290"/>
                </a:cubicBezTo>
                <a:cubicBezTo>
                  <a:pt x="3838358" y="740729"/>
                  <a:pt x="3830364" y="729163"/>
                  <a:pt x="3830361" y="726532"/>
                </a:cubicBezTo>
                <a:cubicBezTo>
                  <a:pt x="3830337" y="710746"/>
                  <a:pt x="3754172" y="627717"/>
                  <a:pt x="3716380" y="602517"/>
                </a:cubicBezTo>
                <a:cubicBezTo>
                  <a:pt x="3710525" y="598315"/>
                  <a:pt x="3704135" y="593063"/>
                  <a:pt x="3702537" y="591487"/>
                </a:cubicBezTo>
                <a:cubicBezTo>
                  <a:pt x="3700940" y="589911"/>
                  <a:pt x="3691356" y="582031"/>
                  <a:pt x="3680708" y="574154"/>
                </a:cubicBezTo>
                <a:cubicBezTo>
                  <a:pt x="3665804" y="563126"/>
                  <a:pt x="3660474" y="554714"/>
                  <a:pt x="3657790" y="538932"/>
                </a:cubicBezTo>
                <a:cubicBezTo>
                  <a:pt x="3656178" y="527357"/>
                  <a:pt x="3647645" y="510532"/>
                  <a:pt x="3639655" y="501072"/>
                </a:cubicBezTo>
                <a:cubicBezTo>
                  <a:pt x="3630787" y="490905"/>
                  <a:pt x="3623212" y="480949"/>
                  <a:pt x="3617560" y="472305"/>
                </a:cubicBezTo>
                <a:lnTo>
                  <a:pt x="3617493" y="472305"/>
                </a:lnTo>
                <a:cubicBezTo>
                  <a:pt x="3611331" y="455837"/>
                  <a:pt x="3610187" y="452643"/>
                  <a:pt x="3607170" y="443804"/>
                </a:cubicBezTo>
                <a:cubicBezTo>
                  <a:pt x="3605495" y="438898"/>
                  <a:pt x="3603601" y="433399"/>
                  <a:pt x="3602957" y="431667"/>
                </a:cubicBezTo>
                <a:cubicBezTo>
                  <a:pt x="3599595" y="422054"/>
                  <a:pt x="3593892" y="402481"/>
                  <a:pt x="3590944" y="390488"/>
                </a:cubicBezTo>
                <a:cubicBezTo>
                  <a:pt x="3587089" y="374465"/>
                  <a:pt x="3587316" y="363756"/>
                  <a:pt x="3591869" y="347257"/>
                </a:cubicBezTo>
                <a:cubicBezTo>
                  <a:pt x="3595006" y="335779"/>
                  <a:pt x="3597671" y="328849"/>
                  <a:pt x="3606957" y="307604"/>
                </a:cubicBezTo>
                <a:cubicBezTo>
                  <a:pt x="3620224" y="277363"/>
                  <a:pt x="3621820" y="272255"/>
                  <a:pt x="3624973" y="250991"/>
                </a:cubicBezTo>
                <a:cubicBezTo>
                  <a:pt x="3630259" y="215465"/>
                  <a:pt x="3629161" y="182121"/>
                  <a:pt x="3621784" y="150989"/>
                </a:cubicBezTo>
                <a:cubicBezTo>
                  <a:pt x="3613666" y="116918"/>
                  <a:pt x="3597613" y="86657"/>
                  <a:pt x="3574989" y="62822"/>
                </a:cubicBezTo>
                <a:cubicBezTo>
                  <a:pt x="3536246" y="22010"/>
                  <a:pt x="3479529" y="1"/>
                  <a:pt x="3412823" y="1"/>
                </a:cubicBezTo>
                <a:lnTo>
                  <a:pt x="3412560" y="1"/>
                </a:lnTo>
                <a:cubicBezTo>
                  <a:pt x="3412289" y="0"/>
                  <a:pt x="3412020" y="0"/>
                  <a:pt x="3411752" y="0"/>
                </a:cubicBezTo>
                <a:close/>
              </a:path>
            </a:pathLst>
          </a:custGeom>
          <a:solidFill>
            <a:srgbClr val="000000"/>
          </a:solidFill>
          <a:ln w="7382" cap="flat">
            <a:noFill/>
            <a:prstDash val="solid"/>
            <a:miter/>
          </a:ln>
        </p:spPr>
        <p:txBody>
          <a:bodyPr/>
          <a:lstStyle/>
          <a:p>
            <a:endParaRPr lang="en-AU"/>
          </a:p>
        </p:txBody>
      </p:sp>
      <p:sp>
        <p:nvSpPr>
          <p:cNvPr id="93" name="Oval 92">
            <a:extLst>
              <a:ext uri="{FF2B5EF4-FFF2-40B4-BE49-F238E27FC236}">
                <a16:creationId xmlns:a16="http://schemas.microsoft.com/office/drawing/2014/main" id="{63F35C70-AD52-C855-D780-7DD9069A543C}"/>
              </a:ext>
            </a:extLst>
          </p:cNvPr>
          <p:cNvSpPr/>
          <p:nvPr/>
        </p:nvSpPr>
        <p:spPr>
          <a:xfrm>
            <a:off x="6172585" y="1478373"/>
            <a:ext cx="47625" cy="47625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 w="9525" cap="flat">
            <a:noFill/>
            <a:prstDash val="solid"/>
            <a:miter/>
          </a:ln>
        </p:spPr>
        <p:txBody>
          <a:bodyPr/>
          <a:lstStyle/>
          <a:p>
            <a:endParaRPr lang="en-AU"/>
          </a:p>
        </p:txBody>
      </p:sp>
      <p:sp>
        <p:nvSpPr>
          <p:cNvPr id="94" name="Oval 93">
            <a:extLst>
              <a:ext uri="{FF2B5EF4-FFF2-40B4-BE49-F238E27FC236}">
                <a16:creationId xmlns:a16="http://schemas.microsoft.com/office/drawing/2014/main" id="{E15CFF11-EBDB-7621-2E5F-F5CBD8C7D2AE}"/>
              </a:ext>
            </a:extLst>
          </p:cNvPr>
          <p:cNvSpPr/>
          <p:nvPr/>
        </p:nvSpPr>
        <p:spPr>
          <a:xfrm>
            <a:off x="6253548" y="1578386"/>
            <a:ext cx="38100" cy="38100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 w="9525" cap="flat">
            <a:noFill/>
            <a:prstDash val="solid"/>
            <a:miter/>
          </a:ln>
        </p:spPr>
        <p:txBody>
          <a:bodyPr/>
          <a:lstStyle/>
          <a:p>
            <a:endParaRPr lang="en-AU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1A2FC05B-6B90-C2F1-7A5A-E1B4A2F1475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260558" y="4756025"/>
            <a:ext cx="1196100" cy="324366"/>
          </a:xfrm>
          <a:prstGeom prst="rect">
            <a:avLst/>
          </a:prstGeom>
        </p:spPr>
      </p:pic>
      <p:pic>
        <p:nvPicPr>
          <p:cNvPr id="7" name="Picture 4">
            <a:extLst>
              <a:ext uri="{FF2B5EF4-FFF2-40B4-BE49-F238E27FC236}">
                <a16:creationId xmlns:a16="http://schemas.microsoft.com/office/drawing/2014/main" id="{6A8886EF-1F48-FFEF-6CFA-1CB98805F6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16659" y="4125192"/>
            <a:ext cx="2721325" cy="5867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" name="Picture 6" descr="Gemini Advanced (with Veo) | InfinityOne Professional Digital ...">
            <a:extLst>
              <a:ext uri="{FF2B5EF4-FFF2-40B4-BE49-F238E27FC236}">
                <a16:creationId xmlns:a16="http://schemas.microsoft.com/office/drawing/2014/main" id="{24A94067-6C15-A9FE-6FF5-A154F1870AE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996" b="29454"/>
          <a:stretch>
            <a:fillRect/>
          </a:stretch>
        </p:blipFill>
        <p:spPr bwMode="auto">
          <a:xfrm>
            <a:off x="7267297" y="5124438"/>
            <a:ext cx="1199590" cy="2938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2" name="Picture 8" descr="DeepSeek - DeepSeek">
            <a:extLst>
              <a:ext uri="{FF2B5EF4-FFF2-40B4-BE49-F238E27FC236}">
                <a16:creationId xmlns:a16="http://schemas.microsoft.com/office/drawing/2014/main" id="{F3D8DBEF-19E8-FFDF-3303-DF1387F9890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934" b="30535"/>
          <a:stretch>
            <a:fillRect/>
          </a:stretch>
        </p:blipFill>
        <p:spPr bwMode="auto">
          <a:xfrm>
            <a:off x="7260558" y="5492851"/>
            <a:ext cx="1344200" cy="2989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8" name="Picture 10" descr="Grok - Review 2025 - PCMag Australia">
            <a:extLst>
              <a:ext uri="{FF2B5EF4-FFF2-40B4-BE49-F238E27FC236}">
                <a16:creationId xmlns:a16="http://schemas.microsoft.com/office/drawing/2014/main" id="{0A1098FB-3CEF-BF65-BB4A-596FA240858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180" t="23898" r="10934" b="23369"/>
          <a:stretch>
            <a:fillRect/>
          </a:stretch>
        </p:blipFill>
        <p:spPr bwMode="auto">
          <a:xfrm>
            <a:off x="7260559" y="5791754"/>
            <a:ext cx="967364" cy="3684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5" name="Picture 64">
            <a:extLst>
              <a:ext uri="{FF2B5EF4-FFF2-40B4-BE49-F238E27FC236}">
                <a16:creationId xmlns:a16="http://schemas.microsoft.com/office/drawing/2014/main" id="{5382F17D-3331-7C69-6BFA-F0F87B8F517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16659" y="3238197"/>
            <a:ext cx="4294700" cy="625910"/>
          </a:xfrm>
          <a:prstGeom prst="rect">
            <a:avLst/>
          </a:prstGeom>
        </p:spPr>
      </p:pic>
      <p:pic>
        <p:nvPicPr>
          <p:cNvPr id="3074" name="Picture 2">
            <a:extLst>
              <a:ext uri="{FF2B5EF4-FFF2-40B4-BE49-F238E27FC236}">
                <a16:creationId xmlns:a16="http://schemas.microsoft.com/office/drawing/2014/main" id="{E6E9A7F4-D6B6-DCA2-1CC7-ED3256CA307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189" b="16953"/>
          <a:stretch>
            <a:fillRect/>
          </a:stretch>
        </p:blipFill>
        <p:spPr bwMode="auto">
          <a:xfrm>
            <a:off x="7140485" y="1113781"/>
            <a:ext cx="1787623" cy="11951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Why Use Python? - Full Stack Python">
            <a:extLst>
              <a:ext uri="{FF2B5EF4-FFF2-40B4-BE49-F238E27FC236}">
                <a16:creationId xmlns:a16="http://schemas.microsoft.com/office/drawing/2014/main" id="{B1A0CA6C-8A15-3B79-C768-D43EC7EEBF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16659" y="2415614"/>
            <a:ext cx="2194195" cy="7146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7B7D8EE-C05E-38BB-D53C-6A6DC2B4E62F}"/>
              </a:ext>
            </a:extLst>
          </p:cNvPr>
          <p:cNvSpPr txBox="1"/>
          <p:nvPr/>
        </p:nvSpPr>
        <p:spPr>
          <a:xfrm>
            <a:off x="723998" y="5840821"/>
            <a:ext cx="430387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/>
              <a:t>Credit: </a:t>
            </a:r>
            <a:r>
              <a:rPr lang="en-AU" sz="1000" dirty="0" err="1"/>
              <a:t>Mohamed_hassan@pixabay</a:t>
            </a:r>
            <a:endParaRPr lang="en-AU" sz="1000" dirty="0"/>
          </a:p>
        </p:txBody>
      </p:sp>
    </p:spTree>
    <p:extLst>
      <p:ext uri="{BB962C8B-B14F-4D97-AF65-F5344CB8AC3E}">
        <p14:creationId xmlns:p14="http://schemas.microsoft.com/office/powerpoint/2010/main" val="2006564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18C60C-CD31-F59D-E57E-A25AE88131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4">
            <a:extLst>
              <a:ext uri="{FF2B5EF4-FFF2-40B4-BE49-F238E27FC236}">
                <a16:creationId xmlns:a16="http://schemas.microsoft.com/office/drawing/2014/main" id="{9092AAB2-0601-F705-DBA5-9175431512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16659" y="4125192"/>
            <a:ext cx="2721325" cy="5867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5" name="Picture 64">
            <a:extLst>
              <a:ext uri="{FF2B5EF4-FFF2-40B4-BE49-F238E27FC236}">
                <a16:creationId xmlns:a16="http://schemas.microsoft.com/office/drawing/2014/main" id="{62DEC15A-1E45-3EB6-4B22-9701126C20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16659" y="3238197"/>
            <a:ext cx="4294700" cy="625910"/>
          </a:xfrm>
          <a:prstGeom prst="rect">
            <a:avLst/>
          </a:prstGeom>
        </p:spPr>
      </p:pic>
      <p:pic>
        <p:nvPicPr>
          <p:cNvPr id="3074" name="Picture 2">
            <a:extLst>
              <a:ext uri="{FF2B5EF4-FFF2-40B4-BE49-F238E27FC236}">
                <a16:creationId xmlns:a16="http://schemas.microsoft.com/office/drawing/2014/main" id="{F9F573B7-E10D-217E-29B6-7006AD0A8AA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189" b="16953"/>
          <a:stretch>
            <a:fillRect/>
          </a:stretch>
        </p:blipFill>
        <p:spPr bwMode="auto">
          <a:xfrm>
            <a:off x="7140485" y="1113781"/>
            <a:ext cx="1787623" cy="11951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Why Use Python? - Full Stack Python">
            <a:extLst>
              <a:ext uri="{FF2B5EF4-FFF2-40B4-BE49-F238E27FC236}">
                <a16:creationId xmlns:a16="http://schemas.microsoft.com/office/drawing/2014/main" id="{0BFED72A-A099-7C55-9478-1BA9965475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16659" y="2415614"/>
            <a:ext cx="2194195" cy="7146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74813554-F834-B879-0903-7C7AC7A5C65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10498" y="1882054"/>
            <a:ext cx="6391275" cy="4486275"/>
          </a:xfrm>
          <a:prstGeom prst="rect">
            <a:avLst/>
          </a:prstGeom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E330010E-1C80-FEA6-70C4-6F52D8DB9906}"/>
              </a:ext>
            </a:extLst>
          </p:cNvPr>
          <p:cNvCxnSpPr>
            <a:cxnSpLocks/>
          </p:cNvCxnSpPr>
          <p:nvPr/>
        </p:nvCxnSpPr>
        <p:spPr>
          <a:xfrm flipH="1">
            <a:off x="5658280" y="1655634"/>
            <a:ext cx="1461616" cy="286215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Freeform: Shape 1">
            <a:extLst>
              <a:ext uri="{FF2B5EF4-FFF2-40B4-BE49-F238E27FC236}">
                <a16:creationId xmlns:a16="http://schemas.microsoft.com/office/drawing/2014/main" id="{8AFBA26D-6955-F0D0-805B-D3D13B799BF6}"/>
              </a:ext>
            </a:extLst>
          </p:cNvPr>
          <p:cNvSpPr/>
          <p:nvPr/>
        </p:nvSpPr>
        <p:spPr>
          <a:xfrm flipH="1">
            <a:off x="1953111" y="1882054"/>
            <a:ext cx="687519" cy="416057"/>
          </a:xfrm>
          <a:custGeom>
            <a:avLst/>
            <a:gdLst>
              <a:gd name="csX0" fmla="*/ 2074117 w 4129925"/>
              <a:gd name="csY0" fmla="*/ 569749 h 2225772"/>
              <a:gd name="csX1" fmla="*/ 2074117 w 4129925"/>
              <a:gd name="csY1" fmla="*/ 820228 h 2225772"/>
              <a:gd name="csX2" fmla="*/ 534486 w 4129925"/>
              <a:gd name="csY2" fmla="*/ 829206 h 2225772"/>
              <a:gd name="csX3" fmla="*/ 2074117 w 4129925"/>
              <a:gd name="csY3" fmla="*/ 569746 h 2225772"/>
              <a:gd name="csX4" fmla="*/ 4016026 w 4129925"/>
              <a:gd name="csY4" fmla="*/ 1267368 h 2225772"/>
              <a:gd name="csX5" fmla="*/ 4021693 w 4129925"/>
              <a:gd name="csY5" fmla="*/ 1367130 h 2225772"/>
              <a:gd name="csX6" fmla="*/ 4028246 w 4129925"/>
              <a:gd name="csY6" fmla="*/ 1482361 h 2225772"/>
              <a:gd name="csX7" fmla="*/ 4033624 w 4129925"/>
              <a:gd name="csY7" fmla="*/ 1522870 h 2225772"/>
              <a:gd name="csX8" fmla="*/ 4052927 w 4129925"/>
              <a:gd name="csY8" fmla="*/ 1630715 h 2225772"/>
              <a:gd name="csX9" fmla="*/ 4071574 w 4129925"/>
              <a:gd name="csY9" fmla="*/ 2011658 h 2225772"/>
              <a:gd name="csX10" fmla="*/ 4058854 w 4129925"/>
              <a:gd name="csY10" fmla="*/ 2040618 h 2225772"/>
              <a:gd name="csX11" fmla="*/ 3993550 w 4129925"/>
              <a:gd name="csY11" fmla="*/ 2109648 h 2225772"/>
              <a:gd name="csX12" fmla="*/ 3973355 w 4129925"/>
              <a:gd name="csY12" fmla="*/ 2117043 h 2225772"/>
              <a:gd name="csX13" fmla="*/ 3927401 w 4129925"/>
              <a:gd name="csY13" fmla="*/ 2130630 h 2225772"/>
              <a:gd name="csX14" fmla="*/ 3927355 w 4129925"/>
              <a:gd name="csY14" fmla="*/ 2130630 h 2225772"/>
              <a:gd name="csX15" fmla="*/ 3922325 w 4129925"/>
              <a:gd name="csY15" fmla="*/ 2129747 h 2225772"/>
              <a:gd name="csX16" fmla="*/ 3939834 w 4129925"/>
              <a:gd name="csY16" fmla="*/ 2103935 h 2225772"/>
              <a:gd name="csX17" fmla="*/ 3983348 w 4129925"/>
              <a:gd name="csY17" fmla="*/ 2043359 h 2225772"/>
              <a:gd name="csX18" fmla="*/ 4000795 w 4129925"/>
              <a:gd name="csY18" fmla="*/ 1975453 h 2225772"/>
              <a:gd name="csX19" fmla="*/ 3970359 w 4129925"/>
              <a:gd name="csY19" fmla="*/ 1890778 h 2225772"/>
              <a:gd name="csX20" fmla="*/ 3890549 w 4129925"/>
              <a:gd name="csY20" fmla="*/ 1860374 h 2225772"/>
              <a:gd name="csX21" fmla="*/ 3866616 w 4129925"/>
              <a:gd name="csY21" fmla="*/ 1856725 h 2225772"/>
              <a:gd name="csX22" fmla="*/ 3863339 w 4129925"/>
              <a:gd name="csY22" fmla="*/ 1798846 h 2225772"/>
              <a:gd name="csX23" fmla="*/ 3852042 w 4129925"/>
              <a:gd name="csY23" fmla="*/ 1712039 h 2225772"/>
              <a:gd name="csX24" fmla="*/ 3833282 w 4129925"/>
              <a:gd name="csY24" fmla="*/ 1611560 h 2225772"/>
              <a:gd name="csX25" fmla="*/ 3867869 w 4129925"/>
              <a:gd name="csY25" fmla="*/ 1572227 h 2225772"/>
              <a:gd name="csX26" fmla="*/ 3867878 w 4129925"/>
              <a:gd name="csY26" fmla="*/ 1572227 h 2225772"/>
              <a:gd name="csX27" fmla="*/ 3869383 w 4129925"/>
              <a:gd name="csY27" fmla="*/ 1572569 h 2225772"/>
              <a:gd name="csX28" fmla="*/ 3874189 w 4129925"/>
              <a:gd name="csY28" fmla="*/ 1585716 h 2225772"/>
              <a:gd name="csX29" fmla="*/ 3917319 w 4129925"/>
              <a:gd name="csY29" fmla="*/ 1627751 h 2225772"/>
              <a:gd name="csX30" fmla="*/ 3917324 w 4129925"/>
              <a:gd name="csY30" fmla="*/ 1627751 h 2225772"/>
              <a:gd name="csX31" fmla="*/ 3938576 w 4129925"/>
              <a:gd name="csY31" fmla="*/ 1615618 h 2225772"/>
              <a:gd name="csX32" fmla="*/ 3960310 w 4129925"/>
              <a:gd name="csY32" fmla="*/ 1569805 h 2225772"/>
              <a:gd name="csX33" fmla="*/ 3969784 w 4129925"/>
              <a:gd name="csY33" fmla="*/ 1504015 h 2225772"/>
              <a:gd name="csX34" fmla="*/ 3980329 w 4129925"/>
              <a:gd name="csY34" fmla="*/ 1443486 h 2225772"/>
              <a:gd name="csX35" fmla="*/ 3990346 w 4129925"/>
              <a:gd name="csY35" fmla="*/ 1385588 h 2225772"/>
              <a:gd name="csX36" fmla="*/ 4000356 w 4129925"/>
              <a:gd name="csY36" fmla="*/ 1322429 h 2225772"/>
              <a:gd name="csX37" fmla="*/ 4012512 w 4129925"/>
              <a:gd name="csY37" fmla="*/ 1272422 h 2225772"/>
              <a:gd name="csX38" fmla="*/ 4016024 w 4129925"/>
              <a:gd name="csY38" fmla="*/ 1267362 h 2225772"/>
              <a:gd name="csX39" fmla="*/ 3411761 w 4129925"/>
              <a:gd name="csY39" fmla="*/ 2 h 2225772"/>
              <a:gd name="csX40" fmla="*/ 3410794 w 4129925"/>
              <a:gd name="csY40" fmla="*/ 3 h 2225772"/>
              <a:gd name="csX41" fmla="*/ 3371557 w 4129925"/>
              <a:gd name="csY41" fmla="*/ 2330 h 2225772"/>
              <a:gd name="csX42" fmla="*/ 3331945 w 4129925"/>
              <a:gd name="csY42" fmla="*/ 9419 h 2225772"/>
              <a:gd name="csX43" fmla="*/ 3323041 w 4129925"/>
              <a:gd name="csY43" fmla="*/ 11853 h 2225772"/>
              <a:gd name="csX44" fmla="*/ 3221986 w 4129925"/>
              <a:gd name="csY44" fmla="*/ 68775 h 2225772"/>
              <a:gd name="csX45" fmla="*/ 3186835 w 4129925"/>
              <a:gd name="csY45" fmla="*/ 118089 h 2225772"/>
              <a:gd name="csX46" fmla="*/ 3169629 w 4129925"/>
              <a:gd name="csY46" fmla="*/ 192060 h 2225772"/>
              <a:gd name="csX47" fmla="*/ 3178142 w 4129925"/>
              <a:gd name="csY47" fmla="*/ 227371 h 2225772"/>
              <a:gd name="csX48" fmla="*/ 3180002 w 4129925"/>
              <a:gd name="csY48" fmla="*/ 230235 h 2225772"/>
              <a:gd name="csX49" fmla="*/ 3177730 w 4129925"/>
              <a:gd name="csY49" fmla="*/ 235426 h 2225772"/>
              <a:gd name="csX50" fmla="*/ 3157438 w 4129925"/>
              <a:gd name="csY50" fmla="*/ 275758 h 2225772"/>
              <a:gd name="csX51" fmla="*/ 3130884 w 4129925"/>
              <a:gd name="csY51" fmla="*/ 331947 h 2225772"/>
              <a:gd name="csX52" fmla="*/ 3130047 w 4129925"/>
              <a:gd name="csY52" fmla="*/ 350210 h 2225772"/>
              <a:gd name="csX53" fmla="*/ 3148963 w 4129925"/>
              <a:gd name="csY53" fmla="*/ 361222 h 2225772"/>
              <a:gd name="csX54" fmla="*/ 3158116 w 4129925"/>
              <a:gd name="csY54" fmla="*/ 363004 h 2225772"/>
              <a:gd name="csX55" fmla="*/ 3158141 w 4129925"/>
              <a:gd name="csY55" fmla="*/ 363004 h 2225772"/>
              <a:gd name="csX56" fmla="*/ 3159593 w 4129925"/>
              <a:gd name="csY56" fmla="*/ 362950 h 2225772"/>
              <a:gd name="csX57" fmla="*/ 3164753 w 4129925"/>
              <a:gd name="csY57" fmla="*/ 362779 h 2225772"/>
              <a:gd name="csX58" fmla="*/ 3164841 w 4129925"/>
              <a:gd name="csY58" fmla="*/ 362779 h 2225772"/>
              <a:gd name="csX59" fmla="*/ 3176525 w 4129925"/>
              <a:gd name="csY59" fmla="*/ 366035 h 2225772"/>
              <a:gd name="csX60" fmla="*/ 3177992 w 4129925"/>
              <a:gd name="csY60" fmla="*/ 376803 h 2225772"/>
              <a:gd name="csX61" fmla="*/ 3177475 w 4129925"/>
              <a:gd name="csY61" fmla="*/ 384340 h 2225772"/>
              <a:gd name="csX62" fmla="*/ 3174531 w 4129925"/>
              <a:gd name="csY62" fmla="*/ 394556 h 2225772"/>
              <a:gd name="csX63" fmla="*/ 3171879 w 4129925"/>
              <a:gd name="csY63" fmla="*/ 405496 h 2225772"/>
              <a:gd name="csX64" fmla="*/ 3184634 w 4129925"/>
              <a:gd name="csY64" fmla="*/ 416836 h 2225772"/>
              <a:gd name="csX65" fmla="*/ 3188509 w 4129925"/>
              <a:gd name="csY65" fmla="*/ 419157 h 2225772"/>
              <a:gd name="csX66" fmla="*/ 3184968 w 4129925"/>
              <a:gd name="csY66" fmla="*/ 428120 h 2225772"/>
              <a:gd name="csX67" fmla="*/ 3181482 w 4129925"/>
              <a:gd name="csY67" fmla="*/ 437609 h 2225772"/>
              <a:gd name="csX68" fmla="*/ 3189248 w 4129925"/>
              <a:gd name="csY68" fmla="*/ 445282 h 2225772"/>
              <a:gd name="csX69" fmla="*/ 3201815 w 4129925"/>
              <a:gd name="csY69" fmla="*/ 460622 h 2225772"/>
              <a:gd name="csX70" fmla="*/ 3201009 w 4129925"/>
              <a:gd name="csY70" fmla="*/ 477805 h 2225772"/>
              <a:gd name="csX71" fmla="*/ 3201861 w 4129925"/>
              <a:gd name="csY71" fmla="*/ 510903 h 2225772"/>
              <a:gd name="csX72" fmla="*/ 3228305 w 4129925"/>
              <a:gd name="csY72" fmla="*/ 530856 h 2225772"/>
              <a:gd name="csX73" fmla="*/ 3242423 w 4129925"/>
              <a:gd name="csY73" fmla="*/ 533221 h 2225772"/>
              <a:gd name="csX74" fmla="*/ 3246931 w 4129925"/>
              <a:gd name="csY74" fmla="*/ 533510 h 2225772"/>
              <a:gd name="csX75" fmla="*/ 3288120 w 4129925"/>
              <a:gd name="csY75" fmla="*/ 525669 h 2225772"/>
              <a:gd name="csX76" fmla="*/ 3329255 w 4129925"/>
              <a:gd name="csY76" fmla="*/ 517789 h 2225772"/>
              <a:gd name="csX77" fmla="*/ 3331523 w 4129925"/>
              <a:gd name="csY77" fmla="*/ 519496 h 2225772"/>
              <a:gd name="csX78" fmla="*/ 3343948 w 4129925"/>
              <a:gd name="csY78" fmla="*/ 535843 h 2225772"/>
              <a:gd name="csX79" fmla="*/ 3351257 w 4129925"/>
              <a:gd name="csY79" fmla="*/ 550312 h 2225772"/>
              <a:gd name="csX80" fmla="*/ 3351193 w 4129925"/>
              <a:gd name="csY80" fmla="*/ 550312 h 2225772"/>
              <a:gd name="csX81" fmla="*/ 3346611 w 4129925"/>
              <a:gd name="csY81" fmla="*/ 552554 h 2225772"/>
              <a:gd name="csX82" fmla="*/ 3346675 w 4129925"/>
              <a:gd name="csY82" fmla="*/ 552554 h 2225772"/>
              <a:gd name="csX83" fmla="*/ 3348345 w 4129925"/>
              <a:gd name="csY83" fmla="*/ 555170 h 2225772"/>
              <a:gd name="csX84" fmla="*/ 3352652 w 4129925"/>
              <a:gd name="csY84" fmla="*/ 590945 h 2225772"/>
              <a:gd name="csX85" fmla="*/ 3309311 w 4129925"/>
              <a:gd name="csY85" fmla="*/ 767288 h 2225772"/>
              <a:gd name="csX86" fmla="*/ 3285537 w 4129925"/>
              <a:gd name="csY86" fmla="*/ 870986 h 2225772"/>
              <a:gd name="csX87" fmla="*/ 3247926 w 4129925"/>
              <a:gd name="csY87" fmla="*/ 968389 h 2225772"/>
              <a:gd name="csX88" fmla="*/ 3227425 w 4129925"/>
              <a:gd name="csY88" fmla="*/ 1127857 h 2225772"/>
              <a:gd name="csX89" fmla="*/ 3221650 w 4129925"/>
              <a:gd name="csY89" fmla="*/ 1177330 h 2225772"/>
              <a:gd name="csX90" fmla="*/ 3214820 w 4129925"/>
              <a:gd name="csY90" fmla="*/ 1233644 h 2225772"/>
              <a:gd name="csX91" fmla="*/ 3211704 w 4129925"/>
              <a:gd name="csY91" fmla="*/ 1283638 h 2225772"/>
              <a:gd name="csX92" fmla="*/ 3164907 w 4129925"/>
              <a:gd name="csY92" fmla="*/ 1282127 h 2225772"/>
              <a:gd name="csX93" fmla="*/ 3148539 w 4129925"/>
              <a:gd name="csY93" fmla="*/ 1281840 h 2225772"/>
              <a:gd name="csX94" fmla="*/ 3147979 w 4129925"/>
              <a:gd name="csY94" fmla="*/ 1281840 h 2225772"/>
              <a:gd name="csX95" fmla="*/ 3110144 w 4129925"/>
              <a:gd name="csY95" fmla="*/ 1287469 h 2225772"/>
              <a:gd name="csX96" fmla="*/ 3069743 w 4129925"/>
              <a:gd name="csY96" fmla="*/ 1295947 h 2225772"/>
              <a:gd name="csX97" fmla="*/ 3057352 w 4129925"/>
              <a:gd name="csY97" fmla="*/ 1296319 h 2225772"/>
              <a:gd name="csX98" fmla="*/ 3057142 w 4129925"/>
              <a:gd name="csY98" fmla="*/ 1296319 h 2225772"/>
              <a:gd name="csX99" fmla="*/ 2975030 w 4129925"/>
              <a:gd name="csY99" fmla="*/ 1255567 h 2225772"/>
              <a:gd name="csX100" fmla="*/ 2932459 w 4129925"/>
              <a:gd name="csY100" fmla="*/ 1234581 h 2225772"/>
              <a:gd name="csX101" fmla="*/ 2902130 w 4129925"/>
              <a:gd name="csY101" fmla="*/ 1222522 h 2225772"/>
              <a:gd name="csX102" fmla="*/ 2886664 w 4129925"/>
              <a:gd name="csY102" fmla="*/ 1220078 h 2225772"/>
              <a:gd name="csX103" fmla="*/ 2886527 w 4129925"/>
              <a:gd name="csY103" fmla="*/ 1220078 h 2225772"/>
              <a:gd name="csX104" fmla="*/ 2872882 w 4129925"/>
              <a:gd name="csY104" fmla="*/ 1220987 h 2225772"/>
              <a:gd name="csX105" fmla="*/ 2812803 w 4129925"/>
              <a:gd name="csY105" fmla="*/ 1227388 h 2225772"/>
              <a:gd name="csX106" fmla="*/ 2757006 w 4129925"/>
              <a:gd name="csY106" fmla="*/ 1252200 h 2225772"/>
              <a:gd name="csX107" fmla="*/ 2741087 w 4129925"/>
              <a:gd name="csY107" fmla="*/ 1275377 h 2225772"/>
              <a:gd name="csX108" fmla="*/ 2733611 w 4129925"/>
              <a:gd name="csY108" fmla="*/ 1284900 h 2225772"/>
              <a:gd name="csX109" fmla="*/ 2498750 w 4129925"/>
              <a:gd name="csY109" fmla="*/ 1276646 h 2225772"/>
              <a:gd name="csX110" fmla="*/ 2495909 w 4129925"/>
              <a:gd name="csY110" fmla="*/ 817827 h 2225772"/>
              <a:gd name="csX111" fmla="*/ 2107695 w 4129925"/>
              <a:gd name="csY111" fmla="*/ 820091 h 2225772"/>
              <a:gd name="csX112" fmla="*/ 2107695 w 4129925"/>
              <a:gd name="csY112" fmla="*/ 564144 h 2225772"/>
              <a:gd name="csX113" fmla="*/ 2510630 w 4129925"/>
              <a:gd name="csY113" fmla="*/ 496239 h 2225772"/>
              <a:gd name="csX114" fmla="*/ 2501996 w 4129925"/>
              <a:gd name="csY114" fmla="*/ 441479 h 2225772"/>
              <a:gd name="csX115" fmla="*/ 2501873 w 4129925"/>
              <a:gd name="csY115" fmla="*/ 440762 h 2225772"/>
              <a:gd name="csX116" fmla="*/ 184473 w 4129925"/>
              <a:gd name="csY116" fmla="*/ 831302 h 2225772"/>
              <a:gd name="csX117" fmla="*/ 3173 w 4129925"/>
              <a:gd name="csY117" fmla="*/ 832359 h 2225772"/>
              <a:gd name="csX118" fmla="*/ 0 w 4129925"/>
              <a:gd name="csY118" fmla="*/ 832379 h 2225772"/>
              <a:gd name="csX119" fmla="*/ 4301 w 4129925"/>
              <a:gd name="csY119" fmla="*/ 1527099 h 2225772"/>
              <a:gd name="csX120" fmla="*/ 94600 w 4129925"/>
              <a:gd name="csY120" fmla="*/ 1526556 h 2225772"/>
              <a:gd name="csX121" fmla="*/ 101106 w 4129925"/>
              <a:gd name="csY121" fmla="*/ 2225773 h 2225772"/>
              <a:gd name="csX122" fmla="*/ 205667 w 4129925"/>
              <a:gd name="csY122" fmla="*/ 2225773 h 2225772"/>
              <a:gd name="csX123" fmla="*/ 199347 w 4129925"/>
              <a:gd name="csY123" fmla="*/ 1525929 h 2225772"/>
              <a:gd name="csX124" fmla="*/ 369454 w 4129925"/>
              <a:gd name="csY124" fmla="*/ 1524906 h 2225772"/>
              <a:gd name="csX125" fmla="*/ 368885 w 4129925"/>
              <a:gd name="csY125" fmla="*/ 1672268 h 2225772"/>
              <a:gd name="csX126" fmla="*/ 370087 w 4129925"/>
              <a:gd name="csY126" fmla="*/ 1673522 h 2225772"/>
              <a:gd name="csX127" fmla="*/ 371356 w 4129925"/>
              <a:gd name="csY127" fmla="*/ 1673446 h 2225772"/>
              <a:gd name="csX128" fmla="*/ 1373258 w 4129925"/>
              <a:gd name="csY128" fmla="*/ 1677217 h 2225772"/>
              <a:gd name="csX129" fmla="*/ 1375394 w 4129925"/>
              <a:gd name="csY129" fmla="*/ 1907768 h 2225772"/>
              <a:gd name="csX130" fmla="*/ 1378339 w 4129925"/>
              <a:gd name="csY130" fmla="*/ 2225769 h 2225772"/>
              <a:gd name="csX131" fmla="*/ 1469037 w 4129925"/>
              <a:gd name="csY131" fmla="*/ 2225769 h 2225772"/>
              <a:gd name="csX132" fmla="*/ 1470049 w 4129925"/>
              <a:gd name="csY132" fmla="*/ 1909733 h 2225772"/>
              <a:gd name="csX133" fmla="*/ 1470952 w 4129925"/>
              <a:gd name="csY133" fmla="*/ 1677584 h 2225772"/>
              <a:gd name="csX134" fmla="*/ 1470973 w 4129925"/>
              <a:gd name="csY134" fmla="*/ 1677584 h 2225772"/>
              <a:gd name="csX135" fmla="*/ 1905873 w 4129925"/>
              <a:gd name="csY135" fmla="*/ 1679221 h 2225772"/>
              <a:gd name="csX136" fmla="*/ 1906313 w 4129925"/>
              <a:gd name="csY136" fmla="*/ 1565308 h 2225772"/>
              <a:gd name="csX137" fmla="*/ 1906339 w 4129925"/>
              <a:gd name="csY137" fmla="*/ 1565308 h 2225772"/>
              <a:gd name="csX138" fmla="*/ 2189536 w 4129925"/>
              <a:gd name="csY138" fmla="*/ 1566651 h 2225772"/>
              <a:gd name="csX139" fmla="*/ 2189536 w 4129925"/>
              <a:gd name="csY139" fmla="*/ 1566651 h 2225772"/>
              <a:gd name="csX140" fmla="*/ 2195360 w 4129925"/>
              <a:gd name="csY140" fmla="*/ 1907621 h 2225772"/>
              <a:gd name="csX141" fmla="*/ 2197322 w 4129925"/>
              <a:gd name="csY141" fmla="*/ 2225764 h 2225772"/>
              <a:gd name="csX142" fmla="*/ 2287935 w 4129925"/>
              <a:gd name="csY142" fmla="*/ 2225764 h 2225772"/>
              <a:gd name="csX143" fmla="*/ 2288952 w 4129925"/>
              <a:gd name="csY143" fmla="*/ 1909585 h 2225772"/>
              <a:gd name="csX144" fmla="*/ 2294292 w 4129925"/>
              <a:gd name="csY144" fmla="*/ 1567018 h 2225772"/>
              <a:gd name="csX145" fmla="*/ 2621854 w 4129925"/>
              <a:gd name="csY145" fmla="*/ 1563909 h 2225772"/>
              <a:gd name="csX146" fmla="*/ 2945518 w 4129925"/>
              <a:gd name="csY146" fmla="*/ 1560065 h 2225772"/>
              <a:gd name="csX147" fmla="*/ 2945554 w 4129925"/>
              <a:gd name="csY147" fmla="*/ 1560065 h 2225772"/>
              <a:gd name="csX148" fmla="*/ 2984580 w 4129925"/>
              <a:gd name="csY148" fmla="*/ 1561453 h 2225772"/>
              <a:gd name="csX149" fmla="*/ 3007820 w 4129925"/>
              <a:gd name="csY149" fmla="*/ 1561950 h 2225772"/>
              <a:gd name="csX150" fmla="*/ 3012774 w 4129925"/>
              <a:gd name="csY150" fmla="*/ 1422304 h 2225772"/>
              <a:gd name="csX151" fmla="*/ 3012811 w 4129925"/>
              <a:gd name="csY151" fmla="*/ 1422304 h 2225772"/>
              <a:gd name="csX152" fmla="*/ 3030067 w 4129925"/>
              <a:gd name="csY152" fmla="*/ 1449127 h 2225772"/>
              <a:gd name="csX153" fmla="*/ 3060957 w 4129925"/>
              <a:gd name="csY153" fmla="*/ 1480655 h 2225772"/>
              <a:gd name="csX154" fmla="*/ 3099261 w 4129925"/>
              <a:gd name="csY154" fmla="*/ 1492177 h 2225772"/>
              <a:gd name="csX155" fmla="*/ 3112552 w 4129925"/>
              <a:gd name="csY155" fmla="*/ 1502681 h 2225772"/>
              <a:gd name="csX156" fmla="*/ 3112612 w 4129925"/>
              <a:gd name="csY156" fmla="*/ 1502681 h 2225772"/>
              <a:gd name="csX157" fmla="*/ 3126402 w 4129925"/>
              <a:gd name="csY157" fmla="*/ 1507398 h 2225772"/>
              <a:gd name="csX158" fmla="*/ 3083370 w 4129925"/>
              <a:gd name="csY158" fmla="*/ 1534295 h 2225772"/>
              <a:gd name="csX159" fmla="*/ 3052025 w 4129925"/>
              <a:gd name="csY159" fmla="*/ 1553812 h 2225772"/>
              <a:gd name="csX160" fmla="*/ 2982978 w 4129925"/>
              <a:gd name="csY160" fmla="*/ 1608111 h 2225772"/>
              <a:gd name="csX161" fmla="*/ 2961199 w 4129925"/>
              <a:gd name="csY161" fmla="*/ 1623929 h 2225772"/>
              <a:gd name="csX162" fmla="*/ 2887309 w 4129925"/>
              <a:gd name="csY162" fmla="*/ 1639823 h 2225772"/>
              <a:gd name="csX163" fmla="*/ 2813934 w 4129925"/>
              <a:gd name="csY163" fmla="*/ 1645191 h 2225772"/>
              <a:gd name="csX164" fmla="*/ 2717714 w 4129925"/>
              <a:gd name="csY164" fmla="*/ 1663749 h 2225772"/>
              <a:gd name="csX165" fmla="*/ 2497107 w 4129925"/>
              <a:gd name="csY165" fmla="*/ 1714060 h 2225772"/>
              <a:gd name="csX166" fmla="*/ 2449329 w 4129925"/>
              <a:gd name="csY166" fmla="*/ 1767803 h 2225772"/>
              <a:gd name="csX167" fmla="*/ 2440379 w 4129925"/>
              <a:gd name="csY167" fmla="*/ 1828330 h 2225772"/>
              <a:gd name="csX168" fmla="*/ 2474017 w 4129925"/>
              <a:gd name="csY168" fmla="*/ 1920368 h 2225772"/>
              <a:gd name="csX169" fmla="*/ 2497464 w 4129925"/>
              <a:gd name="csY169" fmla="*/ 1954536 h 2225772"/>
              <a:gd name="csX170" fmla="*/ 2508680 w 4129925"/>
              <a:gd name="csY170" fmla="*/ 1987671 h 2225772"/>
              <a:gd name="csX171" fmla="*/ 2527370 w 4129925"/>
              <a:gd name="csY171" fmla="*/ 2040264 h 2225772"/>
              <a:gd name="csX172" fmla="*/ 2566333 w 4129925"/>
              <a:gd name="csY172" fmla="*/ 2136503 h 2225772"/>
              <a:gd name="csX173" fmla="*/ 2601539 w 4129925"/>
              <a:gd name="csY173" fmla="*/ 2210647 h 2225772"/>
              <a:gd name="csX174" fmla="*/ 2609296 w 4129925"/>
              <a:gd name="csY174" fmla="*/ 2225766 h 2225772"/>
              <a:gd name="csX175" fmla="*/ 2937540 w 4129925"/>
              <a:gd name="csY175" fmla="*/ 2225766 h 2225772"/>
              <a:gd name="csX176" fmla="*/ 2938144 w 4129925"/>
              <a:gd name="csY176" fmla="*/ 2211736 h 2225772"/>
              <a:gd name="csX177" fmla="*/ 2929022 w 4129925"/>
              <a:gd name="csY177" fmla="*/ 2156497 h 2225772"/>
              <a:gd name="csX178" fmla="*/ 2911937 w 4129925"/>
              <a:gd name="csY178" fmla="*/ 2110742 h 2225772"/>
              <a:gd name="csX179" fmla="*/ 2886845 w 4129925"/>
              <a:gd name="csY179" fmla="*/ 2043950 h 2225772"/>
              <a:gd name="csX180" fmla="*/ 2874090 w 4129925"/>
              <a:gd name="csY180" fmla="*/ 1995960 h 2225772"/>
              <a:gd name="csX181" fmla="*/ 2874149 w 4129925"/>
              <a:gd name="csY181" fmla="*/ 1995960 h 2225772"/>
              <a:gd name="csX182" fmla="*/ 2889979 w 4129925"/>
              <a:gd name="csY182" fmla="*/ 2005532 h 2225772"/>
              <a:gd name="csX183" fmla="*/ 2922489 w 4129925"/>
              <a:gd name="csY183" fmla="*/ 2018128 h 2225772"/>
              <a:gd name="csX184" fmla="*/ 2922682 w 4129925"/>
              <a:gd name="csY184" fmla="*/ 2018128 h 2225772"/>
              <a:gd name="csX185" fmla="*/ 2953807 w 4129925"/>
              <a:gd name="csY185" fmla="*/ 2016491 h 2225772"/>
              <a:gd name="csX186" fmla="*/ 2999312 w 4129925"/>
              <a:gd name="csY186" fmla="*/ 2015506 h 2225772"/>
              <a:gd name="csX187" fmla="*/ 3002141 w 4129925"/>
              <a:gd name="csY187" fmla="*/ 2015504 h 2225772"/>
              <a:gd name="csX188" fmla="*/ 3098448 w 4129925"/>
              <a:gd name="csY188" fmla="*/ 2017332 h 2225772"/>
              <a:gd name="csX189" fmla="*/ 3196296 w 4129925"/>
              <a:gd name="csY189" fmla="*/ 2020873 h 2225772"/>
              <a:gd name="csX190" fmla="*/ 3194742 w 4129925"/>
              <a:gd name="csY190" fmla="*/ 2048237 h 2225772"/>
              <a:gd name="csX191" fmla="*/ 3200130 w 4129925"/>
              <a:gd name="csY191" fmla="*/ 2095589 h 2225772"/>
              <a:gd name="csX192" fmla="*/ 3231572 w 4129925"/>
              <a:gd name="csY192" fmla="*/ 2144481 h 2225772"/>
              <a:gd name="csX193" fmla="*/ 3231578 w 4129925"/>
              <a:gd name="csY193" fmla="*/ 2144481 h 2225772"/>
              <a:gd name="csX194" fmla="*/ 3270959 w 4129925"/>
              <a:gd name="csY194" fmla="*/ 2165999 h 2225772"/>
              <a:gd name="csX195" fmla="*/ 3314598 w 4129925"/>
              <a:gd name="csY195" fmla="*/ 2185030 h 2225772"/>
              <a:gd name="csX196" fmla="*/ 3314654 w 4129925"/>
              <a:gd name="csY196" fmla="*/ 2185030 h 2225772"/>
              <a:gd name="csX197" fmla="*/ 3325756 w 4129925"/>
              <a:gd name="csY197" fmla="*/ 2183808 h 2225772"/>
              <a:gd name="csX198" fmla="*/ 3424653 w 4129925"/>
              <a:gd name="csY198" fmla="*/ 2177350 h 2225772"/>
              <a:gd name="csX199" fmla="*/ 3502819 w 4129925"/>
              <a:gd name="csY199" fmla="*/ 2175131 h 2225772"/>
              <a:gd name="csX200" fmla="*/ 3502862 w 4129925"/>
              <a:gd name="csY200" fmla="*/ 2204073 h 2225772"/>
              <a:gd name="csX201" fmla="*/ 3503913 w 4129925"/>
              <a:gd name="csY201" fmla="*/ 2225766 h 2225772"/>
              <a:gd name="csX202" fmla="*/ 3677691 w 4129925"/>
              <a:gd name="csY202" fmla="*/ 2225766 h 2225772"/>
              <a:gd name="csX203" fmla="*/ 3675174 w 4129925"/>
              <a:gd name="csY203" fmla="*/ 2215924 h 2225772"/>
              <a:gd name="csX204" fmla="*/ 3678870 w 4129925"/>
              <a:gd name="csY204" fmla="*/ 2175834 h 2225772"/>
              <a:gd name="csX205" fmla="*/ 3678941 w 4129925"/>
              <a:gd name="csY205" fmla="*/ 2175834 h 2225772"/>
              <a:gd name="csX206" fmla="*/ 3689473 w 4129925"/>
              <a:gd name="csY206" fmla="*/ 2176438 h 2225772"/>
              <a:gd name="csX207" fmla="*/ 3720356 w 4129925"/>
              <a:gd name="csY207" fmla="*/ 2204282 h 2225772"/>
              <a:gd name="csX208" fmla="*/ 3727449 w 4129925"/>
              <a:gd name="csY208" fmla="*/ 2225766 h 2225772"/>
              <a:gd name="csX209" fmla="*/ 3895056 w 4129925"/>
              <a:gd name="csY209" fmla="*/ 2225766 h 2225772"/>
              <a:gd name="csX210" fmla="*/ 3895332 w 4129925"/>
              <a:gd name="csY210" fmla="*/ 2221392 h 2225772"/>
              <a:gd name="csX211" fmla="*/ 3938872 w 4129925"/>
              <a:gd name="csY211" fmla="*/ 2178180 h 2225772"/>
              <a:gd name="csX212" fmla="*/ 3996268 w 4129925"/>
              <a:gd name="csY212" fmla="*/ 2155995 h 2225772"/>
              <a:gd name="csX213" fmla="*/ 4029750 w 4129925"/>
              <a:gd name="csY213" fmla="*/ 2143317 h 2225772"/>
              <a:gd name="csX214" fmla="*/ 4108864 w 4129925"/>
              <a:gd name="csY214" fmla="*/ 2063745 h 2225772"/>
              <a:gd name="csX215" fmla="*/ 4114163 w 4129925"/>
              <a:gd name="csY215" fmla="*/ 2051109 h 2225772"/>
              <a:gd name="csX216" fmla="*/ 4119457 w 4129925"/>
              <a:gd name="csY216" fmla="*/ 2035315 h 2225772"/>
              <a:gd name="csX217" fmla="*/ 4124750 w 4129925"/>
              <a:gd name="csY217" fmla="*/ 2019520 h 2225772"/>
              <a:gd name="csX218" fmla="*/ 4129924 w 4129925"/>
              <a:gd name="csY218" fmla="*/ 1922165 h 2225772"/>
              <a:gd name="csX219" fmla="*/ 4124460 w 4129925"/>
              <a:gd name="csY219" fmla="*/ 1824825 h 2225772"/>
              <a:gd name="csX220" fmla="*/ 4119066 w 4129925"/>
              <a:gd name="csY220" fmla="*/ 1772738 h 2225772"/>
              <a:gd name="csX221" fmla="*/ 4114201 w 4129925"/>
              <a:gd name="csY221" fmla="*/ 1719599 h 2225772"/>
              <a:gd name="csX222" fmla="*/ 4106685 w 4129925"/>
              <a:gd name="csY222" fmla="*/ 1672251 h 2225772"/>
              <a:gd name="csX223" fmla="*/ 4098068 w 4129925"/>
              <a:gd name="csY223" fmla="*/ 1598593 h 2225772"/>
              <a:gd name="csX224" fmla="*/ 4074996 w 4129925"/>
              <a:gd name="csY224" fmla="*/ 1459183 h 2225772"/>
              <a:gd name="csX225" fmla="*/ 4078459 w 4129925"/>
              <a:gd name="csY225" fmla="*/ 1285006 h 2225772"/>
              <a:gd name="csX226" fmla="*/ 4079900 w 4129925"/>
              <a:gd name="csY226" fmla="*/ 1181340 h 2225772"/>
              <a:gd name="csX227" fmla="*/ 4057024 w 4129925"/>
              <a:gd name="csY227" fmla="*/ 1174006 h 2225772"/>
              <a:gd name="csX228" fmla="*/ 4042100 w 4129925"/>
              <a:gd name="csY228" fmla="*/ 1151401 h 2225772"/>
              <a:gd name="csX229" fmla="*/ 4052665 w 4129925"/>
              <a:gd name="csY229" fmla="*/ 1104027 h 2225772"/>
              <a:gd name="csX230" fmla="*/ 4037105 w 4129925"/>
              <a:gd name="csY230" fmla="*/ 1010386 h 2225772"/>
              <a:gd name="csX231" fmla="*/ 4029065 w 4129925"/>
              <a:gd name="csY231" fmla="*/ 1009496 h 2225772"/>
              <a:gd name="csX232" fmla="*/ 4028995 w 4129925"/>
              <a:gd name="csY232" fmla="*/ 1009496 h 2225772"/>
              <a:gd name="csX233" fmla="*/ 3958442 w 4129925"/>
              <a:gd name="csY233" fmla="*/ 1035757 h 2225772"/>
              <a:gd name="csX234" fmla="*/ 3940268 w 4129925"/>
              <a:gd name="csY234" fmla="*/ 1047333 h 2225772"/>
              <a:gd name="csX235" fmla="*/ 3940264 w 4129925"/>
              <a:gd name="csY235" fmla="*/ 1047333 h 2225772"/>
              <a:gd name="csX236" fmla="*/ 3938784 w 4129925"/>
              <a:gd name="csY236" fmla="*/ 1046837 h 2225772"/>
              <a:gd name="csX237" fmla="*/ 3936071 w 4129925"/>
              <a:gd name="csY237" fmla="*/ 1010532 h 2225772"/>
              <a:gd name="csX238" fmla="*/ 3904978 w 4129925"/>
              <a:gd name="csY238" fmla="*/ 841136 h 2225772"/>
              <a:gd name="csX239" fmla="*/ 3847947 w 4129925"/>
              <a:gd name="csY239" fmla="*/ 752290 h 2225772"/>
              <a:gd name="csX240" fmla="*/ 3830361 w 4129925"/>
              <a:gd name="csY240" fmla="*/ 726532 h 2225772"/>
              <a:gd name="csX241" fmla="*/ 3716380 w 4129925"/>
              <a:gd name="csY241" fmla="*/ 602517 h 2225772"/>
              <a:gd name="csX242" fmla="*/ 3702537 w 4129925"/>
              <a:gd name="csY242" fmla="*/ 591487 h 2225772"/>
              <a:gd name="csX243" fmla="*/ 3680708 w 4129925"/>
              <a:gd name="csY243" fmla="*/ 574154 h 2225772"/>
              <a:gd name="csX244" fmla="*/ 3657790 w 4129925"/>
              <a:gd name="csY244" fmla="*/ 538932 h 2225772"/>
              <a:gd name="csX245" fmla="*/ 3639655 w 4129925"/>
              <a:gd name="csY245" fmla="*/ 501072 h 2225772"/>
              <a:gd name="csX246" fmla="*/ 3617560 w 4129925"/>
              <a:gd name="csY246" fmla="*/ 472305 h 2225772"/>
              <a:gd name="csX247" fmla="*/ 3617493 w 4129925"/>
              <a:gd name="csY247" fmla="*/ 472305 h 2225772"/>
              <a:gd name="csX248" fmla="*/ 3607170 w 4129925"/>
              <a:gd name="csY248" fmla="*/ 443804 h 2225772"/>
              <a:gd name="csX249" fmla="*/ 3602957 w 4129925"/>
              <a:gd name="csY249" fmla="*/ 431667 h 2225772"/>
              <a:gd name="csX250" fmla="*/ 3590944 w 4129925"/>
              <a:gd name="csY250" fmla="*/ 390488 h 2225772"/>
              <a:gd name="csX251" fmla="*/ 3591869 w 4129925"/>
              <a:gd name="csY251" fmla="*/ 347257 h 2225772"/>
              <a:gd name="csX252" fmla="*/ 3606957 w 4129925"/>
              <a:gd name="csY252" fmla="*/ 307604 h 2225772"/>
              <a:gd name="csX253" fmla="*/ 3624973 w 4129925"/>
              <a:gd name="csY253" fmla="*/ 250991 h 2225772"/>
              <a:gd name="csX254" fmla="*/ 3621784 w 4129925"/>
              <a:gd name="csY254" fmla="*/ 150989 h 2225772"/>
              <a:gd name="csX255" fmla="*/ 3574989 w 4129925"/>
              <a:gd name="csY255" fmla="*/ 62822 h 2225772"/>
              <a:gd name="csX256" fmla="*/ 3412823 w 4129925"/>
              <a:gd name="csY256" fmla="*/ 1 h 2225772"/>
              <a:gd name="csX257" fmla="*/ 3412560 w 4129925"/>
              <a:gd name="csY257" fmla="*/ 1 h 2225772"/>
              <a:gd name="csX258" fmla="*/ 3411752 w 4129925"/>
              <a:gd name="csY258" fmla="*/ 0 h 222577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  <a:cxn ang="0">
                <a:pos x="csX91" y="csY91"/>
              </a:cxn>
              <a:cxn ang="0">
                <a:pos x="csX92" y="csY92"/>
              </a:cxn>
              <a:cxn ang="0">
                <a:pos x="csX93" y="csY93"/>
              </a:cxn>
              <a:cxn ang="0">
                <a:pos x="csX94" y="csY94"/>
              </a:cxn>
              <a:cxn ang="0">
                <a:pos x="csX95" y="csY95"/>
              </a:cxn>
              <a:cxn ang="0">
                <a:pos x="csX96" y="csY96"/>
              </a:cxn>
              <a:cxn ang="0">
                <a:pos x="csX97" y="csY97"/>
              </a:cxn>
              <a:cxn ang="0">
                <a:pos x="csX98" y="csY98"/>
              </a:cxn>
              <a:cxn ang="0">
                <a:pos x="csX99" y="csY99"/>
              </a:cxn>
              <a:cxn ang="0">
                <a:pos x="csX100" y="csY100"/>
              </a:cxn>
              <a:cxn ang="0">
                <a:pos x="csX101" y="csY101"/>
              </a:cxn>
              <a:cxn ang="0">
                <a:pos x="csX102" y="csY102"/>
              </a:cxn>
              <a:cxn ang="0">
                <a:pos x="csX103" y="csY103"/>
              </a:cxn>
              <a:cxn ang="0">
                <a:pos x="csX104" y="csY104"/>
              </a:cxn>
              <a:cxn ang="0">
                <a:pos x="csX105" y="csY105"/>
              </a:cxn>
              <a:cxn ang="0">
                <a:pos x="csX106" y="csY106"/>
              </a:cxn>
              <a:cxn ang="0">
                <a:pos x="csX107" y="csY107"/>
              </a:cxn>
              <a:cxn ang="0">
                <a:pos x="csX108" y="csY108"/>
              </a:cxn>
              <a:cxn ang="0">
                <a:pos x="csX109" y="csY109"/>
              </a:cxn>
              <a:cxn ang="0">
                <a:pos x="csX110" y="csY110"/>
              </a:cxn>
              <a:cxn ang="0">
                <a:pos x="csX111" y="csY111"/>
              </a:cxn>
              <a:cxn ang="0">
                <a:pos x="csX112" y="csY112"/>
              </a:cxn>
              <a:cxn ang="0">
                <a:pos x="csX113" y="csY113"/>
              </a:cxn>
              <a:cxn ang="0">
                <a:pos x="csX114" y="csY114"/>
              </a:cxn>
              <a:cxn ang="0">
                <a:pos x="csX115" y="csY115"/>
              </a:cxn>
              <a:cxn ang="0">
                <a:pos x="csX116" y="csY116"/>
              </a:cxn>
              <a:cxn ang="0">
                <a:pos x="csX117" y="csY117"/>
              </a:cxn>
              <a:cxn ang="0">
                <a:pos x="csX118" y="csY118"/>
              </a:cxn>
              <a:cxn ang="0">
                <a:pos x="csX119" y="csY119"/>
              </a:cxn>
              <a:cxn ang="0">
                <a:pos x="csX120" y="csY120"/>
              </a:cxn>
              <a:cxn ang="0">
                <a:pos x="csX121" y="csY121"/>
              </a:cxn>
              <a:cxn ang="0">
                <a:pos x="csX122" y="csY122"/>
              </a:cxn>
              <a:cxn ang="0">
                <a:pos x="csX123" y="csY123"/>
              </a:cxn>
              <a:cxn ang="0">
                <a:pos x="csX124" y="csY124"/>
              </a:cxn>
              <a:cxn ang="0">
                <a:pos x="csX125" y="csY125"/>
              </a:cxn>
              <a:cxn ang="0">
                <a:pos x="csX126" y="csY126"/>
              </a:cxn>
              <a:cxn ang="0">
                <a:pos x="csX127" y="csY127"/>
              </a:cxn>
              <a:cxn ang="0">
                <a:pos x="csX128" y="csY128"/>
              </a:cxn>
              <a:cxn ang="0">
                <a:pos x="csX129" y="csY129"/>
              </a:cxn>
              <a:cxn ang="0">
                <a:pos x="csX130" y="csY130"/>
              </a:cxn>
              <a:cxn ang="0">
                <a:pos x="csX131" y="csY131"/>
              </a:cxn>
              <a:cxn ang="0">
                <a:pos x="csX132" y="csY132"/>
              </a:cxn>
              <a:cxn ang="0">
                <a:pos x="csX133" y="csY133"/>
              </a:cxn>
              <a:cxn ang="0">
                <a:pos x="csX134" y="csY134"/>
              </a:cxn>
              <a:cxn ang="0">
                <a:pos x="csX135" y="csY135"/>
              </a:cxn>
              <a:cxn ang="0">
                <a:pos x="csX136" y="csY136"/>
              </a:cxn>
              <a:cxn ang="0">
                <a:pos x="csX137" y="csY137"/>
              </a:cxn>
              <a:cxn ang="0">
                <a:pos x="csX138" y="csY138"/>
              </a:cxn>
              <a:cxn ang="0">
                <a:pos x="csX139" y="csY139"/>
              </a:cxn>
              <a:cxn ang="0">
                <a:pos x="csX140" y="csY140"/>
              </a:cxn>
              <a:cxn ang="0">
                <a:pos x="csX141" y="csY141"/>
              </a:cxn>
              <a:cxn ang="0">
                <a:pos x="csX142" y="csY142"/>
              </a:cxn>
              <a:cxn ang="0">
                <a:pos x="csX143" y="csY143"/>
              </a:cxn>
              <a:cxn ang="0">
                <a:pos x="csX144" y="csY144"/>
              </a:cxn>
              <a:cxn ang="0">
                <a:pos x="csX145" y="csY145"/>
              </a:cxn>
              <a:cxn ang="0">
                <a:pos x="csX146" y="csY146"/>
              </a:cxn>
              <a:cxn ang="0">
                <a:pos x="csX147" y="csY147"/>
              </a:cxn>
              <a:cxn ang="0">
                <a:pos x="csX148" y="csY148"/>
              </a:cxn>
              <a:cxn ang="0">
                <a:pos x="csX149" y="csY149"/>
              </a:cxn>
              <a:cxn ang="0">
                <a:pos x="csX150" y="csY150"/>
              </a:cxn>
              <a:cxn ang="0">
                <a:pos x="csX151" y="csY151"/>
              </a:cxn>
              <a:cxn ang="0">
                <a:pos x="csX152" y="csY152"/>
              </a:cxn>
              <a:cxn ang="0">
                <a:pos x="csX153" y="csY153"/>
              </a:cxn>
              <a:cxn ang="0">
                <a:pos x="csX154" y="csY154"/>
              </a:cxn>
              <a:cxn ang="0">
                <a:pos x="csX155" y="csY155"/>
              </a:cxn>
              <a:cxn ang="0">
                <a:pos x="csX156" y="csY156"/>
              </a:cxn>
              <a:cxn ang="0">
                <a:pos x="csX157" y="csY157"/>
              </a:cxn>
              <a:cxn ang="0">
                <a:pos x="csX158" y="csY158"/>
              </a:cxn>
              <a:cxn ang="0">
                <a:pos x="csX159" y="csY159"/>
              </a:cxn>
              <a:cxn ang="0">
                <a:pos x="csX160" y="csY160"/>
              </a:cxn>
              <a:cxn ang="0">
                <a:pos x="csX161" y="csY161"/>
              </a:cxn>
              <a:cxn ang="0">
                <a:pos x="csX162" y="csY162"/>
              </a:cxn>
              <a:cxn ang="0">
                <a:pos x="csX163" y="csY163"/>
              </a:cxn>
              <a:cxn ang="0">
                <a:pos x="csX164" y="csY164"/>
              </a:cxn>
              <a:cxn ang="0">
                <a:pos x="csX165" y="csY165"/>
              </a:cxn>
              <a:cxn ang="0">
                <a:pos x="csX166" y="csY166"/>
              </a:cxn>
              <a:cxn ang="0">
                <a:pos x="csX167" y="csY167"/>
              </a:cxn>
              <a:cxn ang="0">
                <a:pos x="csX168" y="csY168"/>
              </a:cxn>
              <a:cxn ang="0">
                <a:pos x="csX169" y="csY169"/>
              </a:cxn>
              <a:cxn ang="0">
                <a:pos x="csX170" y="csY170"/>
              </a:cxn>
              <a:cxn ang="0">
                <a:pos x="csX171" y="csY171"/>
              </a:cxn>
              <a:cxn ang="0">
                <a:pos x="csX172" y="csY172"/>
              </a:cxn>
              <a:cxn ang="0">
                <a:pos x="csX173" y="csY173"/>
              </a:cxn>
              <a:cxn ang="0">
                <a:pos x="csX174" y="csY174"/>
              </a:cxn>
              <a:cxn ang="0">
                <a:pos x="csX175" y="csY175"/>
              </a:cxn>
              <a:cxn ang="0">
                <a:pos x="csX176" y="csY176"/>
              </a:cxn>
              <a:cxn ang="0">
                <a:pos x="csX177" y="csY177"/>
              </a:cxn>
              <a:cxn ang="0">
                <a:pos x="csX178" y="csY178"/>
              </a:cxn>
              <a:cxn ang="0">
                <a:pos x="csX179" y="csY179"/>
              </a:cxn>
              <a:cxn ang="0">
                <a:pos x="csX180" y="csY180"/>
              </a:cxn>
              <a:cxn ang="0">
                <a:pos x="csX181" y="csY181"/>
              </a:cxn>
              <a:cxn ang="0">
                <a:pos x="csX182" y="csY182"/>
              </a:cxn>
              <a:cxn ang="0">
                <a:pos x="csX183" y="csY183"/>
              </a:cxn>
              <a:cxn ang="0">
                <a:pos x="csX184" y="csY184"/>
              </a:cxn>
              <a:cxn ang="0">
                <a:pos x="csX185" y="csY185"/>
              </a:cxn>
              <a:cxn ang="0">
                <a:pos x="csX186" y="csY186"/>
              </a:cxn>
              <a:cxn ang="0">
                <a:pos x="csX187" y="csY187"/>
              </a:cxn>
              <a:cxn ang="0">
                <a:pos x="csX188" y="csY188"/>
              </a:cxn>
              <a:cxn ang="0">
                <a:pos x="csX189" y="csY189"/>
              </a:cxn>
              <a:cxn ang="0">
                <a:pos x="csX190" y="csY190"/>
              </a:cxn>
              <a:cxn ang="0">
                <a:pos x="csX191" y="csY191"/>
              </a:cxn>
              <a:cxn ang="0">
                <a:pos x="csX192" y="csY192"/>
              </a:cxn>
              <a:cxn ang="0">
                <a:pos x="csX193" y="csY193"/>
              </a:cxn>
              <a:cxn ang="0">
                <a:pos x="csX194" y="csY194"/>
              </a:cxn>
              <a:cxn ang="0">
                <a:pos x="csX195" y="csY195"/>
              </a:cxn>
              <a:cxn ang="0">
                <a:pos x="csX196" y="csY196"/>
              </a:cxn>
              <a:cxn ang="0">
                <a:pos x="csX197" y="csY197"/>
              </a:cxn>
              <a:cxn ang="0">
                <a:pos x="csX198" y="csY198"/>
              </a:cxn>
              <a:cxn ang="0">
                <a:pos x="csX199" y="csY199"/>
              </a:cxn>
              <a:cxn ang="0">
                <a:pos x="csX200" y="csY200"/>
              </a:cxn>
              <a:cxn ang="0">
                <a:pos x="csX201" y="csY201"/>
              </a:cxn>
              <a:cxn ang="0">
                <a:pos x="csX202" y="csY202"/>
              </a:cxn>
              <a:cxn ang="0">
                <a:pos x="csX203" y="csY203"/>
              </a:cxn>
              <a:cxn ang="0">
                <a:pos x="csX204" y="csY204"/>
              </a:cxn>
              <a:cxn ang="0">
                <a:pos x="csX205" y="csY205"/>
              </a:cxn>
              <a:cxn ang="0">
                <a:pos x="csX206" y="csY206"/>
              </a:cxn>
              <a:cxn ang="0">
                <a:pos x="csX207" y="csY207"/>
              </a:cxn>
              <a:cxn ang="0">
                <a:pos x="csX208" y="csY208"/>
              </a:cxn>
              <a:cxn ang="0">
                <a:pos x="csX209" y="csY209"/>
              </a:cxn>
              <a:cxn ang="0">
                <a:pos x="csX210" y="csY210"/>
              </a:cxn>
              <a:cxn ang="0">
                <a:pos x="csX211" y="csY211"/>
              </a:cxn>
              <a:cxn ang="0">
                <a:pos x="csX212" y="csY212"/>
              </a:cxn>
              <a:cxn ang="0">
                <a:pos x="csX213" y="csY213"/>
              </a:cxn>
              <a:cxn ang="0">
                <a:pos x="csX214" y="csY214"/>
              </a:cxn>
              <a:cxn ang="0">
                <a:pos x="csX215" y="csY215"/>
              </a:cxn>
              <a:cxn ang="0">
                <a:pos x="csX216" y="csY216"/>
              </a:cxn>
              <a:cxn ang="0">
                <a:pos x="csX217" y="csY217"/>
              </a:cxn>
              <a:cxn ang="0">
                <a:pos x="csX218" y="csY218"/>
              </a:cxn>
              <a:cxn ang="0">
                <a:pos x="csX219" y="csY219"/>
              </a:cxn>
              <a:cxn ang="0">
                <a:pos x="csX220" y="csY220"/>
              </a:cxn>
              <a:cxn ang="0">
                <a:pos x="csX221" y="csY221"/>
              </a:cxn>
              <a:cxn ang="0">
                <a:pos x="csX222" y="csY222"/>
              </a:cxn>
              <a:cxn ang="0">
                <a:pos x="csX223" y="csY223"/>
              </a:cxn>
              <a:cxn ang="0">
                <a:pos x="csX224" y="csY224"/>
              </a:cxn>
              <a:cxn ang="0">
                <a:pos x="csX225" y="csY225"/>
              </a:cxn>
              <a:cxn ang="0">
                <a:pos x="csX226" y="csY226"/>
              </a:cxn>
              <a:cxn ang="0">
                <a:pos x="csX227" y="csY227"/>
              </a:cxn>
              <a:cxn ang="0">
                <a:pos x="csX228" y="csY228"/>
              </a:cxn>
              <a:cxn ang="0">
                <a:pos x="csX229" y="csY229"/>
              </a:cxn>
              <a:cxn ang="0">
                <a:pos x="csX230" y="csY230"/>
              </a:cxn>
              <a:cxn ang="0">
                <a:pos x="csX231" y="csY231"/>
              </a:cxn>
              <a:cxn ang="0">
                <a:pos x="csX232" y="csY232"/>
              </a:cxn>
              <a:cxn ang="0">
                <a:pos x="csX233" y="csY233"/>
              </a:cxn>
              <a:cxn ang="0">
                <a:pos x="csX234" y="csY234"/>
              </a:cxn>
              <a:cxn ang="0">
                <a:pos x="csX235" y="csY235"/>
              </a:cxn>
              <a:cxn ang="0">
                <a:pos x="csX236" y="csY236"/>
              </a:cxn>
              <a:cxn ang="0">
                <a:pos x="csX237" y="csY237"/>
              </a:cxn>
              <a:cxn ang="0">
                <a:pos x="csX238" y="csY238"/>
              </a:cxn>
              <a:cxn ang="0">
                <a:pos x="csX239" y="csY239"/>
              </a:cxn>
              <a:cxn ang="0">
                <a:pos x="csX240" y="csY240"/>
              </a:cxn>
              <a:cxn ang="0">
                <a:pos x="csX241" y="csY241"/>
              </a:cxn>
              <a:cxn ang="0">
                <a:pos x="csX242" y="csY242"/>
              </a:cxn>
              <a:cxn ang="0">
                <a:pos x="csX243" y="csY243"/>
              </a:cxn>
              <a:cxn ang="0">
                <a:pos x="csX244" y="csY244"/>
              </a:cxn>
              <a:cxn ang="0">
                <a:pos x="csX245" y="csY245"/>
              </a:cxn>
              <a:cxn ang="0">
                <a:pos x="csX246" y="csY246"/>
              </a:cxn>
              <a:cxn ang="0">
                <a:pos x="csX247" y="csY247"/>
              </a:cxn>
              <a:cxn ang="0">
                <a:pos x="csX248" y="csY248"/>
              </a:cxn>
              <a:cxn ang="0">
                <a:pos x="csX249" y="csY249"/>
              </a:cxn>
              <a:cxn ang="0">
                <a:pos x="csX250" y="csY250"/>
              </a:cxn>
              <a:cxn ang="0">
                <a:pos x="csX251" y="csY251"/>
              </a:cxn>
              <a:cxn ang="0">
                <a:pos x="csX252" y="csY252"/>
              </a:cxn>
              <a:cxn ang="0">
                <a:pos x="csX253" y="csY253"/>
              </a:cxn>
              <a:cxn ang="0">
                <a:pos x="csX254" y="csY254"/>
              </a:cxn>
              <a:cxn ang="0">
                <a:pos x="csX255" y="csY255"/>
              </a:cxn>
              <a:cxn ang="0">
                <a:pos x="csX256" y="csY256"/>
              </a:cxn>
              <a:cxn ang="0">
                <a:pos x="csX257" y="csY257"/>
              </a:cxn>
              <a:cxn ang="0">
                <a:pos x="csX258" y="csY258"/>
              </a:cxn>
            </a:cxnLst>
            <a:rect l="l" t="t" r="r" b="b"/>
            <a:pathLst>
              <a:path w="4129925" h="2225772">
                <a:moveTo>
                  <a:pt x="2074117" y="569749"/>
                </a:moveTo>
                <a:lnTo>
                  <a:pt x="2074117" y="820228"/>
                </a:lnTo>
                <a:lnTo>
                  <a:pt x="534486" y="829206"/>
                </a:lnTo>
                <a:lnTo>
                  <a:pt x="2074117" y="569746"/>
                </a:lnTo>
                <a:close/>
                <a:moveTo>
                  <a:pt x="4016026" y="1267368"/>
                </a:moveTo>
                <a:cubicBezTo>
                  <a:pt x="4019384" y="1267368"/>
                  <a:pt x="4020338" y="1290942"/>
                  <a:pt x="4021693" y="1367130"/>
                </a:cubicBezTo>
                <a:cubicBezTo>
                  <a:pt x="4022318" y="1429748"/>
                  <a:pt x="4025583" y="1479734"/>
                  <a:pt x="4028246" y="1482361"/>
                </a:cubicBezTo>
                <a:cubicBezTo>
                  <a:pt x="4031441" y="1485514"/>
                  <a:pt x="4033595" y="1503401"/>
                  <a:pt x="4033624" y="1522870"/>
                </a:cubicBezTo>
                <a:cubicBezTo>
                  <a:pt x="4033659" y="1546024"/>
                  <a:pt x="4040094" y="1582850"/>
                  <a:pt x="4052927" y="1630715"/>
                </a:cubicBezTo>
                <a:cubicBezTo>
                  <a:pt x="4087156" y="1762741"/>
                  <a:pt x="4097022" y="1961106"/>
                  <a:pt x="4071574" y="2011658"/>
                </a:cubicBezTo>
                <a:cubicBezTo>
                  <a:pt x="4069452" y="2015872"/>
                  <a:pt x="4063623" y="2029035"/>
                  <a:pt x="4058854" y="2040618"/>
                </a:cubicBezTo>
                <a:cubicBezTo>
                  <a:pt x="4047196" y="2068525"/>
                  <a:pt x="4012686" y="2104882"/>
                  <a:pt x="3993550" y="2109648"/>
                </a:cubicBezTo>
                <a:cubicBezTo>
                  <a:pt x="3985577" y="2111764"/>
                  <a:pt x="3976542" y="2114934"/>
                  <a:pt x="3973355" y="2117043"/>
                </a:cubicBezTo>
                <a:cubicBezTo>
                  <a:pt x="3964502" y="2123633"/>
                  <a:pt x="3939034" y="2130613"/>
                  <a:pt x="3927401" y="2130630"/>
                </a:cubicBezTo>
                <a:lnTo>
                  <a:pt x="3927355" y="2130630"/>
                </a:lnTo>
                <a:cubicBezTo>
                  <a:pt x="3925050" y="2130630"/>
                  <a:pt x="3923294" y="2130355"/>
                  <a:pt x="3922325" y="2129747"/>
                </a:cubicBezTo>
                <a:cubicBezTo>
                  <a:pt x="3918599" y="2127647"/>
                  <a:pt x="3924967" y="2118165"/>
                  <a:pt x="3939834" y="2103935"/>
                </a:cubicBezTo>
                <a:cubicBezTo>
                  <a:pt x="3953110" y="2091289"/>
                  <a:pt x="3972745" y="2064423"/>
                  <a:pt x="3983348" y="2043359"/>
                </a:cubicBezTo>
                <a:cubicBezTo>
                  <a:pt x="4001377" y="2009129"/>
                  <a:pt x="4002962" y="2002287"/>
                  <a:pt x="4000795" y="1975453"/>
                </a:cubicBezTo>
                <a:cubicBezTo>
                  <a:pt x="3995934" y="1924945"/>
                  <a:pt x="3991127" y="1911269"/>
                  <a:pt x="3970359" y="1890778"/>
                </a:cubicBezTo>
                <a:cubicBezTo>
                  <a:pt x="3951187" y="1871863"/>
                  <a:pt x="3942141" y="1868191"/>
                  <a:pt x="3890549" y="1860374"/>
                </a:cubicBezTo>
                <a:lnTo>
                  <a:pt x="3866616" y="1856725"/>
                </a:lnTo>
                <a:lnTo>
                  <a:pt x="3863339" y="1798846"/>
                </a:lnTo>
                <a:cubicBezTo>
                  <a:pt x="3861696" y="1766751"/>
                  <a:pt x="3856320" y="1727819"/>
                  <a:pt x="3852042" y="1712039"/>
                </a:cubicBezTo>
                <a:cubicBezTo>
                  <a:pt x="3837080" y="1662071"/>
                  <a:pt x="3830110" y="1624194"/>
                  <a:pt x="3833282" y="1611560"/>
                </a:cubicBezTo>
                <a:cubicBezTo>
                  <a:pt x="3837247" y="1596764"/>
                  <a:pt x="3859402" y="1572240"/>
                  <a:pt x="3867869" y="1572227"/>
                </a:cubicBezTo>
                <a:lnTo>
                  <a:pt x="3867878" y="1572227"/>
                </a:lnTo>
                <a:cubicBezTo>
                  <a:pt x="3868445" y="1572227"/>
                  <a:pt x="3868950" y="1572338"/>
                  <a:pt x="3869383" y="1572569"/>
                </a:cubicBezTo>
                <a:cubicBezTo>
                  <a:pt x="3872046" y="1574669"/>
                  <a:pt x="3874182" y="1580454"/>
                  <a:pt x="3874189" y="1585716"/>
                </a:cubicBezTo>
                <a:cubicBezTo>
                  <a:pt x="3874202" y="1594133"/>
                  <a:pt x="3908272" y="1627751"/>
                  <a:pt x="3917319" y="1627751"/>
                </a:cubicBezTo>
                <a:lnTo>
                  <a:pt x="3917324" y="1627751"/>
                </a:lnTo>
                <a:cubicBezTo>
                  <a:pt x="3918920" y="1627748"/>
                  <a:pt x="3928483" y="1622473"/>
                  <a:pt x="3938576" y="1615618"/>
                </a:cubicBezTo>
                <a:cubicBezTo>
                  <a:pt x="3955044" y="1604542"/>
                  <a:pt x="3957167" y="1600855"/>
                  <a:pt x="3960310" y="1569805"/>
                </a:cubicBezTo>
                <a:cubicBezTo>
                  <a:pt x="3962410" y="1550858"/>
                  <a:pt x="3966619" y="1521384"/>
                  <a:pt x="3969784" y="1504015"/>
                </a:cubicBezTo>
                <a:cubicBezTo>
                  <a:pt x="3972948" y="1486646"/>
                  <a:pt x="3977694" y="1459276"/>
                  <a:pt x="3980329" y="1443486"/>
                </a:cubicBezTo>
                <a:cubicBezTo>
                  <a:pt x="3982965" y="1427696"/>
                  <a:pt x="3987711" y="1401377"/>
                  <a:pt x="3990346" y="1385588"/>
                </a:cubicBezTo>
                <a:cubicBezTo>
                  <a:pt x="3992982" y="1369798"/>
                  <a:pt x="3997725" y="1341377"/>
                  <a:pt x="4000356" y="1322429"/>
                </a:cubicBezTo>
                <a:cubicBezTo>
                  <a:pt x="4003519" y="1303481"/>
                  <a:pt x="4008802" y="1280846"/>
                  <a:pt x="4012512" y="1272422"/>
                </a:cubicBezTo>
                <a:cubicBezTo>
                  <a:pt x="4013920" y="1269273"/>
                  <a:pt x="4015070" y="1267364"/>
                  <a:pt x="4016024" y="1267362"/>
                </a:cubicBezTo>
                <a:close/>
                <a:moveTo>
                  <a:pt x="3411761" y="2"/>
                </a:moveTo>
                <a:cubicBezTo>
                  <a:pt x="3411436" y="2"/>
                  <a:pt x="3411114" y="3"/>
                  <a:pt x="3410794" y="3"/>
                </a:cubicBezTo>
                <a:cubicBezTo>
                  <a:pt x="3396481" y="24"/>
                  <a:pt x="3387076" y="599"/>
                  <a:pt x="3371557" y="2330"/>
                </a:cubicBezTo>
                <a:cubicBezTo>
                  <a:pt x="3365509" y="2980"/>
                  <a:pt x="3335923" y="8296"/>
                  <a:pt x="3331945" y="9419"/>
                </a:cubicBezTo>
                <a:cubicBezTo>
                  <a:pt x="3330775" y="9747"/>
                  <a:pt x="3326799" y="10870"/>
                  <a:pt x="3323041" y="11853"/>
                </a:cubicBezTo>
                <a:cubicBezTo>
                  <a:pt x="3283442" y="22709"/>
                  <a:pt x="3247597" y="42905"/>
                  <a:pt x="3221986" y="68775"/>
                </a:cubicBezTo>
                <a:cubicBezTo>
                  <a:pt x="3207879" y="82991"/>
                  <a:pt x="3195374" y="100513"/>
                  <a:pt x="3186835" y="118089"/>
                </a:cubicBezTo>
                <a:cubicBezTo>
                  <a:pt x="3175653" y="140979"/>
                  <a:pt x="3169699" y="166509"/>
                  <a:pt x="3169629" y="192060"/>
                </a:cubicBezTo>
                <a:cubicBezTo>
                  <a:pt x="3169547" y="208169"/>
                  <a:pt x="3171879" y="217838"/>
                  <a:pt x="3178142" y="227371"/>
                </a:cubicBezTo>
                <a:lnTo>
                  <a:pt x="3180002" y="230235"/>
                </a:lnTo>
                <a:lnTo>
                  <a:pt x="3177730" y="235426"/>
                </a:lnTo>
                <a:cubicBezTo>
                  <a:pt x="3173960" y="243994"/>
                  <a:pt x="3168303" y="255230"/>
                  <a:pt x="3157438" y="275758"/>
                </a:cubicBezTo>
                <a:cubicBezTo>
                  <a:pt x="3140013" y="308678"/>
                  <a:pt x="3134278" y="320762"/>
                  <a:pt x="3130884" y="331947"/>
                </a:cubicBezTo>
                <a:cubicBezTo>
                  <a:pt x="3128179" y="340891"/>
                  <a:pt x="3127961" y="346218"/>
                  <a:pt x="3130047" y="350210"/>
                </a:cubicBezTo>
                <a:cubicBezTo>
                  <a:pt x="3132617" y="355137"/>
                  <a:pt x="3137491" y="357996"/>
                  <a:pt x="3148963" y="361222"/>
                </a:cubicBezTo>
                <a:cubicBezTo>
                  <a:pt x="3153736" y="362555"/>
                  <a:pt x="3155820" y="363004"/>
                  <a:pt x="3158116" y="363004"/>
                </a:cubicBezTo>
                <a:lnTo>
                  <a:pt x="3158141" y="363004"/>
                </a:lnTo>
                <a:cubicBezTo>
                  <a:pt x="3158608" y="363003"/>
                  <a:pt x="3159084" y="362984"/>
                  <a:pt x="3159593" y="362950"/>
                </a:cubicBezTo>
                <a:cubicBezTo>
                  <a:pt x="3161509" y="362840"/>
                  <a:pt x="3163220" y="362781"/>
                  <a:pt x="3164753" y="362779"/>
                </a:cubicBezTo>
                <a:lnTo>
                  <a:pt x="3164841" y="362779"/>
                </a:lnTo>
                <a:cubicBezTo>
                  <a:pt x="3171141" y="362779"/>
                  <a:pt x="3174400" y="363745"/>
                  <a:pt x="3176525" y="366035"/>
                </a:cubicBezTo>
                <a:cubicBezTo>
                  <a:pt x="3178348" y="367977"/>
                  <a:pt x="3178677" y="370603"/>
                  <a:pt x="3177992" y="376803"/>
                </a:cubicBezTo>
                <a:cubicBezTo>
                  <a:pt x="3177645" y="379758"/>
                  <a:pt x="3177383" y="383137"/>
                  <a:pt x="3177475" y="384340"/>
                </a:cubicBezTo>
                <a:cubicBezTo>
                  <a:pt x="3177557" y="387211"/>
                  <a:pt x="3176838" y="389798"/>
                  <a:pt x="3174531" y="394556"/>
                </a:cubicBezTo>
                <a:cubicBezTo>
                  <a:pt x="3171697" y="400395"/>
                  <a:pt x="3171219" y="402446"/>
                  <a:pt x="3171879" y="405496"/>
                </a:cubicBezTo>
                <a:cubicBezTo>
                  <a:pt x="3172872" y="409949"/>
                  <a:pt x="3175815" y="412550"/>
                  <a:pt x="3184634" y="416836"/>
                </a:cubicBezTo>
                <a:cubicBezTo>
                  <a:pt x="3186543" y="417733"/>
                  <a:pt x="3188292" y="418809"/>
                  <a:pt x="3188509" y="419157"/>
                </a:cubicBezTo>
                <a:cubicBezTo>
                  <a:pt x="3189231" y="420288"/>
                  <a:pt x="3188209" y="422836"/>
                  <a:pt x="3184968" y="428120"/>
                </a:cubicBezTo>
                <a:cubicBezTo>
                  <a:pt x="3181888" y="433226"/>
                  <a:pt x="3181048" y="435446"/>
                  <a:pt x="3181482" y="437609"/>
                </a:cubicBezTo>
                <a:cubicBezTo>
                  <a:pt x="3181841" y="439398"/>
                  <a:pt x="3182581" y="440133"/>
                  <a:pt x="3189248" y="445282"/>
                </a:cubicBezTo>
                <a:cubicBezTo>
                  <a:pt x="3197152" y="451411"/>
                  <a:pt x="3200426" y="455416"/>
                  <a:pt x="3201815" y="460622"/>
                </a:cubicBezTo>
                <a:cubicBezTo>
                  <a:pt x="3202732" y="464209"/>
                  <a:pt x="3202741" y="464501"/>
                  <a:pt x="3201009" y="477805"/>
                </a:cubicBezTo>
                <a:cubicBezTo>
                  <a:pt x="3198487" y="497036"/>
                  <a:pt x="3198675" y="504387"/>
                  <a:pt x="3201861" y="510903"/>
                </a:cubicBezTo>
                <a:cubicBezTo>
                  <a:pt x="3205794" y="518936"/>
                  <a:pt x="3217439" y="527706"/>
                  <a:pt x="3228305" y="530856"/>
                </a:cubicBezTo>
                <a:cubicBezTo>
                  <a:pt x="3233286" y="532275"/>
                  <a:pt x="3236671" y="532883"/>
                  <a:pt x="3242423" y="533221"/>
                </a:cubicBezTo>
                <a:lnTo>
                  <a:pt x="3246931" y="533510"/>
                </a:lnTo>
                <a:lnTo>
                  <a:pt x="3288120" y="525669"/>
                </a:lnTo>
                <a:lnTo>
                  <a:pt x="3329255" y="517789"/>
                </a:lnTo>
                <a:lnTo>
                  <a:pt x="3331523" y="519496"/>
                </a:lnTo>
                <a:cubicBezTo>
                  <a:pt x="3334506" y="521797"/>
                  <a:pt x="3340267" y="529325"/>
                  <a:pt x="3343948" y="535843"/>
                </a:cubicBezTo>
                <a:cubicBezTo>
                  <a:pt x="3346271" y="539921"/>
                  <a:pt x="3348718" y="544766"/>
                  <a:pt x="3351257" y="550312"/>
                </a:cubicBezTo>
                <a:lnTo>
                  <a:pt x="3351193" y="550312"/>
                </a:lnTo>
                <a:cubicBezTo>
                  <a:pt x="3349645" y="551072"/>
                  <a:pt x="3348117" y="551819"/>
                  <a:pt x="3346611" y="552554"/>
                </a:cubicBezTo>
                <a:lnTo>
                  <a:pt x="3346675" y="552554"/>
                </a:lnTo>
                <a:cubicBezTo>
                  <a:pt x="3347231" y="553454"/>
                  <a:pt x="3347788" y="554328"/>
                  <a:pt x="3348345" y="555170"/>
                </a:cubicBezTo>
                <a:cubicBezTo>
                  <a:pt x="3362733" y="576197"/>
                  <a:pt x="3362735" y="576724"/>
                  <a:pt x="3352652" y="590945"/>
                </a:cubicBezTo>
                <a:cubicBezTo>
                  <a:pt x="3321877" y="635192"/>
                  <a:pt x="3309722" y="685725"/>
                  <a:pt x="3309311" y="767288"/>
                </a:cubicBezTo>
                <a:cubicBezTo>
                  <a:pt x="3309402" y="828855"/>
                  <a:pt x="3305175" y="847277"/>
                  <a:pt x="3285537" y="870986"/>
                </a:cubicBezTo>
                <a:cubicBezTo>
                  <a:pt x="3277043" y="881522"/>
                  <a:pt x="3259035" y="928907"/>
                  <a:pt x="3247926" y="968389"/>
                </a:cubicBezTo>
                <a:cubicBezTo>
                  <a:pt x="3238406" y="1002607"/>
                  <a:pt x="3231044" y="1058395"/>
                  <a:pt x="3227425" y="1127857"/>
                </a:cubicBezTo>
                <a:cubicBezTo>
                  <a:pt x="3226397" y="1151538"/>
                  <a:pt x="3223771" y="1174169"/>
                  <a:pt x="3221650" y="1177330"/>
                </a:cubicBezTo>
                <a:cubicBezTo>
                  <a:pt x="3218996" y="1181017"/>
                  <a:pt x="3216375" y="1206279"/>
                  <a:pt x="3214820" y="1233644"/>
                </a:cubicBezTo>
                <a:lnTo>
                  <a:pt x="3211704" y="1283638"/>
                </a:lnTo>
                <a:lnTo>
                  <a:pt x="3164907" y="1282127"/>
                </a:lnTo>
                <a:cubicBezTo>
                  <a:pt x="3158978" y="1281937"/>
                  <a:pt x="3153522" y="1281840"/>
                  <a:pt x="3148539" y="1281840"/>
                </a:cubicBezTo>
                <a:cubicBezTo>
                  <a:pt x="3148352" y="1281840"/>
                  <a:pt x="3148165" y="1281840"/>
                  <a:pt x="3147979" y="1281840"/>
                </a:cubicBezTo>
                <a:cubicBezTo>
                  <a:pt x="3126934" y="1281871"/>
                  <a:pt x="3114413" y="1283655"/>
                  <a:pt x="3110144" y="1287469"/>
                </a:cubicBezTo>
                <a:cubicBezTo>
                  <a:pt x="3105895" y="1290633"/>
                  <a:pt x="3087821" y="1294342"/>
                  <a:pt x="3069743" y="1295947"/>
                </a:cubicBezTo>
                <a:cubicBezTo>
                  <a:pt x="3065159" y="1296164"/>
                  <a:pt x="3061090" y="1296314"/>
                  <a:pt x="3057352" y="1296319"/>
                </a:cubicBezTo>
                <a:lnTo>
                  <a:pt x="3057142" y="1296319"/>
                </a:lnTo>
                <a:cubicBezTo>
                  <a:pt x="3032840" y="1296319"/>
                  <a:pt x="3022453" y="1290086"/>
                  <a:pt x="2975030" y="1255567"/>
                </a:cubicBezTo>
                <a:cubicBezTo>
                  <a:pt x="2964916" y="1247688"/>
                  <a:pt x="2945759" y="1238770"/>
                  <a:pt x="2932459" y="1234581"/>
                </a:cubicBezTo>
                <a:cubicBezTo>
                  <a:pt x="2919160" y="1230916"/>
                  <a:pt x="2905325" y="1225149"/>
                  <a:pt x="2902130" y="1222522"/>
                </a:cubicBezTo>
                <a:cubicBezTo>
                  <a:pt x="2899817" y="1220892"/>
                  <a:pt x="2893812" y="1220078"/>
                  <a:pt x="2886664" y="1220078"/>
                </a:cubicBezTo>
                <a:lnTo>
                  <a:pt x="2886527" y="1220078"/>
                </a:lnTo>
                <a:cubicBezTo>
                  <a:pt x="2882203" y="1220084"/>
                  <a:pt x="2877467" y="1220387"/>
                  <a:pt x="2872882" y="1220987"/>
                </a:cubicBezTo>
                <a:cubicBezTo>
                  <a:pt x="2860122" y="1223108"/>
                  <a:pt x="2833539" y="1225779"/>
                  <a:pt x="2812803" y="1227388"/>
                </a:cubicBezTo>
                <a:cubicBezTo>
                  <a:pt x="2777711" y="1230596"/>
                  <a:pt x="2756986" y="1239572"/>
                  <a:pt x="2757006" y="1252200"/>
                </a:cubicBezTo>
                <a:cubicBezTo>
                  <a:pt x="2757009" y="1254832"/>
                  <a:pt x="2750111" y="1265366"/>
                  <a:pt x="2741087" y="1275377"/>
                </a:cubicBezTo>
                <a:cubicBezTo>
                  <a:pt x="2738424" y="1278349"/>
                  <a:pt x="2735867" y="1281631"/>
                  <a:pt x="2733611" y="1284900"/>
                </a:cubicBezTo>
                <a:lnTo>
                  <a:pt x="2498750" y="1276646"/>
                </a:lnTo>
                <a:lnTo>
                  <a:pt x="2495909" y="817827"/>
                </a:lnTo>
                <a:lnTo>
                  <a:pt x="2107695" y="820091"/>
                </a:lnTo>
                <a:lnTo>
                  <a:pt x="2107695" y="564144"/>
                </a:lnTo>
                <a:lnTo>
                  <a:pt x="2510630" y="496239"/>
                </a:lnTo>
                <a:lnTo>
                  <a:pt x="2501996" y="441479"/>
                </a:lnTo>
                <a:lnTo>
                  <a:pt x="2501873" y="440762"/>
                </a:lnTo>
                <a:lnTo>
                  <a:pt x="184473" y="831302"/>
                </a:lnTo>
                <a:lnTo>
                  <a:pt x="3173" y="832359"/>
                </a:lnTo>
                <a:lnTo>
                  <a:pt x="0" y="832379"/>
                </a:lnTo>
                <a:lnTo>
                  <a:pt x="4301" y="1527099"/>
                </a:lnTo>
                <a:lnTo>
                  <a:pt x="94600" y="1526556"/>
                </a:lnTo>
                <a:lnTo>
                  <a:pt x="101106" y="2225773"/>
                </a:lnTo>
                <a:lnTo>
                  <a:pt x="205667" y="2225773"/>
                </a:lnTo>
                <a:lnTo>
                  <a:pt x="199347" y="1525929"/>
                </a:lnTo>
                <a:lnTo>
                  <a:pt x="369454" y="1524906"/>
                </a:lnTo>
                <a:lnTo>
                  <a:pt x="368885" y="1672268"/>
                </a:lnTo>
                <a:cubicBezTo>
                  <a:pt x="368219" y="1673104"/>
                  <a:pt x="368620" y="1673522"/>
                  <a:pt x="370087" y="1673522"/>
                </a:cubicBezTo>
                <a:cubicBezTo>
                  <a:pt x="370446" y="1673522"/>
                  <a:pt x="370869" y="1673497"/>
                  <a:pt x="371356" y="1673446"/>
                </a:cubicBezTo>
                <a:lnTo>
                  <a:pt x="1373258" y="1677217"/>
                </a:lnTo>
                <a:lnTo>
                  <a:pt x="1375394" y="1907768"/>
                </a:lnTo>
                <a:lnTo>
                  <a:pt x="1378339" y="2225769"/>
                </a:lnTo>
                <a:lnTo>
                  <a:pt x="1469037" y="2225769"/>
                </a:lnTo>
                <a:lnTo>
                  <a:pt x="1470049" y="1909733"/>
                </a:lnTo>
                <a:cubicBezTo>
                  <a:pt x="1470249" y="1801983"/>
                  <a:pt x="1470438" y="1728172"/>
                  <a:pt x="1470952" y="1677584"/>
                </a:cubicBezTo>
                <a:lnTo>
                  <a:pt x="1470973" y="1677584"/>
                </a:lnTo>
                <a:lnTo>
                  <a:pt x="1905873" y="1679221"/>
                </a:lnTo>
                <a:lnTo>
                  <a:pt x="1906313" y="1565308"/>
                </a:lnTo>
                <a:lnTo>
                  <a:pt x="1906339" y="1565308"/>
                </a:lnTo>
                <a:cubicBezTo>
                  <a:pt x="2054036" y="1565331"/>
                  <a:pt x="2184501" y="1565753"/>
                  <a:pt x="2189536" y="1566651"/>
                </a:cubicBezTo>
                <a:lnTo>
                  <a:pt x="2189536" y="1566651"/>
                </a:lnTo>
                <a:cubicBezTo>
                  <a:pt x="2192194" y="1566651"/>
                  <a:pt x="2194550" y="1720297"/>
                  <a:pt x="2195360" y="1907621"/>
                </a:cubicBezTo>
                <a:lnTo>
                  <a:pt x="2197322" y="2225764"/>
                </a:lnTo>
                <a:lnTo>
                  <a:pt x="2287935" y="2225764"/>
                </a:lnTo>
                <a:lnTo>
                  <a:pt x="2288952" y="1909585"/>
                </a:lnTo>
                <a:cubicBezTo>
                  <a:pt x="2289190" y="1711209"/>
                  <a:pt x="2291636" y="1569124"/>
                  <a:pt x="2294292" y="1567018"/>
                </a:cubicBezTo>
                <a:cubicBezTo>
                  <a:pt x="2296949" y="1565435"/>
                  <a:pt x="2444249" y="1564168"/>
                  <a:pt x="2621854" y="1563909"/>
                </a:cubicBezTo>
                <a:cubicBezTo>
                  <a:pt x="2790598" y="1563663"/>
                  <a:pt x="2931024" y="1562033"/>
                  <a:pt x="2945518" y="1560065"/>
                </a:cubicBezTo>
                <a:lnTo>
                  <a:pt x="2945554" y="1560065"/>
                </a:lnTo>
                <a:lnTo>
                  <a:pt x="2984580" y="1561453"/>
                </a:lnTo>
                <a:lnTo>
                  <a:pt x="3007820" y="1561950"/>
                </a:lnTo>
                <a:lnTo>
                  <a:pt x="3012774" y="1422304"/>
                </a:lnTo>
                <a:lnTo>
                  <a:pt x="3012811" y="1422304"/>
                </a:lnTo>
                <a:cubicBezTo>
                  <a:pt x="3029571" y="1426196"/>
                  <a:pt x="3034179" y="1434121"/>
                  <a:pt x="3030067" y="1449127"/>
                </a:cubicBezTo>
                <a:cubicBezTo>
                  <a:pt x="3022667" y="1478607"/>
                  <a:pt x="3023731" y="1479130"/>
                  <a:pt x="3060957" y="1480655"/>
                </a:cubicBezTo>
                <a:cubicBezTo>
                  <a:pt x="3091269" y="1481663"/>
                  <a:pt x="3097120" y="1483760"/>
                  <a:pt x="3099261" y="1492177"/>
                </a:cubicBezTo>
                <a:cubicBezTo>
                  <a:pt x="3100864" y="1498483"/>
                  <a:pt x="3106709" y="1502681"/>
                  <a:pt x="3112552" y="1502681"/>
                </a:cubicBezTo>
                <a:lnTo>
                  <a:pt x="3112612" y="1502681"/>
                </a:lnTo>
                <a:cubicBezTo>
                  <a:pt x="3118977" y="1502681"/>
                  <a:pt x="3124807" y="1504774"/>
                  <a:pt x="3126402" y="1507398"/>
                </a:cubicBezTo>
                <a:cubicBezTo>
                  <a:pt x="3130133" y="1513180"/>
                  <a:pt x="3095600" y="1534277"/>
                  <a:pt x="3083370" y="1534295"/>
                </a:cubicBezTo>
                <a:cubicBezTo>
                  <a:pt x="3078584" y="1534302"/>
                  <a:pt x="3064771" y="1543269"/>
                  <a:pt x="3052025" y="1553812"/>
                </a:cubicBezTo>
                <a:cubicBezTo>
                  <a:pt x="3003698" y="1595452"/>
                  <a:pt x="2987231" y="1608106"/>
                  <a:pt x="2982978" y="1608111"/>
                </a:cubicBezTo>
                <a:cubicBezTo>
                  <a:pt x="2980318" y="1608115"/>
                  <a:pt x="2970759" y="1615497"/>
                  <a:pt x="2961199" y="1623929"/>
                </a:cubicBezTo>
                <a:cubicBezTo>
                  <a:pt x="2944738" y="1639213"/>
                  <a:pt x="2943143" y="1639742"/>
                  <a:pt x="2887309" y="1639823"/>
                </a:cubicBezTo>
                <a:cubicBezTo>
                  <a:pt x="2855935" y="1639869"/>
                  <a:pt x="2822970" y="1642022"/>
                  <a:pt x="2813934" y="1645191"/>
                </a:cubicBezTo>
                <a:cubicBezTo>
                  <a:pt x="2804899" y="1647836"/>
                  <a:pt x="2761839" y="1656317"/>
                  <a:pt x="2717714" y="1663749"/>
                </a:cubicBezTo>
                <a:cubicBezTo>
                  <a:pt x="2569921" y="1689222"/>
                  <a:pt x="2527398" y="1698755"/>
                  <a:pt x="2497107" y="1714060"/>
                </a:cubicBezTo>
                <a:cubicBezTo>
                  <a:pt x="2473729" y="1726197"/>
                  <a:pt x="2464172" y="1736735"/>
                  <a:pt x="2449329" y="1767803"/>
                </a:cubicBezTo>
                <a:cubicBezTo>
                  <a:pt x="2439788" y="1787813"/>
                  <a:pt x="2438209" y="1798864"/>
                  <a:pt x="2440379" y="1828330"/>
                </a:cubicBezTo>
                <a:cubicBezTo>
                  <a:pt x="2444181" y="1880945"/>
                  <a:pt x="2448452" y="1893041"/>
                  <a:pt x="2474017" y="1920368"/>
                </a:cubicBezTo>
                <a:cubicBezTo>
                  <a:pt x="2486800" y="1934029"/>
                  <a:pt x="2497457" y="1949274"/>
                  <a:pt x="2497464" y="1954536"/>
                </a:cubicBezTo>
                <a:cubicBezTo>
                  <a:pt x="2497472" y="1959799"/>
                  <a:pt x="2502812" y="1974525"/>
                  <a:pt x="2508680" y="1987671"/>
                </a:cubicBezTo>
                <a:cubicBezTo>
                  <a:pt x="2515081" y="2000817"/>
                  <a:pt x="2523092" y="2024485"/>
                  <a:pt x="2527370" y="2040264"/>
                </a:cubicBezTo>
                <a:cubicBezTo>
                  <a:pt x="2536461" y="2074455"/>
                  <a:pt x="2537528" y="2077084"/>
                  <a:pt x="2566333" y="2136503"/>
                </a:cubicBezTo>
                <a:cubicBezTo>
                  <a:pt x="2579132" y="2162270"/>
                  <a:pt x="2594603" y="2195398"/>
                  <a:pt x="2601539" y="2210647"/>
                </a:cubicBezTo>
                <a:cubicBezTo>
                  <a:pt x="2603964" y="2215795"/>
                  <a:pt x="2606648" y="2221007"/>
                  <a:pt x="2609296" y="2225766"/>
                </a:cubicBezTo>
                <a:lnTo>
                  <a:pt x="2937540" y="2225766"/>
                </a:lnTo>
                <a:lnTo>
                  <a:pt x="2938144" y="2211736"/>
                </a:lnTo>
                <a:cubicBezTo>
                  <a:pt x="2939167" y="2184371"/>
                  <a:pt x="2937021" y="2171746"/>
                  <a:pt x="2929022" y="2156497"/>
                </a:cubicBezTo>
                <a:cubicBezTo>
                  <a:pt x="2923689" y="2145982"/>
                  <a:pt x="2915681" y="2124946"/>
                  <a:pt x="2911937" y="2110742"/>
                </a:cubicBezTo>
                <a:cubicBezTo>
                  <a:pt x="2908725" y="2096014"/>
                  <a:pt x="2896982" y="2066038"/>
                  <a:pt x="2886845" y="2043950"/>
                </a:cubicBezTo>
                <a:cubicBezTo>
                  <a:pt x="2871915" y="2011287"/>
                  <a:pt x="2867664" y="1996015"/>
                  <a:pt x="2874090" y="1995960"/>
                </a:cubicBezTo>
                <a:lnTo>
                  <a:pt x="2874149" y="1995960"/>
                </a:lnTo>
                <a:cubicBezTo>
                  <a:pt x="2877148" y="1995975"/>
                  <a:pt x="2882425" y="1999239"/>
                  <a:pt x="2889979" y="2005532"/>
                </a:cubicBezTo>
                <a:cubicBezTo>
                  <a:pt x="2901370" y="2014958"/>
                  <a:pt x="2905912" y="2018128"/>
                  <a:pt x="2922489" y="2018128"/>
                </a:cubicBezTo>
                <a:lnTo>
                  <a:pt x="2922682" y="2018128"/>
                </a:lnTo>
                <a:cubicBezTo>
                  <a:pt x="2930103" y="2018118"/>
                  <a:pt x="2939921" y="2017480"/>
                  <a:pt x="2953807" y="2016491"/>
                </a:cubicBezTo>
                <a:cubicBezTo>
                  <a:pt x="2963874" y="2015853"/>
                  <a:pt x="2980065" y="2015534"/>
                  <a:pt x="2999312" y="2015506"/>
                </a:cubicBezTo>
                <a:cubicBezTo>
                  <a:pt x="3000248" y="2015505"/>
                  <a:pt x="3001191" y="2015504"/>
                  <a:pt x="3002141" y="2015504"/>
                </a:cubicBezTo>
                <a:cubicBezTo>
                  <a:pt x="3031181" y="2015504"/>
                  <a:pt x="3066642" y="2016144"/>
                  <a:pt x="3098448" y="2017332"/>
                </a:cubicBezTo>
                <a:lnTo>
                  <a:pt x="3196296" y="2020873"/>
                </a:lnTo>
                <a:lnTo>
                  <a:pt x="3194742" y="2048237"/>
                </a:lnTo>
                <a:cubicBezTo>
                  <a:pt x="3194233" y="2063499"/>
                  <a:pt x="3196392" y="2085072"/>
                  <a:pt x="3200130" y="2095589"/>
                </a:cubicBezTo>
                <a:cubicBezTo>
                  <a:pt x="3208139" y="2118726"/>
                  <a:pt x="3224656" y="2144481"/>
                  <a:pt x="3231572" y="2144481"/>
                </a:cubicBezTo>
                <a:lnTo>
                  <a:pt x="3231578" y="2144481"/>
                </a:lnTo>
                <a:cubicBezTo>
                  <a:pt x="3234243" y="2144481"/>
                  <a:pt x="3251802" y="2153926"/>
                  <a:pt x="3270959" y="2165999"/>
                </a:cubicBezTo>
                <a:cubicBezTo>
                  <a:pt x="3294447" y="2180378"/>
                  <a:pt x="3303761" y="2185030"/>
                  <a:pt x="3314598" y="2185030"/>
                </a:cubicBezTo>
                <a:lnTo>
                  <a:pt x="3314654" y="2185030"/>
                </a:lnTo>
                <a:cubicBezTo>
                  <a:pt x="3318043" y="2185025"/>
                  <a:pt x="3321583" y="2184565"/>
                  <a:pt x="3325756" y="2183808"/>
                </a:cubicBezTo>
                <a:cubicBezTo>
                  <a:pt x="3336920" y="2181688"/>
                  <a:pt x="3381051" y="2178993"/>
                  <a:pt x="3424653" y="2177350"/>
                </a:cubicBezTo>
                <a:lnTo>
                  <a:pt x="3502819" y="2175131"/>
                </a:lnTo>
                <a:lnTo>
                  <a:pt x="3502862" y="2204073"/>
                </a:lnTo>
                <a:cubicBezTo>
                  <a:pt x="3502875" y="2212921"/>
                  <a:pt x="3502992" y="2220040"/>
                  <a:pt x="3503913" y="2225766"/>
                </a:cubicBezTo>
                <a:lnTo>
                  <a:pt x="3677691" y="2225766"/>
                </a:lnTo>
                <a:cubicBezTo>
                  <a:pt x="3676997" y="2222630"/>
                  <a:pt x="3676155" y="2219304"/>
                  <a:pt x="3675174" y="2215924"/>
                </a:cubicBezTo>
                <a:cubicBezTo>
                  <a:pt x="3666287" y="2182270"/>
                  <a:pt x="3664784" y="2175854"/>
                  <a:pt x="3678870" y="2175834"/>
                </a:cubicBezTo>
                <a:lnTo>
                  <a:pt x="3678941" y="2175834"/>
                </a:lnTo>
                <a:cubicBezTo>
                  <a:pt x="3681793" y="2175834"/>
                  <a:pt x="3685281" y="2176093"/>
                  <a:pt x="3689473" y="2176438"/>
                </a:cubicBezTo>
                <a:cubicBezTo>
                  <a:pt x="3711276" y="2177985"/>
                  <a:pt x="3711811" y="2179036"/>
                  <a:pt x="3720356" y="2204282"/>
                </a:cubicBezTo>
                <a:cubicBezTo>
                  <a:pt x="3723185" y="2213023"/>
                  <a:pt x="3725321" y="2220080"/>
                  <a:pt x="3727449" y="2225766"/>
                </a:cubicBezTo>
                <a:lnTo>
                  <a:pt x="3895056" y="2225766"/>
                </a:lnTo>
                <a:lnTo>
                  <a:pt x="3895332" y="2221392"/>
                </a:lnTo>
                <a:cubicBezTo>
                  <a:pt x="3897416" y="2192974"/>
                  <a:pt x="3900072" y="2190338"/>
                  <a:pt x="3938872" y="2178180"/>
                </a:cubicBezTo>
                <a:cubicBezTo>
                  <a:pt x="3954817" y="2172894"/>
                  <a:pt x="3980859" y="2162860"/>
                  <a:pt x="3996268" y="2155995"/>
                </a:cubicBezTo>
                <a:cubicBezTo>
                  <a:pt x="4011679" y="2149133"/>
                  <a:pt x="4026560" y="2143323"/>
                  <a:pt x="4029750" y="2143317"/>
                </a:cubicBezTo>
                <a:cubicBezTo>
                  <a:pt x="4039855" y="2143302"/>
                  <a:pt x="4108879" y="2073743"/>
                  <a:pt x="4108864" y="2063745"/>
                </a:cubicBezTo>
                <a:cubicBezTo>
                  <a:pt x="4108856" y="2058482"/>
                  <a:pt x="4111506" y="2052691"/>
                  <a:pt x="4114163" y="2051109"/>
                </a:cubicBezTo>
                <a:cubicBezTo>
                  <a:pt x="4117350" y="2049526"/>
                  <a:pt x="4119467" y="2042155"/>
                  <a:pt x="4119457" y="2035315"/>
                </a:cubicBezTo>
                <a:cubicBezTo>
                  <a:pt x="4119447" y="2028474"/>
                  <a:pt x="4122094" y="2021103"/>
                  <a:pt x="4124750" y="2019520"/>
                </a:cubicBezTo>
                <a:cubicBezTo>
                  <a:pt x="4127938" y="2017411"/>
                  <a:pt x="4130008" y="1978995"/>
                  <a:pt x="4129924" y="1922165"/>
                </a:cubicBezTo>
                <a:cubicBezTo>
                  <a:pt x="4129839" y="1865335"/>
                  <a:pt x="4127654" y="1826924"/>
                  <a:pt x="4124460" y="1824825"/>
                </a:cubicBezTo>
                <a:cubicBezTo>
                  <a:pt x="4121800" y="1823249"/>
                  <a:pt x="4119106" y="1799574"/>
                  <a:pt x="4119066" y="1772738"/>
                </a:cubicBezTo>
                <a:cubicBezTo>
                  <a:pt x="4119027" y="1746429"/>
                  <a:pt x="4116864" y="1722226"/>
                  <a:pt x="4114201" y="1719599"/>
                </a:cubicBezTo>
                <a:cubicBezTo>
                  <a:pt x="4111537" y="1716445"/>
                  <a:pt x="4107784" y="1695403"/>
                  <a:pt x="4106685" y="1672251"/>
                </a:cubicBezTo>
                <a:cubicBezTo>
                  <a:pt x="4105056" y="1649100"/>
                  <a:pt x="4101284" y="1615953"/>
                  <a:pt x="4098068" y="1598593"/>
                </a:cubicBezTo>
                <a:cubicBezTo>
                  <a:pt x="4091635" y="1563347"/>
                  <a:pt x="4084124" y="1518630"/>
                  <a:pt x="4074996" y="1459183"/>
                </a:cubicBezTo>
                <a:cubicBezTo>
                  <a:pt x="4066941" y="1406574"/>
                  <a:pt x="4068928" y="1312377"/>
                  <a:pt x="4078459" y="1285006"/>
                </a:cubicBezTo>
                <a:cubicBezTo>
                  <a:pt x="4088522" y="1257628"/>
                  <a:pt x="4088952" y="1189221"/>
                  <a:pt x="4079900" y="1181340"/>
                </a:cubicBezTo>
                <a:cubicBezTo>
                  <a:pt x="4076173" y="1178189"/>
                  <a:pt x="4066064" y="1175046"/>
                  <a:pt x="4057024" y="1174006"/>
                </a:cubicBezTo>
                <a:cubicBezTo>
                  <a:pt x="4042133" y="1172449"/>
                  <a:pt x="4041067" y="1171398"/>
                  <a:pt x="4042100" y="1151401"/>
                </a:cubicBezTo>
                <a:cubicBezTo>
                  <a:pt x="4043147" y="1139823"/>
                  <a:pt x="4047370" y="1118769"/>
                  <a:pt x="4052665" y="1104027"/>
                </a:cubicBezTo>
                <a:cubicBezTo>
                  <a:pt x="4068017" y="1058224"/>
                  <a:pt x="4061043" y="1016138"/>
                  <a:pt x="4037105" y="1010386"/>
                </a:cubicBezTo>
                <a:cubicBezTo>
                  <a:pt x="4034843" y="1009779"/>
                  <a:pt x="4032122" y="1009496"/>
                  <a:pt x="4029065" y="1009496"/>
                </a:cubicBezTo>
                <a:lnTo>
                  <a:pt x="4028995" y="1009496"/>
                </a:lnTo>
                <a:cubicBezTo>
                  <a:pt x="4008312" y="1009527"/>
                  <a:pt x="3972304" y="1022459"/>
                  <a:pt x="3958442" y="1035757"/>
                </a:cubicBezTo>
                <a:cubicBezTo>
                  <a:pt x="3950857" y="1042843"/>
                  <a:pt x="3943643" y="1047328"/>
                  <a:pt x="3940268" y="1047333"/>
                </a:cubicBezTo>
                <a:lnTo>
                  <a:pt x="3940264" y="1047333"/>
                </a:lnTo>
                <a:cubicBezTo>
                  <a:pt x="3939624" y="1047333"/>
                  <a:pt x="3939124" y="1047172"/>
                  <a:pt x="3938784" y="1046837"/>
                </a:cubicBezTo>
                <a:cubicBezTo>
                  <a:pt x="3936654" y="1044735"/>
                  <a:pt x="3935566" y="1028424"/>
                  <a:pt x="3936071" y="1010532"/>
                </a:cubicBezTo>
                <a:cubicBezTo>
                  <a:pt x="3937088" y="978958"/>
                  <a:pt x="3918322" y="875323"/>
                  <a:pt x="3904978" y="841136"/>
                </a:cubicBezTo>
                <a:cubicBezTo>
                  <a:pt x="3896971" y="820099"/>
                  <a:pt x="3869787" y="778042"/>
                  <a:pt x="3847947" y="752290"/>
                </a:cubicBezTo>
                <a:cubicBezTo>
                  <a:pt x="3838358" y="740729"/>
                  <a:pt x="3830364" y="729163"/>
                  <a:pt x="3830361" y="726532"/>
                </a:cubicBezTo>
                <a:cubicBezTo>
                  <a:pt x="3830337" y="710746"/>
                  <a:pt x="3754172" y="627717"/>
                  <a:pt x="3716380" y="602517"/>
                </a:cubicBezTo>
                <a:cubicBezTo>
                  <a:pt x="3710525" y="598315"/>
                  <a:pt x="3704135" y="593063"/>
                  <a:pt x="3702537" y="591487"/>
                </a:cubicBezTo>
                <a:cubicBezTo>
                  <a:pt x="3700940" y="589911"/>
                  <a:pt x="3691356" y="582031"/>
                  <a:pt x="3680708" y="574154"/>
                </a:cubicBezTo>
                <a:cubicBezTo>
                  <a:pt x="3665804" y="563126"/>
                  <a:pt x="3660474" y="554714"/>
                  <a:pt x="3657790" y="538932"/>
                </a:cubicBezTo>
                <a:cubicBezTo>
                  <a:pt x="3656178" y="527357"/>
                  <a:pt x="3647645" y="510532"/>
                  <a:pt x="3639655" y="501072"/>
                </a:cubicBezTo>
                <a:cubicBezTo>
                  <a:pt x="3630787" y="490905"/>
                  <a:pt x="3623212" y="480949"/>
                  <a:pt x="3617560" y="472305"/>
                </a:cubicBezTo>
                <a:lnTo>
                  <a:pt x="3617493" y="472305"/>
                </a:lnTo>
                <a:cubicBezTo>
                  <a:pt x="3611331" y="455837"/>
                  <a:pt x="3610187" y="452643"/>
                  <a:pt x="3607170" y="443804"/>
                </a:cubicBezTo>
                <a:cubicBezTo>
                  <a:pt x="3605495" y="438898"/>
                  <a:pt x="3603601" y="433399"/>
                  <a:pt x="3602957" y="431667"/>
                </a:cubicBezTo>
                <a:cubicBezTo>
                  <a:pt x="3599595" y="422054"/>
                  <a:pt x="3593892" y="402481"/>
                  <a:pt x="3590944" y="390488"/>
                </a:cubicBezTo>
                <a:cubicBezTo>
                  <a:pt x="3587089" y="374465"/>
                  <a:pt x="3587316" y="363756"/>
                  <a:pt x="3591869" y="347257"/>
                </a:cubicBezTo>
                <a:cubicBezTo>
                  <a:pt x="3595006" y="335779"/>
                  <a:pt x="3597671" y="328849"/>
                  <a:pt x="3606957" y="307604"/>
                </a:cubicBezTo>
                <a:cubicBezTo>
                  <a:pt x="3620224" y="277363"/>
                  <a:pt x="3621820" y="272255"/>
                  <a:pt x="3624973" y="250991"/>
                </a:cubicBezTo>
                <a:cubicBezTo>
                  <a:pt x="3630259" y="215465"/>
                  <a:pt x="3629161" y="182121"/>
                  <a:pt x="3621784" y="150989"/>
                </a:cubicBezTo>
                <a:cubicBezTo>
                  <a:pt x="3613666" y="116918"/>
                  <a:pt x="3597613" y="86657"/>
                  <a:pt x="3574989" y="62822"/>
                </a:cubicBezTo>
                <a:cubicBezTo>
                  <a:pt x="3536246" y="22010"/>
                  <a:pt x="3479529" y="1"/>
                  <a:pt x="3412823" y="1"/>
                </a:cubicBezTo>
                <a:lnTo>
                  <a:pt x="3412560" y="1"/>
                </a:lnTo>
                <a:cubicBezTo>
                  <a:pt x="3412289" y="0"/>
                  <a:pt x="3412020" y="0"/>
                  <a:pt x="3411752" y="0"/>
                </a:cubicBezTo>
                <a:close/>
              </a:path>
            </a:pathLst>
          </a:custGeom>
          <a:solidFill>
            <a:srgbClr val="000000"/>
          </a:solidFill>
          <a:ln w="7382" cap="flat">
            <a:noFill/>
            <a:prstDash val="solid"/>
            <a:miter/>
          </a:ln>
        </p:spPr>
        <p:txBody>
          <a:bodyPr/>
          <a:lstStyle/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2718447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17043DDC-7A84-0FAB-F230-B88D9BE9E8D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189" b="16953"/>
          <a:stretch>
            <a:fillRect/>
          </a:stretch>
        </p:blipFill>
        <p:spPr bwMode="auto">
          <a:xfrm>
            <a:off x="347799" y="309385"/>
            <a:ext cx="1787623" cy="11951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98" name="Picture 2" descr="Schumann">
            <a:extLst>
              <a:ext uri="{FF2B5EF4-FFF2-40B4-BE49-F238E27FC236}">
                <a16:creationId xmlns:a16="http://schemas.microsoft.com/office/drawing/2014/main" id="{E114A486-ECFF-CF92-B131-272F6E6AA7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183487"/>
            <a:ext cx="12192000" cy="406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EC241E9-13C3-33CB-144C-54BE8EB726DF}"/>
              </a:ext>
            </a:extLst>
          </p:cNvPr>
          <p:cNvSpPr txBox="1"/>
          <p:nvPr/>
        </p:nvSpPr>
        <p:spPr>
          <a:xfrm>
            <a:off x="10092776" y="6485402"/>
            <a:ext cx="198005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/>
              <a:t>https://music-encoding.org/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9E0F47C-688A-3260-AF3A-7F9392B3F747}"/>
              </a:ext>
            </a:extLst>
          </p:cNvPr>
          <p:cNvSpPr txBox="1"/>
          <p:nvPr/>
        </p:nvSpPr>
        <p:spPr>
          <a:xfrm>
            <a:off x="1241610" y="1713515"/>
            <a:ext cx="4026308" cy="646331"/>
          </a:xfrm>
          <a:custGeom>
            <a:avLst/>
            <a:gdLst>
              <a:gd name="csX0" fmla="*/ 0 w 4026308"/>
              <a:gd name="csY0" fmla="*/ 0 h 646331"/>
              <a:gd name="csX1" fmla="*/ 494661 w 4026308"/>
              <a:gd name="csY1" fmla="*/ 0 h 646331"/>
              <a:gd name="csX2" fmla="*/ 1150374 w 4026308"/>
              <a:gd name="csY2" fmla="*/ 0 h 646331"/>
              <a:gd name="csX3" fmla="*/ 1765824 w 4026308"/>
              <a:gd name="csY3" fmla="*/ 0 h 646331"/>
              <a:gd name="csX4" fmla="*/ 2220221 w 4026308"/>
              <a:gd name="csY4" fmla="*/ 0 h 646331"/>
              <a:gd name="csX5" fmla="*/ 2835671 w 4026308"/>
              <a:gd name="csY5" fmla="*/ 0 h 646331"/>
              <a:gd name="csX6" fmla="*/ 3410858 w 4026308"/>
              <a:gd name="csY6" fmla="*/ 0 h 646331"/>
              <a:gd name="csX7" fmla="*/ 4026308 w 4026308"/>
              <a:gd name="csY7" fmla="*/ 0 h 646331"/>
              <a:gd name="csX8" fmla="*/ 4026308 w 4026308"/>
              <a:gd name="csY8" fmla="*/ 329629 h 646331"/>
              <a:gd name="csX9" fmla="*/ 4026308 w 4026308"/>
              <a:gd name="csY9" fmla="*/ 646331 h 646331"/>
              <a:gd name="csX10" fmla="*/ 3531647 w 4026308"/>
              <a:gd name="csY10" fmla="*/ 646331 h 646331"/>
              <a:gd name="csX11" fmla="*/ 2875934 w 4026308"/>
              <a:gd name="csY11" fmla="*/ 646331 h 646331"/>
              <a:gd name="csX12" fmla="*/ 2220221 w 4026308"/>
              <a:gd name="csY12" fmla="*/ 646331 h 646331"/>
              <a:gd name="csX13" fmla="*/ 1685297 w 4026308"/>
              <a:gd name="csY13" fmla="*/ 646331 h 646331"/>
              <a:gd name="csX14" fmla="*/ 1190637 w 4026308"/>
              <a:gd name="csY14" fmla="*/ 646331 h 646331"/>
              <a:gd name="csX15" fmla="*/ 655713 w 4026308"/>
              <a:gd name="csY15" fmla="*/ 646331 h 646331"/>
              <a:gd name="csX16" fmla="*/ 0 w 4026308"/>
              <a:gd name="csY16" fmla="*/ 646331 h 646331"/>
              <a:gd name="csX17" fmla="*/ 0 w 4026308"/>
              <a:gd name="csY17" fmla="*/ 342555 h 646331"/>
              <a:gd name="csX18" fmla="*/ 0 w 4026308"/>
              <a:gd name="csY18" fmla="*/ 0 h 64633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4026308" h="646331" extrusionOk="0">
                <a:moveTo>
                  <a:pt x="0" y="0"/>
                </a:moveTo>
                <a:cubicBezTo>
                  <a:pt x="238941" y="-15636"/>
                  <a:pt x="376646" y="15402"/>
                  <a:pt x="494661" y="0"/>
                </a:cubicBezTo>
                <a:cubicBezTo>
                  <a:pt x="612676" y="-15402"/>
                  <a:pt x="865836" y="4455"/>
                  <a:pt x="1150374" y="0"/>
                </a:cubicBezTo>
                <a:cubicBezTo>
                  <a:pt x="1434912" y="-4455"/>
                  <a:pt x="1481496" y="64357"/>
                  <a:pt x="1765824" y="0"/>
                </a:cubicBezTo>
                <a:cubicBezTo>
                  <a:pt x="2050152" y="-64357"/>
                  <a:pt x="2113759" y="130"/>
                  <a:pt x="2220221" y="0"/>
                </a:cubicBezTo>
                <a:cubicBezTo>
                  <a:pt x="2326683" y="-130"/>
                  <a:pt x="2598152" y="42449"/>
                  <a:pt x="2835671" y="0"/>
                </a:cubicBezTo>
                <a:cubicBezTo>
                  <a:pt x="3073190" y="-42449"/>
                  <a:pt x="3161727" y="19414"/>
                  <a:pt x="3410858" y="0"/>
                </a:cubicBezTo>
                <a:cubicBezTo>
                  <a:pt x="3659989" y="-19414"/>
                  <a:pt x="3812259" y="62171"/>
                  <a:pt x="4026308" y="0"/>
                </a:cubicBezTo>
                <a:cubicBezTo>
                  <a:pt x="4041840" y="162518"/>
                  <a:pt x="3991584" y="210152"/>
                  <a:pt x="4026308" y="329629"/>
                </a:cubicBezTo>
                <a:cubicBezTo>
                  <a:pt x="4061032" y="449106"/>
                  <a:pt x="4018638" y="531021"/>
                  <a:pt x="4026308" y="646331"/>
                </a:cubicBezTo>
                <a:cubicBezTo>
                  <a:pt x="3892827" y="695510"/>
                  <a:pt x="3698264" y="629686"/>
                  <a:pt x="3531647" y="646331"/>
                </a:cubicBezTo>
                <a:cubicBezTo>
                  <a:pt x="3365030" y="662976"/>
                  <a:pt x="3167303" y="599220"/>
                  <a:pt x="2875934" y="646331"/>
                </a:cubicBezTo>
                <a:cubicBezTo>
                  <a:pt x="2584565" y="693442"/>
                  <a:pt x="2465863" y="621584"/>
                  <a:pt x="2220221" y="646331"/>
                </a:cubicBezTo>
                <a:cubicBezTo>
                  <a:pt x="1974579" y="671078"/>
                  <a:pt x="1824280" y="583732"/>
                  <a:pt x="1685297" y="646331"/>
                </a:cubicBezTo>
                <a:cubicBezTo>
                  <a:pt x="1546314" y="708930"/>
                  <a:pt x="1297218" y="611283"/>
                  <a:pt x="1190637" y="646331"/>
                </a:cubicBezTo>
                <a:cubicBezTo>
                  <a:pt x="1084056" y="681379"/>
                  <a:pt x="772666" y="623182"/>
                  <a:pt x="655713" y="646331"/>
                </a:cubicBezTo>
                <a:cubicBezTo>
                  <a:pt x="538760" y="669480"/>
                  <a:pt x="275316" y="628279"/>
                  <a:pt x="0" y="646331"/>
                </a:cubicBezTo>
                <a:cubicBezTo>
                  <a:pt x="-10450" y="582503"/>
                  <a:pt x="25333" y="419753"/>
                  <a:pt x="0" y="342555"/>
                </a:cubicBezTo>
                <a:cubicBezTo>
                  <a:pt x="-25333" y="265357"/>
                  <a:pt x="37881" y="86295"/>
                  <a:pt x="0" y="0"/>
                </a:cubicBezTo>
                <a:close/>
              </a:path>
            </a:pathLst>
          </a:custGeom>
          <a:noFill/>
          <a:ln w="1270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3689820584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>
            <a:spAutoFit/>
          </a:bodyPr>
          <a:lstStyle/>
          <a:p>
            <a:r>
              <a:rPr lang="en-AU" dirty="0">
                <a:solidFill>
                  <a:srgbClr val="404040"/>
                </a:solidFill>
                <a:latin typeface="-apple-system"/>
              </a:rPr>
              <a:t>P</a:t>
            </a:r>
            <a:r>
              <a:rPr lang="en-AU" b="0" i="0" dirty="0">
                <a:solidFill>
                  <a:srgbClr val="404040"/>
                </a:solidFill>
                <a:effectLst/>
                <a:latin typeface="-apple-system"/>
              </a:rPr>
              <a:t>hysical and intellectual characteristics of music notation documents</a:t>
            </a:r>
            <a:endParaRPr lang="en-A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C173EB9-8406-3A13-CEEA-3CBE4CA7F810}"/>
              </a:ext>
            </a:extLst>
          </p:cNvPr>
          <p:cNvSpPr txBox="1"/>
          <p:nvPr/>
        </p:nvSpPr>
        <p:spPr>
          <a:xfrm>
            <a:off x="7027044" y="1852015"/>
            <a:ext cx="4241389" cy="369332"/>
          </a:xfrm>
          <a:custGeom>
            <a:avLst/>
            <a:gdLst>
              <a:gd name="csX0" fmla="*/ 0 w 4241389"/>
              <a:gd name="csY0" fmla="*/ 0 h 369332"/>
              <a:gd name="csX1" fmla="*/ 563499 w 4241389"/>
              <a:gd name="csY1" fmla="*/ 0 h 369332"/>
              <a:gd name="csX2" fmla="*/ 1254239 w 4241389"/>
              <a:gd name="csY2" fmla="*/ 0 h 369332"/>
              <a:gd name="csX3" fmla="*/ 1817738 w 4241389"/>
              <a:gd name="csY3" fmla="*/ 0 h 369332"/>
              <a:gd name="csX4" fmla="*/ 2381237 w 4241389"/>
              <a:gd name="csY4" fmla="*/ 0 h 369332"/>
              <a:gd name="csX5" fmla="*/ 3029564 w 4241389"/>
              <a:gd name="csY5" fmla="*/ 0 h 369332"/>
              <a:gd name="csX6" fmla="*/ 3593062 w 4241389"/>
              <a:gd name="csY6" fmla="*/ 0 h 369332"/>
              <a:gd name="csX7" fmla="*/ 4241389 w 4241389"/>
              <a:gd name="csY7" fmla="*/ 0 h 369332"/>
              <a:gd name="csX8" fmla="*/ 4241389 w 4241389"/>
              <a:gd name="csY8" fmla="*/ 369332 h 369332"/>
              <a:gd name="csX9" fmla="*/ 3635476 w 4241389"/>
              <a:gd name="csY9" fmla="*/ 369332 h 369332"/>
              <a:gd name="csX10" fmla="*/ 3114391 w 4241389"/>
              <a:gd name="csY10" fmla="*/ 369332 h 369332"/>
              <a:gd name="csX11" fmla="*/ 2635720 w 4241389"/>
              <a:gd name="csY11" fmla="*/ 369332 h 369332"/>
              <a:gd name="csX12" fmla="*/ 2157049 w 4241389"/>
              <a:gd name="csY12" fmla="*/ 369332 h 369332"/>
              <a:gd name="csX13" fmla="*/ 1508723 w 4241389"/>
              <a:gd name="csY13" fmla="*/ 369332 h 369332"/>
              <a:gd name="csX14" fmla="*/ 1030052 w 4241389"/>
              <a:gd name="csY14" fmla="*/ 369332 h 369332"/>
              <a:gd name="csX15" fmla="*/ 0 w 4241389"/>
              <a:gd name="csY15" fmla="*/ 369332 h 369332"/>
              <a:gd name="csX16" fmla="*/ 0 w 4241389"/>
              <a:gd name="csY16" fmla="*/ 0 h 3693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1389" h="369332" extrusionOk="0">
                <a:moveTo>
                  <a:pt x="0" y="0"/>
                </a:moveTo>
                <a:cubicBezTo>
                  <a:pt x="256127" y="22904"/>
                  <a:pt x="438616" y="-12840"/>
                  <a:pt x="563499" y="0"/>
                </a:cubicBezTo>
                <a:cubicBezTo>
                  <a:pt x="688382" y="12840"/>
                  <a:pt x="1039471" y="2561"/>
                  <a:pt x="1254239" y="0"/>
                </a:cubicBezTo>
                <a:cubicBezTo>
                  <a:pt x="1469007" y="-2561"/>
                  <a:pt x="1632944" y="25196"/>
                  <a:pt x="1817738" y="0"/>
                </a:cubicBezTo>
                <a:cubicBezTo>
                  <a:pt x="2002532" y="-25196"/>
                  <a:pt x="2115345" y="25237"/>
                  <a:pt x="2381237" y="0"/>
                </a:cubicBezTo>
                <a:cubicBezTo>
                  <a:pt x="2647129" y="-25237"/>
                  <a:pt x="2729642" y="19649"/>
                  <a:pt x="3029564" y="0"/>
                </a:cubicBezTo>
                <a:cubicBezTo>
                  <a:pt x="3329486" y="-19649"/>
                  <a:pt x="3335154" y="8358"/>
                  <a:pt x="3593062" y="0"/>
                </a:cubicBezTo>
                <a:cubicBezTo>
                  <a:pt x="3850970" y="-8358"/>
                  <a:pt x="4109017" y="-21767"/>
                  <a:pt x="4241389" y="0"/>
                </a:cubicBezTo>
                <a:cubicBezTo>
                  <a:pt x="4241112" y="77116"/>
                  <a:pt x="4249473" y="202250"/>
                  <a:pt x="4241389" y="369332"/>
                </a:cubicBezTo>
                <a:cubicBezTo>
                  <a:pt x="3960191" y="345503"/>
                  <a:pt x="3764017" y="378633"/>
                  <a:pt x="3635476" y="369332"/>
                </a:cubicBezTo>
                <a:cubicBezTo>
                  <a:pt x="3506935" y="360031"/>
                  <a:pt x="3271204" y="360237"/>
                  <a:pt x="3114391" y="369332"/>
                </a:cubicBezTo>
                <a:cubicBezTo>
                  <a:pt x="2957579" y="378427"/>
                  <a:pt x="2742929" y="373841"/>
                  <a:pt x="2635720" y="369332"/>
                </a:cubicBezTo>
                <a:cubicBezTo>
                  <a:pt x="2528511" y="364823"/>
                  <a:pt x="2394801" y="390231"/>
                  <a:pt x="2157049" y="369332"/>
                </a:cubicBezTo>
                <a:cubicBezTo>
                  <a:pt x="1919297" y="348433"/>
                  <a:pt x="1747603" y="372035"/>
                  <a:pt x="1508723" y="369332"/>
                </a:cubicBezTo>
                <a:cubicBezTo>
                  <a:pt x="1269843" y="366629"/>
                  <a:pt x="1226433" y="375879"/>
                  <a:pt x="1030052" y="369332"/>
                </a:cubicBezTo>
                <a:cubicBezTo>
                  <a:pt x="833671" y="362785"/>
                  <a:pt x="444740" y="325614"/>
                  <a:pt x="0" y="369332"/>
                </a:cubicBezTo>
                <a:cubicBezTo>
                  <a:pt x="17923" y="246920"/>
                  <a:pt x="-1972" y="112212"/>
                  <a:pt x="0" y="0"/>
                </a:cubicBezTo>
                <a:close/>
              </a:path>
            </a:pathLst>
          </a:custGeom>
          <a:noFill/>
          <a:ln w="1270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427990776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txBody>
          <a:bodyPr wrap="square">
            <a:spAutoFit/>
          </a:bodyPr>
          <a:lstStyle/>
          <a:p>
            <a:r>
              <a:rPr lang="en-AU" b="0" i="0" dirty="0" err="1">
                <a:solidFill>
                  <a:srgbClr val="404040"/>
                </a:solidFill>
                <a:effectLst/>
                <a:latin typeface="-apple-system"/>
              </a:rPr>
              <a:t>eXtensible</a:t>
            </a:r>
            <a:r>
              <a:rPr lang="en-AU" b="0" i="0" dirty="0">
                <a:solidFill>
                  <a:srgbClr val="404040"/>
                </a:solidFill>
                <a:effectLst/>
                <a:latin typeface="-apple-system"/>
              </a:rPr>
              <a:t> Markup Language (XML) schema</a:t>
            </a:r>
            <a:endParaRPr lang="en-AU" dirty="0"/>
          </a:p>
        </p:txBody>
      </p:sp>
      <p:sp>
        <p:nvSpPr>
          <p:cNvPr id="14" name="Arc 13">
            <a:extLst>
              <a:ext uri="{FF2B5EF4-FFF2-40B4-BE49-F238E27FC236}">
                <a16:creationId xmlns:a16="http://schemas.microsoft.com/office/drawing/2014/main" id="{7E6F3E58-D603-C7A2-22A3-86B2904EFB7D}"/>
              </a:ext>
            </a:extLst>
          </p:cNvPr>
          <p:cNvSpPr/>
          <p:nvPr/>
        </p:nvSpPr>
        <p:spPr>
          <a:xfrm>
            <a:off x="5267918" y="1780939"/>
            <a:ext cx="1759126" cy="302521"/>
          </a:xfrm>
          <a:custGeom>
            <a:avLst/>
            <a:gdLst>
              <a:gd name="csX0" fmla="*/ 7032 w 1526292"/>
              <a:gd name="csY0" fmla="*/ 291257 h 673769"/>
              <a:gd name="csX1" fmla="*/ 773301 w 1526292"/>
              <a:gd name="csY1" fmla="*/ 30 h 673769"/>
              <a:gd name="csX2" fmla="*/ 1526292 w 1526292"/>
              <a:gd name="csY2" fmla="*/ 336885 h 673769"/>
              <a:gd name="csX3" fmla="*/ 763146 w 1526292"/>
              <a:gd name="csY3" fmla="*/ 336885 h 673769"/>
              <a:gd name="csX4" fmla="*/ 7032 w 1526292"/>
              <a:gd name="csY4" fmla="*/ 291257 h 673769"/>
              <a:gd name="csX0" fmla="*/ 7032 w 1526292"/>
              <a:gd name="csY0" fmla="*/ 291257 h 673769"/>
              <a:gd name="csX1" fmla="*/ 773301 w 1526292"/>
              <a:gd name="csY1" fmla="*/ 30 h 673769"/>
              <a:gd name="csX2" fmla="*/ 1526292 w 1526292"/>
              <a:gd name="csY2" fmla="*/ 336885 h 673769"/>
              <a:gd name="csX0" fmla="*/ 0 w 1519260"/>
              <a:gd name="csY0" fmla="*/ 291257 h 336885"/>
              <a:gd name="csX1" fmla="*/ 766269 w 1519260"/>
              <a:gd name="csY1" fmla="*/ 30 h 336885"/>
              <a:gd name="csX2" fmla="*/ 1519260 w 1519260"/>
              <a:gd name="csY2" fmla="*/ 336885 h 336885"/>
              <a:gd name="csX3" fmla="*/ 756114 w 1519260"/>
              <a:gd name="csY3" fmla="*/ 336885 h 336885"/>
              <a:gd name="csX4" fmla="*/ 0 w 1519260"/>
              <a:gd name="csY4" fmla="*/ 291257 h 336885"/>
              <a:gd name="csX0" fmla="*/ 0 w 1519260"/>
              <a:gd name="csY0" fmla="*/ 325632 h 336885"/>
              <a:gd name="csX1" fmla="*/ 766269 w 1519260"/>
              <a:gd name="csY1" fmla="*/ 30 h 336885"/>
              <a:gd name="csX2" fmla="*/ 1519260 w 1519260"/>
              <a:gd name="csY2" fmla="*/ 336885 h 336885"/>
              <a:gd name="csX0" fmla="*/ 0 w 1519260"/>
              <a:gd name="csY0" fmla="*/ 291257 h 336885"/>
              <a:gd name="csX1" fmla="*/ 766269 w 1519260"/>
              <a:gd name="csY1" fmla="*/ 30 h 336885"/>
              <a:gd name="csX2" fmla="*/ 1519260 w 1519260"/>
              <a:gd name="csY2" fmla="*/ 336885 h 336885"/>
              <a:gd name="csX3" fmla="*/ 756114 w 1519260"/>
              <a:gd name="csY3" fmla="*/ 336885 h 336885"/>
              <a:gd name="csX4" fmla="*/ 0 w 1519260"/>
              <a:gd name="csY4" fmla="*/ 291257 h 336885"/>
              <a:gd name="csX0" fmla="*/ 0 w 1519260"/>
              <a:gd name="csY0" fmla="*/ 325632 h 336885"/>
              <a:gd name="csX1" fmla="*/ 752518 w 1519260"/>
              <a:gd name="csY1" fmla="*/ 144409 h 336885"/>
              <a:gd name="csX2" fmla="*/ 1519260 w 1519260"/>
              <a:gd name="csY2" fmla="*/ 336885 h 336885"/>
              <a:gd name="csX0" fmla="*/ 0 w 1519260"/>
              <a:gd name="csY0" fmla="*/ 291257 h 336885"/>
              <a:gd name="csX1" fmla="*/ 766269 w 1519260"/>
              <a:gd name="csY1" fmla="*/ 30 h 336885"/>
              <a:gd name="csX2" fmla="*/ 1519260 w 1519260"/>
              <a:gd name="csY2" fmla="*/ 336885 h 336885"/>
              <a:gd name="csX3" fmla="*/ 756114 w 1519260"/>
              <a:gd name="csY3" fmla="*/ 336885 h 336885"/>
              <a:gd name="csX4" fmla="*/ 0 w 1519260"/>
              <a:gd name="csY4" fmla="*/ 291257 h 336885"/>
              <a:gd name="csX0" fmla="*/ 0 w 1519260"/>
              <a:gd name="csY0" fmla="*/ 325632 h 336885"/>
              <a:gd name="csX1" fmla="*/ 738768 w 1519260"/>
              <a:gd name="csY1" fmla="*/ 75657 h 336885"/>
              <a:gd name="csX2" fmla="*/ 1519260 w 1519260"/>
              <a:gd name="csY2" fmla="*/ 336885 h 336885"/>
              <a:gd name="csX0" fmla="*/ 0 w 1519260"/>
              <a:gd name="csY0" fmla="*/ 291257 h 336885"/>
              <a:gd name="csX1" fmla="*/ 766269 w 1519260"/>
              <a:gd name="csY1" fmla="*/ 30 h 336885"/>
              <a:gd name="csX2" fmla="*/ 1519260 w 1519260"/>
              <a:gd name="csY2" fmla="*/ 336885 h 336885"/>
              <a:gd name="csX3" fmla="*/ 756114 w 1519260"/>
              <a:gd name="csY3" fmla="*/ 336885 h 336885"/>
              <a:gd name="csX4" fmla="*/ 0 w 1519260"/>
              <a:gd name="csY4" fmla="*/ 291257 h 336885"/>
              <a:gd name="csX0" fmla="*/ 0 w 1519260"/>
              <a:gd name="csY0" fmla="*/ 325632 h 336885"/>
              <a:gd name="csX1" fmla="*/ 738768 w 1519260"/>
              <a:gd name="csY1" fmla="*/ 75657 h 336885"/>
              <a:gd name="csX2" fmla="*/ 1519260 w 1519260"/>
              <a:gd name="csY2" fmla="*/ 336885 h 336885"/>
              <a:gd name="csX0" fmla="*/ 0 w 1519260"/>
              <a:gd name="csY0" fmla="*/ 256893 h 302521"/>
              <a:gd name="csX1" fmla="*/ 553138 w 1519260"/>
              <a:gd name="csY1" fmla="*/ 42 h 302521"/>
              <a:gd name="csX2" fmla="*/ 1519260 w 1519260"/>
              <a:gd name="csY2" fmla="*/ 302521 h 302521"/>
              <a:gd name="csX3" fmla="*/ 756114 w 1519260"/>
              <a:gd name="csY3" fmla="*/ 302521 h 302521"/>
              <a:gd name="csX4" fmla="*/ 0 w 1519260"/>
              <a:gd name="csY4" fmla="*/ 256893 h 302521"/>
              <a:gd name="csX0" fmla="*/ 0 w 1519260"/>
              <a:gd name="csY0" fmla="*/ 291268 h 302521"/>
              <a:gd name="csX1" fmla="*/ 738768 w 1519260"/>
              <a:gd name="csY1" fmla="*/ 41293 h 302521"/>
              <a:gd name="csX2" fmla="*/ 1519260 w 1519260"/>
              <a:gd name="csY2" fmla="*/ 302521 h 30252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519260" h="302521" stroke="0" extrusionOk="0">
                <a:moveTo>
                  <a:pt x="0" y="256893"/>
                </a:moveTo>
                <a:cubicBezTo>
                  <a:pt x="52198" y="88330"/>
                  <a:pt x="167775" y="-2222"/>
                  <a:pt x="553138" y="42"/>
                </a:cubicBezTo>
                <a:cubicBezTo>
                  <a:pt x="970615" y="2494"/>
                  <a:pt x="1519260" y="118213"/>
                  <a:pt x="1519260" y="302521"/>
                </a:cubicBezTo>
                <a:lnTo>
                  <a:pt x="756114" y="302521"/>
                </a:lnTo>
                <a:lnTo>
                  <a:pt x="0" y="256893"/>
                </a:lnTo>
                <a:close/>
              </a:path>
              <a:path w="1519260" h="302521" fill="none">
                <a:moveTo>
                  <a:pt x="0" y="291268"/>
                </a:moveTo>
                <a:cubicBezTo>
                  <a:pt x="52198" y="122705"/>
                  <a:pt x="353405" y="39029"/>
                  <a:pt x="738768" y="41293"/>
                </a:cubicBezTo>
                <a:cubicBezTo>
                  <a:pt x="1135620" y="98747"/>
                  <a:pt x="1519260" y="118213"/>
                  <a:pt x="1519260" y="302521"/>
                </a:cubicBezTo>
              </a:path>
            </a:pathLst>
          </a:custGeom>
          <a:ln>
            <a:solidFill>
              <a:schemeClr val="tx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270560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92A7C7-1B72-35DF-6D3E-E46B511008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4">
            <a:extLst>
              <a:ext uri="{FF2B5EF4-FFF2-40B4-BE49-F238E27FC236}">
                <a16:creationId xmlns:a16="http://schemas.microsoft.com/office/drawing/2014/main" id="{29C26A2E-E826-7874-9966-046BBB814B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16659" y="4125192"/>
            <a:ext cx="2721325" cy="5867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5" name="Picture 64">
            <a:extLst>
              <a:ext uri="{FF2B5EF4-FFF2-40B4-BE49-F238E27FC236}">
                <a16:creationId xmlns:a16="http://schemas.microsoft.com/office/drawing/2014/main" id="{DFE3FB32-53C6-AAB9-8D95-CF5DD29740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16659" y="3238197"/>
            <a:ext cx="4294700" cy="625910"/>
          </a:xfrm>
          <a:prstGeom prst="rect">
            <a:avLst/>
          </a:prstGeom>
        </p:spPr>
      </p:pic>
      <p:pic>
        <p:nvPicPr>
          <p:cNvPr id="3074" name="Picture 2">
            <a:extLst>
              <a:ext uri="{FF2B5EF4-FFF2-40B4-BE49-F238E27FC236}">
                <a16:creationId xmlns:a16="http://schemas.microsoft.com/office/drawing/2014/main" id="{3EC0C70F-9CF2-0E86-3758-84939BA34A6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189" b="16953"/>
          <a:stretch>
            <a:fillRect/>
          </a:stretch>
        </p:blipFill>
        <p:spPr bwMode="auto">
          <a:xfrm>
            <a:off x="7140485" y="1113781"/>
            <a:ext cx="1787623" cy="11951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Why Use Python? - Full Stack Python">
            <a:extLst>
              <a:ext uri="{FF2B5EF4-FFF2-40B4-BE49-F238E27FC236}">
                <a16:creationId xmlns:a16="http://schemas.microsoft.com/office/drawing/2014/main" id="{AA72F094-F581-BF10-45C0-AB281CE70D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16659" y="2415614"/>
            <a:ext cx="2194195" cy="7146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90958E05-8690-718D-BDAF-EA90AB5F3FA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10498" y="1882054"/>
            <a:ext cx="6391275" cy="4486275"/>
          </a:xfrm>
          <a:prstGeom prst="rect">
            <a:avLst/>
          </a:prstGeom>
        </p:spPr>
      </p:pic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F221E529-F078-2F61-1B5E-5452CFCA0699}"/>
              </a:ext>
            </a:extLst>
          </p:cNvPr>
          <p:cNvCxnSpPr>
            <a:cxnSpLocks/>
            <a:stCxn id="3076" idx="1"/>
          </p:cNvCxnSpPr>
          <p:nvPr/>
        </p:nvCxnSpPr>
        <p:spPr>
          <a:xfrm flipH="1">
            <a:off x="4228241" y="2772939"/>
            <a:ext cx="2988418" cy="173799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D8DCA67C-68B4-381D-E2E0-652267B5025F}"/>
              </a:ext>
            </a:extLst>
          </p:cNvPr>
          <p:cNvCxnSpPr>
            <a:cxnSpLocks/>
            <a:stCxn id="3076" idx="1"/>
          </p:cNvCxnSpPr>
          <p:nvPr/>
        </p:nvCxnSpPr>
        <p:spPr>
          <a:xfrm flipH="1">
            <a:off x="2254016" y="2772939"/>
            <a:ext cx="4962643" cy="173799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086EC46F-BCEF-A848-806D-009848976D5A}"/>
              </a:ext>
            </a:extLst>
          </p:cNvPr>
          <p:cNvSpPr/>
          <p:nvPr/>
        </p:nvSpPr>
        <p:spPr>
          <a:xfrm flipH="1">
            <a:off x="1953111" y="1882054"/>
            <a:ext cx="687519" cy="416057"/>
          </a:xfrm>
          <a:custGeom>
            <a:avLst/>
            <a:gdLst>
              <a:gd name="csX0" fmla="*/ 2074117 w 4129925"/>
              <a:gd name="csY0" fmla="*/ 569749 h 2225772"/>
              <a:gd name="csX1" fmla="*/ 2074117 w 4129925"/>
              <a:gd name="csY1" fmla="*/ 820228 h 2225772"/>
              <a:gd name="csX2" fmla="*/ 534486 w 4129925"/>
              <a:gd name="csY2" fmla="*/ 829206 h 2225772"/>
              <a:gd name="csX3" fmla="*/ 2074117 w 4129925"/>
              <a:gd name="csY3" fmla="*/ 569746 h 2225772"/>
              <a:gd name="csX4" fmla="*/ 4016026 w 4129925"/>
              <a:gd name="csY4" fmla="*/ 1267368 h 2225772"/>
              <a:gd name="csX5" fmla="*/ 4021693 w 4129925"/>
              <a:gd name="csY5" fmla="*/ 1367130 h 2225772"/>
              <a:gd name="csX6" fmla="*/ 4028246 w 4129925"/>
              <a:gd name="csY6" fmla="*/ 1482361 h 2225772"/>
              <a:gd name="csX7" fmla="*/ 4033624 w 4129925"/>
              <a:gd name="csY7" fmla="*/ 1522870 h 2225772"/>
              <a:gd name="csX8" fmla="*/ 4052927 w 4129925"/>
              <a:gd name="csY8" fmla="*/ 1630715 h 2225772"/>
              <a:gd name="csX9" fmla="*/ 4071574 w 4129925"/>
              <a:gd name="csY9" fmla="*/ 2011658 h 2225772"/>
              <a:gd name="csX10" fmla="*/ 4058854 w 4129925"/>
              <a:gd name="csY10" fmla="*/ 2040618 h 2225772"/>
              <a:gd name="csX11" fmla="*/ 3993550 w 4129925"/>
              <a:gd name="csY11" fmla="*/ 2109648 h 2225772"/>
              <a:gd name="csX12" fmla="*/ 3973355 w 4129925"/>
              <a:gd name="csY12" fmla="*/ 2117043 h 2225772"/>
              <a:gd name="csX13" fmla="*/ 3927401 w 4129925"/>
              <a:gd name="csY13" fmla="*/ 2130630 h 2225772"/>
              <a:gd name="csX14" fmla="*/ 3927355 w 4129925"/>
              <a:gd name="csY14" fmla="*/ 2130630 h 2225772"/>
              <a:gd name="csX15" fmla="*/ 3922325 w 4129925"/>
              <a:gd name="csY15" fmla="*/ 2129747 h 2225772"/>
              <a:gd name="csX16" fmla="*/ 3939834 w 4129925"/>
              <a:gd name="csY16" fmla="*/ 2103935 h 2225772"/>
              <a:gd name="csX17" fmla="*/ 3983348 w 4129925"/>
              <a:gd name="csY17" fmla="*/ 2043359 h 2225772"/>
              <a:gd name="csX18" fmla="*/ 4000795 w 4129925"/>
              <a:gd name="csY18" fmla="*/ 1975453 h 2225772"/>
              <a:gd name="csX19" fmla="*/ 3970359 w 4129925"/>
              <a:gd name="csY19" fmla="*/ 1890778 h 2225772"/>
              <a:gd name="csX20" fmla="*/ 3890549 w 4129925"/>
              <a:gd name="csY20" fmla="*/ 1860374 h 2225772"/>
              <a:gd name="csX21" fmla="*/ 3866616 w 4129925"/>
              <a:gd name="csY21" fmla="*/ 1856725 h 2225772"/>
              <a:gd name="csX22" fmla="*/ 3863339 w 4129925"/>
              <a:gd name="csY22" fmla="*/ 1798846 h 2225772"/>
              <a:gd name="csX23" fmla="*/ 3852042 w 4129925"/>
              <a:gd name="csY23" fmla="*/ 1712039 h 2225772"/>
              <a:gd name="csX24" fmla="*/ 3833282 w 4129925"/>
              <a:gd name="csY24" fmla="*/ 1611560 h 2225772"/>
              <a:gd name="csX25" fmla="*/ 3867869 w 4129925"/>
              <a:gd name="csY25" fmla="*/ 1572227 h 2225772"/>
              <a:gd name="csX26" fmla="*/ 3867878 w 4129925"/>
              <a:gd name="csY26" fmla="*/ 1572227 h 2225772"/>
              <a:gd name="csX27" fmla="*/ 3869383 w 4129925"/>
              <a:gd name="csY27" fmla="*/ 1572569 h 2225772"/>
              <a:gd name="csX28" fmla="*/ 3874189 w 4129925"/>
              <a:gd name="csY28" fmla="*/ 1585716 h 2225772"/>
              <a:gd name="csX29" fmla="*/ 3917319 w 4129925"/>
              <a:gd name="csY29" fmla="*/ 1627751 h 2225772"/>
              <a:gd name="csX30" fmla="*/ 3917324 w 4129925"/>
              <a:gd name="csY30" fmla="*/ 1627751 h 2225772"/>
              <a:gd name="csX31" fmla="*/ 3938576 w 4129925"/>
              <a:gd name="csY31" fmla="*/ 1615618 h 2225772"/>
              <a:gd name="csX32" fmla="*/ 3960310 w 4129925"/>
              <a:gd name="csY32" fmla="*/ 1569805 h 2225772"/>
              <a:gd name="csX33" fmla="*/ 3969784 w 4129925"/>
              <a:gd name="csY33" fmla="*/ 1504015 h 2225772"/>
              <a:gd name="csX34" fmla="*/ 3980329 w 4129925"/>
              <a:gd name="csY34" fmla="*/ 1443486 h 2225772"/>
              <a:gd name="csX35" fmla="*/ 3990346 w 4129925"/>
              <a:gd name="csY35" fmla="*/ 1385588 h 2225772"/>
              <a:gd name="csX36" fmla="*/ 4000356 w 4129925"/>
              <a:gd name="csY36" fmla="*/ 1322429 h 2225772"/>
              <a:gd name="csX37" fmla="*/ 4012512 w 4129925"/>
              <a:gd name="csY37" fmla="*/ 1272422 h 2225772"/>
              <a:gd name="csX38" fmla="*/ 4016024 w 4129925"/>
              <a:gd name="csY38" fmla="*/ 1267362 h 2225772"/>
              <a:gd name="csX39" fmla="*/ 3411761 w 4129925"/>
              <a:gd name="csY39" fmla="*/ 2 h 2225772"/>
              <a:gd name="csX40" fmla="*/ 3410794 w 4129925"/>
              <a:gd name="csY40" fmla="*/ 3 h 2225772"/>
              <a:gd name="csX41" fmla="*/ 3371557 w 4129925"/>
              <a:gd name="csY41" fmla="*/ 2330 h 2225772"/>
              <a:gd name="csX42" fmla="*/ 3331945 w 4129925"/>
              <a:gd name="csY42" fmla="*/ 9419 h 2225772"/>
              <a:gd name="csX43" fmla="*/ 3323041 w 4129925"/>
              <a:gd name="csY43" fmla="*/ 11853 h 2225772"/>
              <a:gd name="csX44" fmla="*/ 3221986 w 4129925"/>
              <a:gd name="csY44" fmla="*/ 68775 h 2225772"/>
              <a:gd name="csX45" fmla="*/ 3186835 w 4129925"/>
              <a:gd name="csY45" fmla="*/ 118089 h 2225772"/>
              <a:gd name="csX46" fmla="*/ 3169629 w 4129925"/>
              <a:gd name="csY46" fmla="*/ 192060 h 2225772"/>
              <a:gd name="csX47" fmla="*/ 3178142 w 4129925"/>
              <a:gd name="csY47" fmla="*/ 227371 h 2225772"/>
              <a:gd name="csX48" fmla="*/ 3180002 w 4129925"/>
              <a:gd name="csY48" fmla="*/ 230235 h 2225772"/>
              <a:gd name="csX49" fmla="*/ 3177730 w 4129925"/>
              <a:gd name="csY49" fmla="*/ 235426 h 2225772"/>
              <a:gd name="csX50" fmla="*/ 3157438 w 4129925"/>
              <a:gd name="csY50" fmla="*/ 275758 h 2225772"/>
              <a:gd name="csX51" fmla="*/ 3130884 w 4129925"/>
              <a:gd name="csY51" fmla="*/ 331947 h 2225772"/>
              <a:gd name="csX52" fmla="*/ 3130047 w 4129925"/>
              <a:gd name="csY52" fmla="*/ 350210 h 2225772"/>
              <a:gd name="csX53" fmla="*/ 3148963 w 4129925"/>
              <a:gd name="csY53" fmla="*/ 361222 h 2225772"/>
              <a:gd name="csX54" fmla="*/ 3158116 w 4129925"/>
              <a:gd name="csY54" fmla="*/ 363004 h 2225772"/>
              <a:gd name="csX55" fmla="*/ 3158141 w 4129925"/>
              <a:gd name="csY55" fmla="*/ 363004 h 2225772"/>
              <a:gd name="csX56" fmla="*/ 3159593 w 4129925"/>
              <a:gd name="csY56" fmla="*/ 362950 h 2225772"/>
              <a:gd name="csX57" fmla="*/ 3164753 w 4129925"/>
              <a:gd name="csY57" fmla="*/ 362779 h 2225772"/>
              <a:gd name="csX58" fmla="*/ 3164841 w 4129925"/>
              <a:gd name="csY58" fmla="*/ 362779 h 2225772"/>
              <a:gd name="csX59" fmla="*/ 3176525 w 4129925"/>
              <a:gd name="csY59" fmla="*/ 366035 h 2225772"/>
              <a:gd name="csX60" fmla="*/ 3177992 w 4129925"/>
              <a:gd name="csY60" fmla="*/ 376803 h 2225772"/>
              <a:gd name="csX61" fmla="*/ 3177475 w 4129925"/>
              <a:gd name="csY61" fmla="*/ 384340 h 2225772"/>
              <a:gd name="csX62" fmla="*/ 3174531 w 4129925"/>
              <a:gd name="csY62" fmla="*/ 394556 h 2225772"/>
              <a:gd name="csX63" fmla="*/ 3171879 w 4129925"/>
              <a:gd name="csY63" fmla="*/ 405496 h 2225772"/>
              <a:gd name="csX64" fmla="*/ 3184634 w 4129925"/>
              <a:gd name="csY64" fmla="*/ 416836 h 2225772"/>
              <a:gd name="csX65" fmla="*/ 3188509 w 4129925"/>
              <a:gd name="csY65" fmla="*/ 419157 h 2225772"/>
              <a:gd name="csX66" fmla="*/ 3184968 w 4129925"/>
              <a:gd name="csY66" fmla="*/ 428120 h 2225772"/>
              <a:gd name="csX67" fmla="*/ 3181482 w 4129925"/>
              <a:gd name="csY67" fmla="*/ 437609 h 2225772"/>
              <a:gd name="csX68" fmla="*/ 3189248 w 4129925"/>
              <a:gd name="csY68" fmla="*/ 445282 h 2225772"/>
              <a:gd name="csX69" fmla="*/ 3201815 w 4129925"/>
              <a:gd name="csY69" fmla="*/ 460622 h 2225772"/>
              <a:gd name="csX70" fmla="*/ 3201009 w 4129925"/>
              <a:gd name="csY70" fmla="*/ 477805 h 2225772"/>
              <a:gd name="csX71" fmla="*/ 3201861 w 4129925"/>
              <a:gd name="csY71" fmla="*/ 510903 h 2225772"/>
              <a:gd name="csX72" fmla="*/ 3228305 w 4129925"/>
              <a:gd name="csY72" fmla="*/ 530856 h 2225772"/>
              <a:gd name="csX73" fmla="*/ 3242423 w 4129925"/>
              <a:gd name="csY73" fmla="*/ 533221 h 2225772"/>
              <a:gd name="csX74" fmla="*/ 3246931 w 4129925"/>
              <a:gd name="csY74" fmla="*/ 533510 h 2225772"/>
              <a:gd name="csX75" fmla="*/ 3288120 w 4129925"/>
              <a:gd name="csY75" fmla="*/ 525669 h 2225772"/>
              <a:gd name="csX76" fmla="*/ 3329255 w 4129925"/>
              <a:gd name="csY76" fmla="*/ 517789 h 2225772"/>
              <a:gd name="csX77" fmla="*/ 3331523 w 4129925"/>
              <a:gd name="csY77" fmla="*/ 519496 h 2225772"/>
              <a:gd name="csX78" fmla="*/ 3343948 w 4129925"/>
              <a:gd name="csY78" fmla="*/ 535843 h 2225772"/>
              <a:gd name="csX79" fmla="*/ 3351257 w 4129925"/>
              <a:gd name="csY79" fmla="*/ 550312 h 2225772"/>
              <a:gd name="csX80" fmla="*/ 3351193 w 4129925"/>
              <a:gd name="csY80" fmla="*/ 550312 h 2225772"/>
              <a:gd name="csX81" fmla="*/ 3346611 w 4129925"/>
              <a:gd name="csY81" fmla="*/ 552554 h 2225772"/>
              <a:gd name="csX82" fmla="*/ 3346675 w 4129925"/>
              <a:gd name="csY82" fmla="*/ 552554 h 2225772"/>
              <a:gd name="csX83" fmla="*/ 3348345 w 4129925"/>
              <a:gd name="csY83" fmla="*/ 555170 h 2225772"/>
              <a:gd name="csX84" fmla="*/ 3352652 w 4129925"/>
              <a:gd name="csY84" fmla="*/ 590945 h 2225772"/>
              <a:gd name="csX85" fmla="*/ 3309311 w 4129925"/>
              <a:gd name="csY85" fmla="*/ 767288 h 2225772"/>
              <a:gd name="csX86" fmla="*/ 3285537 w 4129925"/>
              <a:gd name="csY86" fmla="*/ 870986 h 2225772"/>
              <a:gd name="csX87" fmla="*/ 3247926 w 4129925"/>
              <a:gd name="csY87" fmla="*/ 968389 h 2225772"/>
              <a:gd name="csX88" fmla="*/ 3227425 w 4129925"/>
              <a:gd name="csY88" fmla="*/ 1127857 h 2225772"/>
              <a:gd name="csX89" fmla="*/ 3221650 w 4129925"/>
              <a:gd name="csY89" fmla="*/ 1177330 h 2225772"/>
              <a:gd name="csX90" fmla="*/ 3214820 w 4129925"/>
              <a:gd name="csY90" fmla="*/ 1233644 h 2225772"/>
              <a:gd name="csX91" fmla="*/ 3211704 w 4129925"/>
              <a:gd name="csY91" fmla="*/ 1283638 h 2225772"/>
              <a:gd name="csX92" fmla="*/ 3164907 w 4129925"/>
              <a:gd name="csY92" fmla="*/ 1282127 h 2225772"/>
              <a:gd name="csX93" fmla="*/ 3148539 w 4129925"/>
              <a:gd name="csY93" fmla="*/ 1281840 h 2225772"/>
              <a:gd name="csX94" fmla="*/ 3147979 w 4129925"/>
              <a:gd name="csY94" fmla="*/ 1281840 h 2225772"/>
              <a:gd name="csX95" fmla="*/ 3110144 w 4129925"/>
              <a:gd name="csY95" fmla="*/ 1287469 h 2225772"/>
              <a:gd name="csX96" fmla="*/ 3069743 w 4129925"/>
              <a:gd name="csY96" fmla="*/ 1295947 h 2225772"/>
              <a:gd name="csX97" fmla="*/ 3057352 w 4129925"/>
              <a:gd name="csY97" fmla="*/ 1296319 h 2225772"/>
              <a:gd name="csX98" fmla="*/ 3057142 w 4129925"/>
              <a:gd name="csY98" fmla="*/ 1296319 h 2225772"/>
              <a:gd name="csX99" fmla="*/ 2975030 w 4129925"/>
              <a:gd name="csY99" fmla="*/ 1255567 h 2225772"/>
              <a:gd name="csX100" fmla="*/ 2932459 w 4129925"/>
              <a:gd name="csY100" fmla="*/ 1234581 h 2225772"/>
              <a:gd name="csX101" fmla="*/ 2902130 w 4129925"/>
              <a:gd name="csY101" fmla="*/ 1222522 h 2225772"/>
              <a:gd name="csX102" fmla="*/ 2886664 w 4129925"/>
              <a:gd name="csY102" fmla="*/ 1220078 h 2225772"/>
              <a:gd name="csX103" fmla="*/ 2886527 w 4129925"/>
              <a:gd name="csY103" fmla="*/ 1220078 h 2225772"/>
              <a:gd name="csX104" fmla="*/ 2872882 w 4129925"/>
              <a:gd name="csY104" fmla="*/ 1220987 h 2225772"/>
              <a:gd name="csX105" fmla="*/ 2812803 w 4129925"/>
              <a:gd name="csY105" fmla="*/ 1227388 h 2225772"/>
              <a:gd name="csX106" fmla="*/ 2757006 w 4129925"/>
              <a:gd name="csY106" fmla="*/ 1252200 h 2225772"/>
              <a:gd name="csX107" fmla="*/ 2741087 w 4129925"/>
              <a:gd name="csY107" fmla="*/ 1275377 h 2225772"/>
              <a:gd name="csX108" fmla="*/ 2733611 w 4129925"/>
              <a:gd name="csY108" fmla="*/ 1284900 h 2225772"/>
              <a:gd name="csX109" fmla="*/ 2498750 w 4129925"/>
              <a:gd name="csY109" fmla="*/ 1276646 h 2225772"/>
              <a:gd name="csX110" fmla="*/ 2495909 w 4129925"/>
              <a:gd name="csY110" fmla="*/ 817827 h 2225772"/>
              <a:gd name="csX111" fmla="*/ 2107695 w 4129925"/>
              <a:gd name="csY111" fmla="*/ 820091 h 2225772"/>
              <a:gd name="csX112" fmla="*/ 2107695 w 4129925"/>
              <a:gd name="csY112" fmla="*/ 564144 h 2225772"/>
              <a:gd name="csX113" fmla="*/ 2510630 w 4129925"/>
              <a:gd name="csY113" fmla="*/ 496239 h 2225772"/>
              <a:gd name="csX114" fmla="*/ 2501996 w 4129925"/>
              <a:gd name="csY114" fmla="*/ 441479 h 2225772"/>
              <a:gd name="csX115" fmla="*/ 2501873 w 4129925"/>
              <a:gd name="csY115" fmla="*/ 440762 h 2225772"/>
              <a:gd name="csX116" fmla="*/ 184473 w 4129925"/>
              <a:gd name="csY116" fmla="*/ 831302 h 2225772"/>
              <a:gd name="csX117" fmla="*/ 3173 w 4129925"/>
              <a:gd name="csY117" fmla="*/ 832359 h 2225772"/>
              <a:gd name="csX118" fmla="*/ 0 w 4129925"/>
              <a:gd name="csY118" fmla="*/ 832379 h 2225772"/>
              <a:gd name="csX119" fmla="*/ 4301 w 4129925"/>
              <a:gd name="csY119" fmla="*/ 1527099 h 2225772"/>
              <a:gd name="csX120" fmla="*/ 94600 w 4129925"/>
              <a:gd name="csY120" fmla="*/ 1526556 h 2225772"/>
              <a:gd name="csX121" fmla="*/ 101106 w 4129925"/>
              <a:gd name="csY121" fmla="*/ 2225773 h 2225772"/>
              <a:gd name="csX122" fmla="*/ 205667 w 4129925"/>
              <a:gd name="csY122" fmla="*/ 2225773 h 2225772"/>
              <a:gd name="csX123" fmla="*/ 199347 w 4129925"/>
              <a:gd name="csY123" fmla="*/ 1525929 h 2225772"/>
              <a:gd name="csX124" fmla="*/ 369454 w 4129925"/>
              <a:gd name="csY124" fmla="*/ 1524906 h 2225772"/>
              <a:gd name="csX125" fmla="*/ 368885 w 4129925"/>
              <a:gd name="csY125" fmla="*/ 1672268 h 2225772"/>
              <a:gd name="csX126" fmla="*/ 370087 w 4129925"/>
              <a:gd name="csY126" fmla="*/ 1673522 h 2225772"/>
              <a:gd name="csX127" fmla="*/ 371356 w 4129925"/>
              <a:gd name="csY127" fmla="*/ 1673446 h 2225772"/>
              <a:gd name="csX128" fmla="*/ 1373258 w 4129925"/>
              <a:gd name="csY128" fmla="*/ 1677217 h 2225772"/>
              <a:gd name="csX129" fmla="*/ 1375394 w 4129925"/>
              <a:gd name="csY129" fmla="*/ 1907768 h 2225772"/>
              <a:gd name="csX130" fmla="*/ 1378339 w 4129925"/>
              <a:gd name="csY130" fmla="*/ 2225769 h 2225772"/>
              <a:gd name="csX131" fmla="*/ 1469037 w 4129925"/>
              <a:gd name="csY131" fmla="*/ 2225769 h 2225772"/>
              <a:gd name="csX132" fmla="*/ 1470049 w 4129925"/>
              <a:gd name="csY132" fmla="*/ 1909733 h 2225772"/>
              <a:gd name="csX133" fmla="*/ 1470952 w 4129925"/>
              <a:gd name="csY133" fmla="*/ 1677584 h 2225772"/>
              <a:gd name="csX134" fmla="*/ 1470973 w 4129925"/>
              <a:gd name="csY134" fmla="*/ 1677584 h 2225772"/>
              <a:gd name="csX135" fmla="*/ 1905873 w 4129925"/>
              <a:gd name="csY135" fmla="*/ 1679221 h 2225772"/>
              <a:gd name="csX136" fmla="*/ 1906313 w 4129925"/>
              <a:gd name="csY136" fmla="*/ 1565308 h 2225772"/>
              <a:gd name="csX137" fmla="*/ 1906339 w 4129925"/>
              <a:gd name="csY137" fmla="*/ 1565308 h 2225772"/>
              <a:gd name="csX138" fmla="*/ 2189536 w 4129925"/>
              <a:gd name="csY138" fmla="*/ 1566651 h 2225772"/>
              <a:gd name="csX139" fmla="*/ 2189536 w 4129925"/>
              <a:gd name="csY139" fmla="*/ 1566651 h 2225772"/>
              <a:gd name="csX140" fmla="*/ 2195360 w 4129925"/>
              <a:gd name="csY140" fmla="*/ 1907621 h 2225772"/>
              <a:gd name="csX141" fmla="*/ 2197322 w 4129925"/>
              <a:gd name="csY141" fmla="*/ 2225764 h 2225772"/>
              <a:gd name="csX142" fmla="*/ 2287935 w 4129925"/>
              <a:gd name="csY142" fmla="*/ 2225764 h 2225772"/>
              <a:gd name="csX143" fmla="*/ 2288952 w 4129925"/>
              <a:gd name="csY143" fmla="*/ 1909585 h 2225772"/>
              <a:gd name="csX144" fmla="*/ 2294292 w 4129925"/>
              <a:gd name="csY144" fmla="*/ 1567018 h 2225772"/>
              <a:gd name="csX145" fmla="*/ 2621854 w 4129925"/>
              <a:gd name="csY145" fmla="*/ 1563909 h 2225772"/>
              <a:gd name="csX146" fmla="*/ 2945518 w 4129925"/>
              <a:gd name="csY146" fmla="*/ 1560065 h 2225772"/>
              <a:gd name="csX147" fmla="*/ 2945554 w 4129925"/>
              <a:gd name="csY147" fmla="*/ 1560065 h 2225772"/>
              <a:gd name="csX148" fmla="*/ 2984580 w 4129925"/>
              <a:gd name="csY148" fmla="*/ 1561453 h 2225772"/>
              <a:gd name="csX149" fmla="*/ 3007820 w 4129925"/>
              <a:gd name="csY149" fmla="*/ 1561950 h 2225772"/>
              <a:gd name="csX150" fmla="*/ 3012774 w 4129925"/>
              <a:gd name="csY150" fmla="*/ 1422304 h 2225772"/>
              <a:gd name="csX151" fmla="*/ 3012811 w 4129925"/>
              <a:gd name="csY151" fmla="*/ 1422304 h 2225772"/>
              <a:gd name="csX152" fmla="*/ 3030067 w 4129925"/>
              <a:gd name="csY152" fmla="*/ 1449127 h 2225772"/>
              <a:gd name="csX153" fmla="*/ 3060957 w 4129925"/>
              <a:gd name="csY153" fmla="*/ 1480655 h 2225772"/>
              <a:gd name="csX154" fmla="*/ 3099261 w 4129925"/>
              <a:gd name="csY154" fmla="*/ 1492177 h 2225772"/>
              <a:gd name="csX155" fmla="*/ 3112552 w 4129925"/>
              <a:gd name="csY155" fmla="*/ 1502681 h 2225772"/>
              <a:gd name="csX156" fmla="*/ 3112612 w 4129925"/>
              <a:gd name="csY156" fmla="*/ 1502681 h 2225772"/>
              <a:gd name="csX157" fmla="*/ 3126402 w 4129925"/>
              <a:gd name="csY157" fmla="*/ 1507398 h 2225772"/>
              <a:gd name="csX158" fmla="*/ 3083370 w 4129925"/>
              <a:gd name="csY158" fmla="*/ 1534295 h 2225772"/>
              <a:gd name="csX159" fmla="*/ 3052025 w 4129925"/>
              <a:gd name="csY159" fmla="*/ 1553812 h 2225772"/>
              <a:gd name="csX160" fmla="*/ 2982978 w 4129925"/>
              <a:gd name="csY160" fmla="*/ 1608111 h 2225772"/>
              <a:gd name="csX161" fmla="*/ 2961199 w 4129925"/>
              <a:gd name="csY161" fmla="*/ 1623929 h 2225772"/>
              <a:gd name="csX162" fmla="*/ 2887309 w 4129925"/>
              <a:gd name="csY162" fmla="*/ 1639823 h 2225772"/>
              <a:gd name="csX163" fmla="*/ 2813934 w 4129925"/>
              <a:gd name="csY163" fmla="*/ 1645191 h 2225772"/>
              <a:gd name="csX164" fmla="*/ 2717714 w 4129925"/>
              <a:gd name="csY164" fmla="*/ 1663749 h 2225772"/>
              <a:gd name="csX165" fmla="*/ 2497107 w 4129925"/>
              <a:gd name="csY165" fmla="*/ 1714060 h 2225772"/>
              <a:gd name="csX166" fmla="*/ 2449329 w 4129925"/>
              <a:gd name="csY166" fmla="*/ 1767803 h 2225772"/>
              <a:gd name="csX167" fmla="*/ 2440379 w 4129925"/>
              <a:gd name="csY167" fmla="*/ 1828330 h 2225772"/>
              <a:gd name="csX168" fmla="*/ 2474017 w 4129925"/>
              <a:gd name="csY168" fmla="*/ 1920368 h 2225772"/>
              <a:gd name="csX169" fmla="*/ 2497464 w 4129925"/>
              <a:gd name="csY169" fmla="*/ 1954536 h 2225772"/>
              <a:gd name="csX170" fmla="*/ 2508680 w 4129925"/>
              <a:gd name="csY170" fmla="*/ 1987671 h 2225772"/>
              <a:gd name="csX171" fmla="*/ 2527370 w 4129925"/>
              <a:gd name="csY171" fmla="*/ 2040264 h 2225772"/>
              <a:gd name="csX172" fmla="*/ 2566333 w 4129925"/>
              <a:gd name="csY172" fmla="*/ 2136503 h 2225772"/>
              <a:gd name="csX173" fmla="*/ 2601539 w 4129925"/>
              <a:gd name="csY173" fmla="*/ 2210647 h 2225772"/>
              <a:gd name="csX174" fmla="*/ 2609296 w 4129925"/>
              <a:gd name="csY174" fmla="*/ 2225766 h 2225772"/>
              <a:gd name="csX175" fmla="*/ 2937540 w 4129925"/>
              <a:gd name="csY175" fmla="*/ 2225766 h 2225772"/>
              <a:gd name="csX176" fmla="*/ 2938144 w 4129925"/>
              <a:gd name="csY176" fmla="*/ 2211736 h 2225772"/>
              <a:gd name="csX177" fmla="*/ 2929022 w 4129925"/>
              <a:gd name="csY177" fmla="*/ 2156497 h 2225772"/>
              <a:gd name="csX178" fmla="*/ 2911937 w 4129925"/>
              <a:gd name="csY178" fmla="*/ 2110742 h 2225772"/>
              <a:gd name="csX179" fmla="*/ 2886845 w 4129925"/>
              <a:gd name="csY179" fmla="*/ 2043950 h 2225772"/>
              <a:gd name="csX180" fmla="*/ 2874090 w 4129925"/>
              <a:gd name="csY180" fmla="*/ 1995960 h 2225772"/>
              <a:gd name="csX181" fmla="*/ 2874149 w 4129925"/>
              <a:gd name="csY181" fmla="*/ 1995960 h 2225772"/>
              <a:gd name="csX182" fmla="*/ 2889979 w 4129925"/>
              <a:gd name="csY182" fmla="*/ 2005532 h 2225772"/>
              <a:gd name="csX183" fmla="*/ 2922489 w 4129925"/>
              <a:gd name="csY183" fmla="*/ 2018128 h 2225772"/>
              <a:gd name="csX184" fmla="*/ 2922682 w 4129925"/>
              <a:gd name="csY184" fmla="*/ 2018128 h 2225772"/>
              <a:gd name="csX185" fmla="*/ 2953807 w 4129925"/>
              <a:gd name="csY185" fmla="*/ 2016491 h 2225772"/>
              <a:gd name="csX186" fmla="*/ 2999312 w 4129925"/>
              <a:gd name="csY186" fmla="*/ 2015506 h 2225772"/>
              <a:gd name="csX187" fmla="*/ 3002141 w 4129925"/>
              <a:gd name="csY187" fmla="*/ 2015504 h 2225772"/>
              <a:gd name="csX188" fmla="*/ 3098448 w 4129925"/>
              <a:gd name="csY188" fmla="*/ 2017332 h 2225772"/>
              <a:gd name="csX189" fmla="*/ 3196296 w 4129925"/>
              <a:gd name="csY189" fmla="*/ 2020873 h 2225772"/>
              <a:gd name="csX190" fmla="*/ 3194742 w 4129925"/>
              <a:gd name="csY190" fmla="*/ 2048237 h 2225772"/>
              <a:gd name="csX191" fmla="*/ 3200130 w 4129925"/>
              <a:gd name="csY191" fmla="*/ 2095589 h 2225772"/>
              <a:gd name="csX192" fmla="*/ 3231572 w 4129925"/>
              <a:gd name="csY192" fmla="*/ 2144481 h 2225772"/>
              <a:gd name="csX193" fmla="*/ 3231578 w 4129925"/>
              <a:gd name="csY193" fmla="*/ 2144481 h 2225772"/>
              <a:gd name="csX194" fmla="*/ 3270959 w 4129925"/>
              <a:gd name="csY194" fmla="*/ 2165999 h 2225772"/>
              <a:gd name="csX195" fmla="*/ 3314598 w 4129925"/>
              <a:gd name="csY195" fmla="*/ 2185030 h 2225772"/>
              <a:gd name="csX196" fmla="*/ 3314654 w 4129925"/>
              <a:gd name="csY196" fmla="*/ 2185030 h 2225772"/>
              <a:gd name="csX197" fmla="*/ 3325756 w 4129925"/>
              <a:gd name="csY197" fmla="*/ 2183808 h 2225772"/>
              <a:gd name="csX198" fmla="*/ 3424653 w 4129925"/>
              <a:gd name="csY198" fmla="*/ 2177350 h 2225772"/>
              <a:gd name="csX199" fmla="*/ 3502819 w 4129925"/>
              <a:gd name="csY199" fmla="*/ 2175131 h 2225772"/>
              <a:gd name="csX200" fmla="*/ 3502862 w 4129925"/>
              <a:gd name="csY200" fmla="*/ 2204073 h 2225772"/>
              <a:gd name="csX201" fmla="*/ 3503913 w 4129925"/>
              <a:gd name="csY201" fmla="*/ 2225766 h 2225772"/>
              <a:gd name="csX202" fmla="*/ 3677691 w 4129925"/>
              <a:gd name="csY202" fmla="*/ 2225766 h 2225772"/>
              <a:gd name="csX203" fmla="*/ 3675174 w 4129925"/>
              <a:gd name="csY203" fmla="*/ 2215924 h 2225772"/>
              <a:gd name="csX204" fmla="*/ 3678870 w 4129925"/>
              <a:gd name="csY204" fmla="*/ 2175834 h 2225772"/>
              <a:gd name="csX205" fmla="*/ 3678941 w 4129925"/>
              <a:gd name="csY205" fmla="*/ 2175834 h 2225772"/>
              <a:gd name="csX206" fmla="*/ 3689473 w 4129925"/>
              <a:gd name="csY206" fmla="*/ 2176438 h 2225772"/>
              <a:gd name="csX207" fmla="*/ 3720356 w 4129925"/>
              <a:gd name="csY207" fmla="*/ 2204282 h 2225772"/>
              <a:gd name="csX208" fmla="*/ 3727449 w 4129925"/>
              <a:gd name="csY208" fmla="*/ 2225766 h 2225772"/>
              <a:gd name="csX209" fmla="*/ 3895056 w 4129925"/>
              <a:gd name="csY209" fmla="*/ 2225766 h 2225772"/>
              <a:gd name="csX210" fmla="*/ 3895332 w 4129925"/>
              <a:gd name="csY210" fmla="*/ 2221392 h 2225772"/>
              <a:gd name="csX211" fmla="*/ 3938872 w 4129925"/>
              <a:gd name="csY211" fmla="*/ 2178180 h 2225772"/>
              <a:gd name="csX212" fmla="*/ 3996268 w 4129925"/>
              <a:gd name="csY212" fmla="*/ 2155995 h 2225772"/>
              <a:gd name="csX213" fmla="*/ 4029750 w 4129925"/>
              <a:gd name="csY213" fmla="*/ 2143317 h 2225772"/>
              <a:gd name="csX214" fmla="*/ 4108864 w 4129925"/>
              <a:gd name="csY214" fmla="*/ 2063745 h 2225772"/>
              <a:gd name="csX215" fmla="*/ 4114163 w 4129925"/>
              <a:gd name="csY215" fmla="*/ 2051109 h 2225772"/>
              <a:gd name="csX216" fmla="*/ 4119457 w 4129925"/>
              <a:gd name="csY216" fmla="*/ 2035315 h 2225772"/>
              <a:gd name="csX217" fmla="*/ 4124750 w 4129925"/>
              <a:gd name="csY217" fmla="*/ 2019520 h 2225772"/>
              <a:gd name="csX218" fmla="*/ 4129924 w 4129925"/>
              <a:gd name="csY218" fmla="*/ 1922165 h 2225772"/>
              <a:gd name="csX219" fmla="*/ 4124460 w 4129925"/>
              <a:gd name="csY219" fmla="*/ 1824825 h 2225772"/>
              <a:gd name="csX220" fmla="*/ 4119066 w 4129925"/>
              <a:gd name="csY220" fmla="*/ 1772738 h 2225772"/>
              <a:gd name="csX221" fmla="*/ 4114201 w 4129925"/>
              <a:gd name="csY221" fmla="*/ 1719599 h 2225772"/>
              <a:gd name="csX222" fmla="*/ 4106685 w 4129925"/>
              <a:gd name="csY222" fmla="*/ 1672251 h 2225772"/>
              <a:gd name="csX223" fmla="*/ 4098068 w 4129925"/>
              <a:gd name="csY223" fmla="*/ 1598593 h 2225772"/>
              <a:gd name="csX224" fmla="*/ 4074996 w 4129925"/>
              <a:gd name="csY224" fmla="*/ 1459183 h 2225772"/>
              <a:gd name="csX225" fmla="*/ 4078459 w 4129925"/>
              <a:gd name="csY225" fmla="*/ 1285006 h 2225772"/>
              <a:gd name="csX226" fmla="*/ 4079900 w 4129925"/>
              <a:gd name="csY226" fmla="*/ 1181340 h 2225772"/>
              <a:gd name="csX227" fmla="*/ 4057024 w 4129925"/>
              <a:gd name="csY227" fmla="*/ 1174006 h 2225772"/>
              <a:gd name="csX228" fmla="*/ 4042100 w 4129925"/>
              <a:gd name="csY228" fmla="*/ 1151401 h 2225772"/>
              <a:gd name="csX229" fmla="*/ 4052665 w 4129925"/>
              <a:gd name="csY229" fmla="*/ 1104027 h 2225772"/>
              <a:gd name="csX230" fmla="*/ 4037105 w 4129925"/>
              <a:gd name="csY230" fmla="*/ 1010386 h 2225772"/>
              <a:gd name="csX231" fmla="*/ 4029065 w 4129925"/>
              <a:gd name="csY231" fmla="*/ 1009496 h 2225772"/>
              <a:gd name="csX232" fmla="*/ 4028995 w 4129925"/>
              <a:gd name="csY232" fmla="*/ 1009496 h 2225772"/>
              <a:gd name="csX233" fmla="*/ 3958442 w 4129925"/>
              <a:gd name="csY233" fmla="*/ 1035757 h 2225772"/>
              <a:gd name="csX234" fmla="*/ 3940268 w 4129925"/>
              <a:gd name="csY234" fmla="*/ 1047333 h 2225772"/>
              <a:gd name="csX235" fmla="*/ 3940264 w 4129925"/>
              <a:gd name="csY235" fmla="*/ 1047333 h 2225772"/>
              <a:gd name="csX236" fmla="*/ 3938784 w 4129925"/>
              <a:gd name="csY236" fmla="*/ 1046837 h 2225772"/>
              <a:gd name="csX237" fmla="*/ 3936071 w 4129925"/>
              <a:gd name="csY237" fmla="*/ 1010532 h 2225772"/>
              <a:gd name="csX238" fmla="*/ 3904978 w 4129925"/>
              <a:gd name="csY238" fmla="*/ 841136 h 2225772"/>
              <a:gd name="csX239" fmla="*/ 3847947 w 4129925"/>
              <a:gd name="csY239" fmla="*/ 752290 h 2225772"/>
              <a:gd name="csX240" fmla="*/ 3830361 w 4129925"/>
              <a:gd name="csY240" fmla="*/ 726532 h 2225772"/>
              <a:gd name="csX241" fmla="*/ 3716380 w 4129925"/>
              <a:gd name="csY241" fmla="*/ 602517 h 2225772"/>
              <a:gd name="csX242" fmla="*/ 3702537 w 4129925"/>
              <a:gd name="csY242" fmla="*/ 591487 h 2225772"/>
              <a:gd name="csX243" fmla="*/ 3680708 w 4129925"/>
              <a:gd name="csY243" fmla="*/ 574154 h 2225772"/>
              <a:gd name="csX244" fmla="*/ 3657790 w 4129925"/>
              <a:gd name="csY244" fmla="*/ 538932 h 2225772"/>
              <a:gd name="csX245" fmla="*/ 3639655 w 4129925"/>
              <a:gd name="csY245" fmla="*/ 501072 h 2225772"/>
              <a:gd name="csX246" fmla="*/ 3617560 w 4129925"/>
              <a:gd name="csY246" fmla="*/ 472305 h 2225772"/>
              <a:gd name="csX247" fmla="*/ 3617493 w 4129925"/>
              <a:gd name="csY247" fmla="*/ 472305 h 2225772"/>
              <a:gd name="csX248" fmla="*/ 3607170 w 4129925"/>
              <a:gd name="csY248" fmla="*/ 443804 h 2225772"/>
              <a:gd name="csX249" fmla="*/ 3602957 w 4129925"/>
              <a:gd name="csY249" fmla="*/ 431667 h 2225772"/>
              <a:gd name="csX250" fmla="*/ 3590944 w 4129925"/>
              <a:gd name="csY250" fmla="*/ 390488 h 2225772"/>
              <a:gd name="csX251" fmla="*/ 3591869 w 4129925"/>
              <a:gd name="csY251" fmla="*/ 347257 h 2225772"/>
              <a:gd name="csX252" fmla="*/ 3606957 w 4129925"/>
              <a:gd name="csY252" fmla="*/ 307604 h 2225772"/>
              <a:gd name="csX253" fmla="*/ 3624973 w 4129925"/>
              <a:gd name="csY253" fmla="*/ 250991 h 2225772"/>
              <a:gd name="csX254" fmla="*/ 3621784 w 4129925"/>
              <a:gd name="csY254" fmla="*/ 150989 h 2225772"/>
              <a:gd name="csX255" fmla="*/ 3574989 w 4129925"/>
              <a:gd name="csY255" fmla="*/ 62822 h 2225772"/>
              <a:gd name="csX256" fmla="*/ 3412823 w 4129925"/>
              <a:gd name="csY256" fmla="*/ 1 h 2225772"/>
              <a:gd name="csX257" fmla="*/ 3412560 w 4129925"/>
              <a:gd name="csY257" fmla="*/ 1 h 2225772"/>
              <a:gd name="csX258" fmla="*/ 3411752 w 4129925"/>
              <a:gd name="csY258" fmla="*/ 0 h 222577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  <a:cxn ang="0">
                <a:pos x="csX91" y="csY91"/>
              </a:cxn>
              <a:cxn ang="0">
                <a:pos x="csX92" y="csY92"/>
              </a:cxn>
              <a:cxn ang="0">
                <a:pos x="csX93" y="csY93"/>
              </a:cxn>
              <a:cxn ang="0">
                <a:pos x="csX94" y="csY94"/>
              </a:cxn>
              <a:cxn ang="0">
                <a:pos x="csX95" y="csY95"/>
              </a:cxn>
              <a:cxn ang="0">
                <a:pos x="csX96" y="csY96"/>
              </a:cxn>
              <a:cxn ang="0">
                <a:pos x="csX97" y="csY97"/>
              </a:cxn>
              <a:cxn ang="0">
                <a:pos x="csX98" y="csY98"/>
              </a:cxn>
              <a:cxn ang="0">
                <a:pos x="csX99" y="csY99"/>
              </a:cxn>
              <a:cxn ang="0">
                <a:pos x="csX100" y="csY100"/>
              </a:cxn>
              <a:cxn ang="0">
                <a:pos x="csX101" y="csY101"/>
              </a:cxn>
              <a:cxn ang="0">
                <a:pos x="csX102" y="csY102"/>
              </a:cxn>
              <a:cxn ang="0">
                <a:pos x="csX103" y="csY103"/>
              </a:cxn>
              <a:cxn ang="0">
                <a:pos x="csX104" y="csY104"/>
              </a:cxn>
              <a:cxn ang="0">
                <a:pos x="csX105" y="csY105"/>
              </a:cxn>
              <a:cxn ang="0">
                <a:pos x="csX106" y="csY106"/>
              </a:cxn>
              <a:cxn ang="0">
                <a:pos x="csX107" y="csY107"/>
              </a:cxn>
              <a:cxn ang="0">
                <a:pos x="csX108" y="csY108"/>
              </a:cxn>
              <a:cxn ang="0">
                <a:pos x="csX109" y="csY109"/>
              </a:cxn>
              <a:cxn ang="0">
                <a:pos x="csX110" y="csY110"/>
              </a:cxn>
              <a:cxn ang="0">
                <a:pos x="csX111" y="csY111"/>
              </a:cxn>
              <a:cxn ang="0">
                <a:pos x="csX112" y="csY112"/>
              </a:cxn>
              <a:cxn ang="0">
                <a:pos x="csX113" y="csY113"/>
              </a:cxn>
              <a:cxn ang="0">
                <a:pos x="csX114" y="csY114"/>
              </a:cxn>
              <a:cxn ang="0">
                <a:pos x="csX115" y="csY115"/>
              </a:cxn>
              <a:cxn ang="0">
                <a:pos x="csX116" y="csY116"/>
              </a:cxn>
              <a:cxn ang="0">
                <a:pos x="csX117" y="csY117"/>
              </a:cxn>
              <a:cxn ang="0">
                <a:pos x="csX118" y="csY118"/>
              </a:cxn>
              <a:cxn ang="0">
                <a:pos x="csX119" y="csY119"/>
              </a:cxn>
              <a:cxn ang="0">
                <a:pos x="csX120" y="csY120"/>
              </a:cxn>
              <a:cxn ang="0">
                <a:pos x="csX121" y="csY121"/>
              </a:cxn>
              <a:cxn ang="0">
                <a:pos x="csX122" y="csY122"/>
              </a:cxn>
              <a:cxn ang="0">
                <a:pos x="csX123" y="csY123"/>
              </a:cxn>
              <a:cxn ang="0">
                <a:pos x="csX124" y="csY124"/>
              </a:cxn>
              <a:cxn ang="0">
                <a:pos x="csX125" y="csY125"/>
              </a:cxn>
              <a:cxn ang="0">
                <a:pos x="csX126" y="csY126"/>
              </a:cxn>
              <a:cxn ang="0">
                <a:pos x="csX127" y="csY127"/>
              </a:cxn>
              <a:cxn ang="0">
                <a:pos x="csX128" y="csY128"/>
              </a:cxn>
              <a:cxn ang="0">
                <a:pos x="csX129" y="csY129"/>
              </a:cxn>
              <a:cxn ang="0">
                <a:pos x="csX130" y="csY130"/>
              </a:cxn>
              <a:cxn ang="0">
                <a:pos x="csX131" y="csY131"/>
              </a:cxn>
              <a:cxn ang="0">
                <a:pos x="csX132" y="csY132"/>
              </a:cxn>
              <a:cxn ang="0">
                <a:pos x="csX133" y="csY133"/>
              </a:cxn>
              <a:cxn ang="0">
                <a:pos x="csX134" y="csY134"/>
              </a:cxn>
              <a:cxn ang="0">
                <a:pos x="csX135" y="csY135"/>
              </a:cxn>
              <a:cxn ang="0">
                <a:pos x="csX136" y="csY136"/>
              </a:cxn>
              <a:cxn ang="0">
                <a:pos x="csX137" y="csY137"/>
              </a:cxn>
              <a:cxn ang="0">
                <a:pos x="csX138" y="csY138"/>
              </a:cxn>
              <a:cxn ang="0">
                <a:pos x="csX139" y="csY139"/>
              </a:cxn>
              <a:cxn ang="0">
                <a:pos x="csX140" y="csY140"/>
              </a:cxn>
              <a:cxn ang="0">
                <a:pos x="csX141" y="csY141"/>
              </a:cxn>
              <a:cxn ang="0">
                <a:pos x="csX142" y="csY142"/>
              </a:cxn>
              <a:cxn ang="0">
                <a:pos x="csX143" y="csY143"/>
              </a:cxn>
              <a:cxn ang="0">
                <a:pos x="csX144" y="csY144"/>
              </a:cxn>
              <a:cxn ang="0">
                <a:pos x="csX145" y="csY145"/>
              </a:cxn>
              <a:cxn ang="0">
                <a:pos x="csX146" y="csY146"/>
              </a:cxn>
              <a:cxn ang="0">
                <a:pos x="csX147" y="csY147"/>
              </a:cxn>
              <a:cxn ang="0">
                <a:pos x="csX148" y="csY148"/>
              </a:cxn>
              <a:cxn ang="0">
                <a:pos x="csX149" y="csY149"/>
              </a:cxn>
              <a:cxn ang="0">
                <a:pos x="csX150" y="csY150"/>
              </a:cxn>
              <a:cxn ang="0">
                <a:pos x="csX151" y="csY151"/>
              </a:cxn>
              <a:cxn ang="0">
                <a:pos x="csX152" y="csY152"/>
              </a:cxn>
              <a:cxn ang="0">
                <a:pos x="csX153" y="csY153"/>
              </a:cxn>
              <a:cxn ang="0">
                <a:pos x="csX154" y="csY154"/>
              </a:cxn>
              <a:cxn ang="0">
                <a:pos x="csX155" y="csY155"/>
              </a:cxn>
              <a:cxn ang="0">
                <a:pos x="csX156" y="csY156"/>
              </a:cxn>
              <a:cxn ang="0">
                <a:pos x="csX157" y="csY157"/>
              </a:cxn>
              <a:cxn ang="0">
                <a:pos x="csX158" y="csY158"/>
              </a:cxn>
              <a:cxn ang="0">
                <a:pos x="csX159" y="csY159"/>
              </a:cxn>
              <a:cxn ang="0">
                <a:pos x="csX160" y="csY160"/>
              </a:cxn>
              <a:cxn ang="0">
                <a:pos x="csX161" y="csY161"/>
              </a:cxn>
              <a:cxn ang="0">
                <a:pos x="csX162" y="csY162"/>
              </a:cxn>
              <a:cxn ang="0">
                <a:pos x="csX163" y="csY163"/>
              </a:cxn>
              <a:cxn ang="0">
                <a:pos x="csX164" y="csY164"/>
              </a:cxn>
              <a:cxn ang="0">
                <a:pos x="csX165" y="csY165"/>
              </a:cxn>
              <a:cxn ang="0">
                <a:pos x="csX166" y="csY166"/>
              </a:cxn>
              <a:cxn ang="0">
                <a:pos x="csX167" y="csY167"/>
              </a:cxn>
              <a:cxn ang="0">
                <a:pos x="csX168" y="csY168"/>
              </a:cxn>
              <a:cxn ang="0">
                <a:pos x="csX169" y="csY169"/>
              </a:cxn>
              <a:cxn ang="0">
                <a:pos x="csX170" y="csY170"/>
              </a:cxn>
              <a:cxn ang="0">
                <a:pos x="csX171" y="csY171"/>
              </a:cxn>
              <a:cxn ang="0">
                <a:pos x="csX172" y="csY172"/>
              </a:cxn>
              <a:cxn ang="0">
                <a:pos x="csX173" y="csY173"/>
              </a:cxn>
              <a:cxn ang="0">
                <a:pos x="csX174" y="csY174"/>
              </a:cxn>
              <a:cxn ang="0">
                <a:pos x="csX175" y="csY175"/>
              </a:cxn>
              <a:cxn ang="0">
                <a:pos x="csX176" y="csY176"/>
              </a:cxn>
              <a:cxn ang="0">
                <a:pos x="csX177" y="csY177"/>
              </a:cxn>
              <a:cxn ang="0">
                <a:pos x="csX178" y="csY178"/>
              </a:cxn>
              <a:cxn ang="0">
                <a:pos x="csX179" y="csY179"/>
              </a:cxn>
              <a:cxn ang="0">
                <a:pos x="csX180" y="csY180"/>
              </a:cxn>
              <a:cxn ang="0">
                <a:pos x="csX181" y="csY181"/>
              </a:cxn>
              <a:cxn ang="0">
                <a:pos x="csX182" y="csY182"/>
              </a:cxn>
              <a:cxn ang="0">
                <a:pos x="csX183" y="csY183"/>
              </a:cxn>
              <a:cxn ang="0">
                <a:pos x="csX184" y="csY184"/>
              </a:cxn>
              <a:cxn ang="0">
                <a:pos x="csX185" y="csY185"/>
              </a:cxn>
              <a:cxn ang="0">
                <a:pos x="csX186" y="csY186"/>
              </a:cxn>
              <a:cxn ang="0">
                <a:pos x="csX187" y="csY187"/>
              </a:cxn>
              <a:cxn ang="0">
                <a:pos x="csX188" y="csY188"/>
              </a:cxn>
              <a:cxn ang="0">
                <a:pos x="csX189" y="csY189"/>
              </a:cxn>
              <a:cxn ang="0">
                <a:pos x="csX190" y="csY190"/>
              </a:cxn>
              <a:cxn ang="0">
                <a:pos x="csX191" y="csY191"/>
              </a:cxn>
              <a:cxn ang="0">
                <a:pos x="csX192" y="csY192"/>
              </a:cxn>
              <a:cxn ang="0">
                <a:pos x="csX193" y="csY193"/>
              </a:cxn>
              <a:cxn ang="0">
                <a:pos x="csX194" y="csY194"/>
              </a:cxn>
              <a:cxn ang="0">
                <a:pos x="csX195" y="csY195"/>
              </a:cxn>
              <a:cxn ang="0">
                <a:pos x="csX196" y="csY196"/>
              </a:cxn>
              <a:cxn ang="0">
                <a:pos x="csX197" y="csY197"/>
              </a:cxn>
              <a:cxn ang="0">
                <a:pos x="csX198" y="csY198"/>
              </a:cxn>
              <a:cxn ang="0">
                <a:pos x="csX199" y="csY199"/>
              </a:cxn>
              <a:cxn ang="0">
                <a:pos x="csX200" y="csY200"/>
              </a:cxn>
              <a:cxn ang="0">
                <a:pos x="csX201" y="csY201"/>
              </a:cxn>
              <a:cxn ang="0">
                <a:pos x="csX202" y="csY202"/>
              </a:cxn>
              <a:cxn ang="0">
                <a:pos x="csX203" y="csY203"/>
              </a:cxn>
              <a:cxn ang="0">
                <a:pos x="csX204" y="csY204"/>
              </a:cxn>
              <a:cxn ang="0">
                <a:pos x="csX205" y="csY205"/>
              </a:cxn>
              <a:cxn ang="0">
                <a:pos x="csX206" y="csY206"/>
              </a:cxn>
              <a:cxn ang="0">
                <a:pos x="csX207" y="csY207"/>
              </a:cxn>
              <a:cxn ang="0">
                <a:pos x="csX208" y="csY208"/>
              </a:cxn>
              <a:cxn ang="0">
                <a:pos x="csX209" y="csY209"/>
              </a:cxn>
              <a:cxn ang="0">
                <a:pos x="csX210" y="csY210"/>
              </a:cxn>
              <a:cxn ang="0">
                <a:pos x="csX211" y="csY211"/>
              </a:cxn>
              <a:cxn ang="0">
                <a:pos x="csX212" y="csY212"/>
              </a:cxn>
              <a:cxn ang="0">
                <a:pos x="csX213" y="csY213"/>
              </a:cxn>
              <a:cxn ang="0">
                <a:pos x="csX214" y="csY214"/>
              </a:cxn>
              <a:cxn ang="0">
                <a:pos x="csX215" y="csY215"/>
              </a:cxn>
              <a:cxn ang="0">
                <a:pos x="csX216" y="csY216"/>
              </a:cxn>
              <a:cxn ang="0">
                <a:pos x="csX217" y="csY217"/>
              </a:cxn>
              <a:cxn ang="0">
                <a:pos x="csX218" y="csY218"/>
              </a:cxn>
              <a:cxn ang="0">
                <a:pos x="csX219" y="csY219"/>
              </a:cxn>
              <a:cxn ang="0">
                <a:pos x="csX220" y="csY220"/>
              </a:cxn>
              <a:cxn ang="0">
                <a:pos x="csX221" y="csY221"/>
              </a:cxn>
              <a:cxn ang="0">
                <a:pos x="csX222" y="csY222"/>
              </a:cxn>
              <a:cxn ang="0">
                <a:pos x="csX223" y="csY223"/>
              </a:cxn>
              <a:cxn ang="0">
                <a:pos x="csX224" y="csY224"/>
              </a:cxn>
              <a:cxn ang="0">
                <a:pos x="csX225" y="csY225"/>
              </a:cxn>
              <a:cxn ang="0">
                <a:pos x="csX226" y="csY226"/>
              </a:cxn>
              <a:cxn ang="0">
                <a:pos x="csX227" y="csY227"/>
              </a:cxn>
              <a:cxn ang="0">
                <a:pos x="csX228" y="csY228"/>
              </a:cxn>
              <a:cxn ang="0">
                <a:pos x="csX229" y="csY229"/>
              </a:cxn>
              <a:cxn ang="0">
                <a:pos x="csX230" y="csY230"/>
              </a:cxn>
              <a:cxn ang="0">
                <a:pos x="csX231" y="csY231"/>
              </a:cxn>
              <a:cxn ang="0">
                <a:pos x="csX232" y="csY232"/>
              </a:cxn>
              <a:cxn ang="0">
                <a:pos x="csX233" y="csY233"/>
              </a:cxn>
              <a:cxn ang="0">
                <a:pos x="csX234" y="csY234"/>
              </a:cxn>
              <a:cxn ang="0">
                <a:pos x="csX235" y="csY235"/>
              </a:cxn>
              <a:cxn ang="0">
                <a:pos x="csX236" y="csY236"/>
              </a:cxn>
              <a:cxn ang="0">
                <a:pos x="csX237" y="csY237"/>
              </a:cxn>
              <a:cxn ang="0">
                <a:pos x="csX238" y="csY238"/>
              </a:cxn>
              <a:cxn ang="0">
                <a:pos x="csX239" y="csY239"/>
              </a:cxn>
              <a:cxn ang="0">
                <a:pos x="csX240" y="csY240"/>
              </a:cxn>
              <a:cxn ang="0">
                <a:pos x="csX241" y="csY241"/>
              </a:cxn>
              <a:cxn ang="0">
                <a:pos x="csX242" y="csY242"/>
              </a:cxn>
              <a:cxn ang="0">
                <a:pos x="csX243" y="csY243"/>
              </a:cxn>
              <a:cxn ang="0">
                <a:pos x="csX244" y="csY244"/>
              </a:cxn>
              <a:cxn ang="0">
                <a:pos x="csX245" y="csY245"/>
              </a:cxn>
              <a:cxn ang="0">
                <a:pos x="csX246" y="csY246"/>
              </a:cxn>
              <a:cxn ang="0">
                <a:pos x="csX247" y="csY247"/>
              </a:cxn>
              <a:cxn ang="0">
                <a:pos x="csX248" y="csY248"/>
              </a:cxn>
              <a:cxn ang="0">
                <a:pos x="csX249" y="csY249"/>
              </a:cxn>
              <a:cxn ang="0">
                <a:pos x="csX250" y="csY250"/>
              </a:cxn>
              <a:cxn ang="0">
                <a:pos x="csX251" y="csY251"/>
              </a:cxn>
              <a:cxn ang="0">
                <a:pos x="csX252" y="csY252"/>
              </a:cxn>
              <a:cxn ang="0">
                <a:pos x="csX253" y="csY253"/>
              </a:cxn>
              <a:cxn ang="0">
                <a:pos x="csX254" y="csY254"/>
              </a:cxn>
              <a:cxn ang="0">
                <a:pos x="csX255" y="csY255"/>
              </a:cxn>
              <a:cxn ang="0">
                <a:pos x="csX256" y="csY256"/>
              </a:cxn>
              <a:cxn ang="0">
                <a:pos x="csX257" y="csY257"/>
              </a:cxn>
              <a:cxn ang="0">
                <a:pos x="csX258" y="csY258"/>
              </a:cxn>
            </a:cxnLst>
            <a:rect l="l" t="t" r="r" b="b"/>
            <a:pathLst>
              <a:path w="4129925" h="2225772">
                <a:moveTo>
                  <a:pt x="2074117" y="569749"/>
                </a:moveTo>
                <a:lnTo>
                  <a:pt x="2074117" y="820228"/>
                </a:lnTo>
                <a:lnTo>
                  <a:pt x="534486" y="829206"/>
                </a:lnTo>
                <a:lnTo>
                  <a:pt x="2074117" y="569746"/>
                </a:lnTo>
                <a:close/>
                <a:moveTo>
                  <a:pt x="4016026" y="1267368"/>
                </a:moveTo>
                <a:cubicBezTo>
                  <a:pt x="4019384" y="1267368"/>
                  <a:pt x="4020338" y="1290942"/>
                  <a:pt x="4021693" y="1367130"/>
                </a:cubicBezTo>
                <a:cubicBezTo>
                  <a:pt x="4022318" y="1429748"/>
                  <a:pt x="4025583" y="1479734"/>
                  <a:pt x="4028246" y="1482361"/>
                </a:cubicBezTo>
                <a:cubicBezTo>
                  <a:pt x="4031441" y="1485514"/>
                  <a:pt x="4033595" y="1503401"/>
                  <a:pt x="4033624" y="1522870"/>
                </a:cubicBezTo>
                <a:cubicBezTo>
                  <a:pt x="4033659" y="1546024"/>
                  <a:pt x="4040094" y="1582850"/>
                  <a:pt x="4052927" y="1630715"/>
                </a:cubicBezTo>
                <a:cubicBezTo>
                  <a:pt x="4087156" y="1762741"/>
                  <a:pt x="4097022" y="1961106"/>
                  <a:pt x="4071574" y="2011658"/>
                </a:cubicBezTo>
                <a:cubicBezTo>
                  <a:pt x="4069452" y="2015872"/>
                  <a:pt x="4063623" y="2029035"/>
                  <a:pt x="4058854" y="2040618"/>
                </a:cubicBezTo>
                <a:cubicBezTo>
                  <a:pt x="4047196" y="2068525"/>
                  <a:pt x="4012686" y="2104882"/>
                  <a:pt x="3993550" y="2109648"/>
                </a:cubicBezTo>
                <a:cubicBezTo>
                  <a:pt x="3985577" y="2111764"/>
                  <a:pt x="3976542" y="2114934"/>
                  <a:pt x="3973355" y="2117043"/>
                </a:cubicBezTo>
                <a:cubicBezTo>
                  <a:pt x="3964502" y="2123633"/>
                  <a:pt x="3939034" y="2130613"/>
                  <a:pt x="3927401" y="2130630"/>
                </a:cubicBezTo>
                <a:lnTo>
                  <a:pt x="3927355" y="2130630"/>
                </a:lnTo>
                <a:cubicBezTo>
                  <a:pt x="3925050" y="2130630"/>
                  <a:pt x="3923294" y="2130355"/>
                  <a:pt x="3922325" y="2129747"/>
                </a:cubicBezTo>
                <a:cubicBezTo>
                  <a:pt x="3918599" y="2127647"/>
                  <a:pt x="3924967" y="2118165"/>
                  <a:pt x="3939834" y="2103935"/>
                </a:cubicBezTo>
                <a:cubicBezTo>
                  <a:pt x="3953110" y="2091289"/>
                  <a:pt x="3972745" y="2064423"/>
                  <a:pt x="3983348" y="2043359"/>
                </a:cubicBezTo>
                <a:cubicBezTo>
                  <a:pt x="4001377" y="2009129"/>
                  <a:pt x="4002962" y="2002287"/>
                  <a:pt x="4000795" y="1975453"/>
                </a:cubicBezTo>
                <a:cubicBezTo>
                  <a:pt x="3995934" y="1924945"/>
                  <a:pt x="3991127" y="1911269"/>
                  <a:pt x="3970359" y="1890778"/>
                </a:cubicBezTo>
                <a:cubicBezTo>
                  <a:pt x="3951187" y="1871863"/>
                  <a:pt x="3942141" y="1868191"/>
                  <a:pt x="3890549" y="1860374"/>
                </a:cubicBezTo>
                <a:lnTo>
                  <a:pt x="3866616" y="1856725"/>
                </a:lnTo>
                <a:lnTo>
                  <a:pt x="3863339" y="1798846"/>
                </a:lnTo>
                <a:cubicBezTo>
                  <a:pt x="3861696" y="1766751"/>
                  <a:pt x="3856320" y="1727819"/>
                  <a:pt x="3852042" y="1712039"/>
                </a:cubicBezTo>
                <a:cubicBezTo>
                  <a:pt x="3837080" y="1662071"/>
                  <a:pt x="3830110" y="1624194"/>
                  <a:pt x="3833282" y="1611560"/>
                </a:cubicBezTo>
                <a:cubicBezTo>
                  <a:pt x="3837247" y="1596764"/>
                  <a:pt x="3859402" y="1572240"/>
                  <a:pt x="3867869" y="1572227"/>
                </a:cubicBezTo>
                <a:lnTo>
                  <a:pt x="3867878" y="1572227"/>
                </a:lnTo>
                <a:cubicBezTo>
                  <a:pt x="3868445" y="1572227"/>
                  <a:pt x="3868950" y="1572338"/>
                  <a:pt x="3869383" y="1572569"/>
                </a:cubicBezTo>
                <a:cubicBezTo>
                  <a:pt x="3872046" y="1574669"/>
                  <a:pt x="3874182" y="1580454"/>
                  <a:pt x="3874189" y="1585716"/>
                </a:cubicBezTo>
                <a:cubicBezTo>
                  <a:pt x="3874202" y="1594133"/>
                  <a:pt x="3908272" y="1627751"/>
                  <a:pt x="3917319" y="1627751"/>
                </a:cubicBezTo>
                <a:lnTo>
                  <a:pt x="3917324" y="1627751"/>
                </a:lnTo>
                <a:cubicBezTo>
                  <a:pt x="3918920" y="1627748"/>
                  <a:pt x="3928483" y="1622473"/>
                  <a:pt x="3938576" y="1615618"/>
                </a:cubicBezTo>
                <a:cubicBezTo>
                  <a:pt x="3955044" y="1604542"/>
                  <a:pt x="3957167" y="1600855"/>
                  <a:pt x="3960310" y="1569805"/>
                </a:cubicBezTo>
                <a:cubicBezTo>
                  <a:pt x="3962410" y="1550858"/>
                  <a:pt x="3966619" y="1521384"/>
                  <a:pt x="3969784" y="1504015"/>
                </a:cubicBezTo>
                <a:cubicBezTo>
                  <a:pt x="3972948" y="1486646"/>
                  <a:pt x="3977694" y="1459276"/>
                  <a:pt x="3980329" y="1443486"/>
                </a:cubicBezTo>
                <a:cubicBezTo>
                  <a:pt x="3982965" y="1427696"/>
                  <a:pt x="3987711" y="1401377"/>
                  <a:pt x="3990346" y="1385588"/>
                </a:cubicBezTo>
                <a:cubicBezTo>
                  <a:pt x="3992982" y="1369798"/>
                  <a:pt x="3997725" y="1341377"/>
                  <a:pt x="4000356" y="1322429"/>
                </a:cubicBezTo>
                <a:cubicBezTo>
                  <a:pt x="4003519" y="1303481"/>
                  <a:pt x="4008802" y="1280846"/>
                  <a:pt x="4012512" y="1272422"/>
                </a:cubicBezTo>
                <a:cubicBezTo>
                  <a:pt x="4013920" y="1269273"/>
                  <a:pt x="4015070" y="1267364"/>
                  <a:pt x="4016024" y="1267362"/>
                </a:cubicBezTo>
                <a:close/>
                <a:moveTo>
                  <a:pt x="3411761" y="2"/>
                </a:moveTo>
                <a:cubicBezTo>
                  <a:pt x="3411436" y="2"/>
                  <a:pt x="3411114" y="3"/>
                  <a:pt x="3410794" y="3"/>
                </a:cubicBezTo>
                <a:cubicBezTo>
                  <a:pt x="3396481" y="24"/>
                  <a:pt x="3387076" y="599"/>
                  <a:pt x="3371557" y="2330"/>
                </a:cubicBezTo>
                <a:cubicBezTo>
                  <a:pt x="3365509" y="2980"/>
                  <a:pt x="3335923" y="8296"/>
                  <a:pt x="3331945" y="9419"/>
                </a:cubicBezTo>
                <a:cubicBezTo>
                  <a:pt x="3330775" y="9747"/>
                  <a:pt x="3326799" y="10870"/>
                  <a:pt x="3323041" y="11853"/>
                </a:cubicBezTo>
                <a:cubicBezTo>
                  <a:pt x="3283442" y="22709"/>
                  <a:pt x="3247597" y="42905"/>
                  <a:pt x="3221986" y="68775"/>
                </a:cubicBezTo>
                <a:cubicBezTo>
                  <a:pt x="3207879" y="82991"/>
                  <a:pt x="3195374" y="100513"/>
                  <a:pt x="3186835" y="118089"/>
                </a:cubicBezTo>
                <a:cubicBezTo>
                  <a:pt x="3175653" y="140979"/>
                  <a:pt x="3169699" y="166509"/>
                  <a:pt x="3169629" y="192060"/>
                </a:cubicBezTo>
                <a:cubicBezTo>
                  <a:pt x="3169547" y="208169"/>
                  <a:pt x="3171879" y="217838"/>
                  <a:pt x="3178142" y="227371"/>
                </a:cubicBezTo>
                <a:lnTo>
                  <a:pt x="3180002" y="230235"/>
                </a:lnTo>
                <a:lnTo>
                  <a:pt x="3177730" y="235426"/>
                </a:lnTo>
                <a:cubicBezTo>
                  <a:pt x="3173960" y="243994"/>
                  <a:pt x="3168303" y="255230"/>
                  <a:pt x="3157438" y="275758"/>
                </a:cubicBezTo>
                <a:cubicBezTo>
                  <a:pt x="3140013" y="308678"/>
                  <a:pt x="3134278" y="320762"/>
                  <a:pt x="3130884" y="331947"/>
                </a:cubicBezTo>
                <a:cubicBezTo>
                  <a:pt x="3128179" y="340891"/>
                  <a:pt x="3127961" y="346218"/>
                  <a:pt x="3130047" y="350210"/>
                </a:cubicBezTo>
                <a:cubicBezTo>
                  <a:pt x="3132617" y="355137"/>
                  <a:pt x="3137491" y="357996"/>
                  <a:pt x="3148963" y="361222"/>
                </a:cubicBezTo>
                <a:cubicBezTo>
                  <a:pt x="3153736" y="362555"/>
                  <a:pt x="3155820" y="363004"/>
                  <a:pt x="3158116" y="363004"/>
                </a:cubicBezTo>
                <a:lnTo>
                  <a:pt x="3158141" y="363004"/>
                </a:lnTo>
                <a:cubicBezTo>
                  <a:pt x="3158608" y="363003"/>
                  <a:pt x="3159084" y="362984"/>
                  <a:pt x="3159593" y="362950"/>
                </a:cubicBezTo>
                <a:cubicBezTo>
                  <a:pt x="3161509" y="362840"/>
                  <a:pt x="3163220" y="362781"/>
                  <a:pt x="3164753" y="362779"/>
                </a:cubicBezTo>
                <a:lnTo>
                  <a:pt x="3164841" y="362779"/>
                </a:lnTo>
                <a:cubicBezTo>
                  <a:pt x="3171141" y="362779"/>
                  <a:pt x="3174400" y="363745"/>
                  <a:pt x="3176525" y="366035"/>
                </a:cubicBezTo>
                <a:cubicBezTo>
                  <a:pt x="3178348" y="367977"/>
                  <a:pt x="3178677" y="370603"/>
                  <a:pt x="3177992" y="376803"/>
                </a:cubicBezTo>
                <a:cubicBezTo>
                  <a:pt x="3177645" y="379758"/>
                  <a:pt x="3177383" y="383137"/>
                  <a:pt x="3177475" y="384340"/>
                </a:cubicBezTo>
                <a:cubicBezTo>
                  <a:pt x="3177557" y="387211"/>
                  <a:pt x="3176838" y="389798"/>
                  <a:pt x="3174531" y="394556"/>
                </a:cubicBezTo>
                <a:cubicBezTo>
                  <a:pt x="3171697" y="400395"/>
                  <a:pt x="3171219" y="402446"/>
                  <a:pt x="3171879" y="405496"/>
                </a:cubicBezTo>
                <a:cubicBezTo>
                  <a:pt x="3172872" y="409949"/>
                  <a:pt x="3175815" y="412550"/>
                  <a:pt x="3184634" y="416836"/>
                </a:cubicBezTo>
                <a:cubicBezTo>
                  <a:pt x="3186543" y="417733"/>
                  <a:pt x="3188292" y="418809"/>
                  <a:pt x="3188509" y="419157"/>
                </a:cubicBezTo>
                <a:cubicBezTo>
                  <a:pt x="3189231" y="420288"/>
                  <a:pt x="3188209" y="422836"/>
                  <a:pt x="3184968" y="428120"/>
                </a:cubicBezTo>
                <a:cubicBezTo>
                  <a:pt x="3181888" y="433226"/>
                  <a:pt x="3181048" y="435446"/>
                  <a:pt x="3181482" y="437609"/>
                </a:cubicBezTo>
                <a:cubicBezTo>
                  <a:pt x="3181841" y="439398"/>
                  <a:pt x="3182581" y="440133"/>
                  <a:pt x="3189248" y="445282"/>
                </a:cubicBezTo>
                <a:cubicBezTo>
                  <a:pt x="3197152" y="451411"/>
                  <a:pt x="3200426" y="455416"/>
                  <a:pt x="3201815" y="460622"/>
                </a:cubicBezTo>
                <a:cubicBezTo>
                  <a:pt x="3202732" y="464209"/>
                  <a:pt x="3202741" y="464501"/>
                  <a:pt x="3201009" y="477805"/>
                </a:cubicBezTo>
                <a:cubicBezTo>
                  <a:pt x="3198487" y="497036"/>
                  <a:pt x="3198675" y="504387"/>
                  <a:pt x="3201861" y="510903"/>
                </a:cubicBezTo>
                <a:cubicBezTo>
                  <a:pt x="3205794" y="518936"/>
                  <a:pt x="3217439" y="527706"/>
                  <a:pt x="3228305" y="530856"/>
                </a:cubicBezTo>
                <a:cubicBezTo>
                  <a:pt x="3233286" y="532275"/>
                  <a:pt x="3236671" y="532883"/>
                  <a:pt x="3242423" y="533221"/>
                </a:cubicBezTo>
                <a:lnTo>
                  <a:pt x="3246931" y="533510"/>
                </a:lnTo>
                <a:lnTo>
                  <a:pt x="3288120" y="525669"/>
                </a:lnTo>
                <a:lnTo>
                  <a:pt x="3329255" y="517789"/>
                </a:lnTo>
                <a:lnTo>
                  <a:pt x="3331523" y="519496"/>
                </a:lnTo>
                <a:cubicBezTo>
                  <a:pt x="3334506" y="521797"/>
                  <a:pt x="3340267" y="529325"/>
                  <a:pt x="3343948" y="535843"/>
                </a:cubicBezTo>
                <a:cubicBezTo>
                  <a:pt x="3346271" y="539921"/>
                  <a:pt x="3348718" y="544766"/>
                  <a:pt x="3351257" y="550312"/>
                </a:cubicBezTo>
                <a:lnTo>
                  <a:pt x="3351193" y="550312"/>
                </a:lnTo>
                <a:cubicBezTo>
                  <a:pt x="3349645" y="551072"/>
                  <a:pt x="3348117" y="551819"/>
                  <a:pt x="3346611" y="552554"/>
                </a:cubicBezTo>
                <a:lnTo>
                  <a:pt x="3346675" y="552554"/>
                </a:lnTo>
                <a:cubicBezTo>
                  <a:pt x="3347231" y="553454"/>
                  <a:pt x="3347788" y="554328"/>
                  <a:pt x="3348345" y="555170"/>
                </a:cubicBezTo>
                <a:cubicBezTo>
                  <a:pt x="3362733" y="576197"/>
                  <a:pt x="3362735" y="576724"/>
                  <a:pt x="3352652" y="590945"/>
                </a:cubicBezTo>
                <a:cubicBezTo>
                  <a:pt x="3321877" y="635192"/>
                  <a:pt x="3309722" y="685725"/>
                  <a:pt x="3309311" y="767288"/>
                </a:cubicBezTo>
                <a:cubicBezTo>
                  <a:pt x="3309402" y="828855"/>
                  <a:pt x="3305175" y="847277"/>
                  <a:pt x="3285537" y="870986"/>
                </a:cubicBezTo>
                <a:cubicBezTo>
                  <a:pt x="3277043" y="881522"/>
                  <a:pt x="3259035" y="928907"/>
                  <a:pt x="3247926" y="968389"/>
                </a:cubicBezTo>
                <a:cubicBezTo>
                  <a:pt x="3238406" y="1002607"/>
                  <a:pt x="3231044" y="1058395"/>
                  <a:pt x="3227425" y="1127857"/>
                </a:cubicBezTo>
                <a:cubicBezTo>
                  <a:pt x="3226397" y="1151538"/>
                  <a:pt x="3223771" y="1174169"/>
                  <a:pt x="3221650" y="1177330"/>
                </a:cubicBezTo>
                <a:cubicBezTo>
                  <a:pt x="3218996" y="1181017"/>
                  <a:pt x="3216375" y="1206279"/>
                  <a:pt x="3214820" y="1233644"/>
                </a:cubicBezTo>
                <a:lnTo>
                  <a:pt x="3211704" y="1283638"/>
                </a:lnTo>
                <a:lnTo>
                  <a:pt x="3164907" y="1282127"/>
                </a:lnTo>
                <a:cubicBezTo>
                  <a:pt x="3158978" y="1281937"/>
                  <a:pt x="3153522" y="1281840"/>
                  <a:pt x="3148539" y="1281840"/>
                </a:cubicBezTo>
                <a:cubicBezTo>
                  <a:pt x="3148352" y="1281840"/>
                  <a:pt x="3148165" y="1281840"/>
                  <a:pt x="3147979" y="1281840"/>
                </a:cubicBezTo>
                <a:cubicBezTo>
                  <a:pt x="3126934" y="1281871"/>
                  <a:pt x="3114413" y="1283655"/>
                  <a:pt x="3110144" y="1287469"/>
                </a:cubicBezTo>
                <a:cubicBezTo>
                  <a:pt x="3105895" y="1290633"/>
                  <a:pt x="3087821" y="1294342"/>
                  <a:pt x="3069743" y="1295947"/>
                </a:cubicBezTo>
                <a:cubicBezTo>
                  <a:pt x="3065159" y="1296164"/>
                  <a:pt x="3061090" y="1296314"/>
                  <a:pt x="3057352" y="1296319"/>
                </a:cubicBezTo>
                <a:lnTo>
                  <a:pt x="3057142" y="1296319"/>
                </a:lnTo>
                <a:cubicBezTo>
                  <a:pt x="3032840" y="1296319"/>
                  <a:pt x="3022453" y="1290086"/>
                  <a:pt x="2975030" y="1255567"/>
                </a:cubicBezTo>
                <a:cubicBezTo>
                  <a:pt x="2964916" y="1247688"/>
                  <a:pt x="2945759" y="1238770"/>
                  <a:pt x="2932459" y="1234581"/>
                </a:cubicBezTo>
                <a:cubicBezTo>
                  <a:pt x="2919160" y="1230916"/>
                  <a:pt x="2905325" y="1225149"/>
                  <a:pt x="2902130" y="1222522"/>
                </a:cubicBezTo>
                <a:cubicBezTo>
                  <a:pt x="2899817" y="1220892"/>
                  <a:pt x="2893812" y="1220078"/>
                  <a:pt x="2886664" y="1220078"/>
                </a:cubicBezTo>
                <a:lnTo>
                  <a:pt x="2886527" y="1220078"/>
                </a:lnTo>
                <a:cubicBezTo>
                  <a:pt x="2882203" y="1220084"/>
                  <a:pt x="2877467" y="1220387"/>
                  <a:pt x="2872882" y="1220987"/>
                </a:cubicBezTo>
                <a:cubicBezTo>
                  <a:pt x="2860122" y="1223108"/>
                  <a:pt x="2833539" y="1225779"/>
                  <a:pt x="2812803" y="1227388"/>
                </a:cubicBezTo>
                <a:cubicBezTo>
                  <a:pt x="2777711" y="1230596"/>
                  <a:pt x="2756986" y="1239572"/>
                  <a:pt x="2757006" y="1252200"/>
                </a:cubicBezTo>
                <a:cubicBezTo>
                  <a:pt x="2757009" y="1254832"/>
                  <a:pt x="2750111" y="1265366"/>
                  <a:pt x="2741087" y="1275377"/>
                </a:cubicBezTo>
                <a:cubicBezTo>
                  <a:pt x="2738424" y="1278349"/>
                  <a:pt x="2735867" y="1281631"/>
                  <a:pt x="2733611" y="1284900"/>
                </a:cubicBezTo>
                <a:lnTo>
                  <a:pt x="2498750" y="1276646"/>
                </a:lnTo>
                <a:lnTo>
                  <a:pt x="2495909" y="817827"/>
                </a:lnTo>
                <a:lnTo>
                  <a:pt x="2107695" y="820091"/>
                </a:lnTo>
                <a:lnTo>
                  <a:pt x="2107695" y="564144"/>
                </a:lnTo>
                <a:lnTo>
                  <a:pt x="2510630" y="496239"/>
                </a:lnTo>
                <a:lnTo>
                  <a:pt x="2501996" y="441479"/>
                </a:lnTo>
                <a:lnTo>
                  <a:pt x="2501873" y="440762"/>
                </a:lnTo>
                <a:lnTo>
                  <a:pt x="184473" y="831302"/>
                </a:lnTo>
                <a:lnTo>
                  <a:pt x="3173" y="832359"/>
                </a:lnTo>
                <a:lnTo>
                  <a:pt x="0" y="832379"/>
                </a:lnTo>
                <a:lnTo>
                  <a:pt x="4301" y="1527099"/>
                </a:lnTo>
                <a:lnTo>
                  <a:pt x="94600" y="1526556"/>
                </a:lnTo>
                <a:lnTo>
                  <a:pt x="101106" y="2225773"/>
                </a:lnTo>
                <a:lnTo>
                  <a:pt x="205667" y="2225773"/>
                </a:lnTo>
                <a:lnTo>
                  <a:pt x="199347" y="1525929"/>
                </a:lnTo>
                <a:lnTo>
                  <a:pt x="369454" y="1524906"/>
                </a:lnTo>
                <a:lnTo>
                  <a:pt x="368885" y="1672268"/>
                </a:lnTo>
                <a:cubicBezTo>
                  <a:pt x="368219" y="1673104"/>
                  <a:pt x="368620" y="1673522"/>
                  <a:pt x="370087" y="1673522"/>
                </a:cubicBezTo>
                <a:cubicBezTo>
                  <a:pt x="370446" y="1673522"/>
                  <a:pt x="370869" y="1673497"/>
                  <a:pt x="371356" y="1673446"/>
                </a:cubicBezTo>
                <a:lnTo>
                  <a:pt x="1373258" y="1677217"/>
                </a:lnTo>
                <a:lnTo>
                  <a:pt x="1375394" y="1907768"/>
                </a:lnTo>
                <a:lnTo>
                  <a:pt x="1378339" y="2225769"/>
                </a:lnTo>
                <a:lnTo>
                  <a:pt x="1469037" y="2225769"/>
                </a:lnTo>
                <a:lnTo>
                  <a:pt x="1470049" y="1909733"/>
                </a:lnTo>
                <a:cubicBezTo>
                  <a:pt x="1470249" y="1801983"/>
                  <a:pt x="1470438" y="1728172"/>
                  <a:pt x="1470952" y="1677584"/>
                </a:cubicBezTo>
                <a:lnTo>
                  <a:pt x="1470973" y="1677584"/>
                </a:lnTo>
                <a:lnTo>
                  <a:pt x="1905873" y="1679221"/>
                </a:lnTo>
                <a:lnTo>
                  <a:pt x="1906313" y="1565308"/>
                </a:lnTo>
                <a:lnTo>
                  <a:pt x="1906339" y="1565308"/>
                </a:lnTo>
                <a:cubicBezTo>
                  <a:pt x="2054036" y="1565331"/>
                  <a:pt x="2184501" y="1565753"/>
                  <a:pt x="2189536" y="1566651"/>
                </a:cubicBezTo>
                <a:lnTo>
                  <a:pt x="2189536" y="1566651"/>
                </a:lnTo>
                <a:cubicBezTo>
                  <a:pt x="2192194" y="1566651"/>
                  <a:pt x="2194550" y="1720297"/>
                  <a:pt x="2195360" y="1907621"/>
                </a:cubicBezTo>
                <a:lnTo>
                  <a:pt x="2197322" y="2225764"/>
                </a:lnTo>
                <a:lnTo>
                  <a:pt x="2287935" y="2225764"/>
                </a:lnTo>
                <a:lnTo>
                  <a:pt x="2288952" y="1909585"/>
                </a:lnTo>
                <a:cubicBezTo>
                  <a:pt x="2289190" y="1711209"/>
                  <a:pt x="2291636" y="1569124"/>
                  <a:pt x="2294292" y="1567018"/>
                </a:cubicBezTo>
                <a:cubicBezTo>
                  <a:pt x="2296949" y="1565435"/>
                  <a:pt x="2444249" y="1564168"/>
                  <a:pt x="2621854" y="1563909"/>
                </a:cubicBezTo>
                <a:cubicBezTo>
                  <a:pt x="2790598" y="1563663"/>
                  <a:pt x="2931024" y="1562033"/>
                  <a:pt x="2945518" y="1560065"/>
                </a:cubicBezTo>
                <a:lnTo>
                  <a:pt x="2945554" y="1560065"/>
                </a:lnTo>
                <a:lnTo>
                  <a:pt x="2984580" y="1561453"/>
                </a:lnTo>
                <a:lnTo>
                  <a:pt x="3007820" y="1561950"/>
                </a:lnTo>
                <a:lnTo>
                  <a:pt x="3012774" y="1422304"/>
                </a:lnTo>
                <a:lnTo>
                  <a:pt x="3012811" y="1422304"/>
                </a:lnTo>
                <a:cubicBezTo>
                  <a:pt x="3029571" y="1426196"/>
                  <a:pt x="3034179" y="1434121"/>
                  <a:pt x="3030067" y="1449127"/>
                </a:cubicBezTo>
                <a:cubicBezTo>
                  <a:pt x="3022667" y="1478607"/>
                  <a:pt x="3023731" y="1479130"/>
                  <a:pt x="3060957" y="1480655"/>
                </a:cubicBezTo>
                <a:cubicBezTo>
                  <a:pt x="3091269" y="1481663"/>
                  <a:pt x="3097120" y="1483760"/>
                  <a:pt x="3099261" y="1492177"/>
                </a:cubicBezTo>
                <a:cubicBezTo>
                  <a:pt x="3100864" y="1498483"/>
                  <a:pt x="3106709" y="1502681"/>
                  <a:pt x="3112552" y="1502681"/>
                </a:cubicBezTo>
                <a:lnTo>
                  <a:pt x="3112612" y="1502681"/>
                </a:lnTo>
                <a:cubicBezTo>
                  <a:pt x="3118977" y="1502681"/>
                  <a:pt x="3124807" y="1504774"/>
                  <a:pt x="3126402" y="1507398"/>
                </a:cubicBezTo>
                <a:cubicBezTo>
                  <a:pt x="3130133" y="1513180"/>
                  <a:pt x="3095600" y="1534277"/>
                  <a:pt x="3083370" y="1534295"/>
                </a:cubicBezTo>
                <a:cubicBezTo>
                  <a:pt x="3078584" y="1534302"/>
                  <a:pt x="3064771" y="1543269"/>
                  <a:pt x="3052025" y="1553812"/>
                </a:cubicBezTo>
                <a:cubicBezTo>
                  <a:pt x="3003698" y="1595452"/>
                  <a:pt x="2987231" y="1608106"/>
                  <a:pt x="2982978" y="1608111"/>
                </a:cubicBezTo>
                <a:cubicBezTo>
                  <a:pt x="2980318" y="1608115"/>
                  <a:pt x="2970759" y="1615497"/>
                  <a:pt x="2961199" y="1623929"/>
                </a:cubicBezTo>
                <a:cubicBezTo>
                  <a:pt x="2944738" y="1639213"/>
                  <a:pt x="2943143" y="1639742"/>
                  <a:pt x="2887309" y="1639823"/>
                </a:cubicBezTo>
                <a:cubicBezTo>
                  <a:pt x="2855935" y="1639869"/>
                  <a:pt x="2822970" y="1642022"/>
                  <a:pt x="2813934" y="1645191"/>
                </a:cubicBezTo>
                <a:cubicBezTo>
                  <a:pt x="2804899" y="1647836"/>
                  <a:pt x="2761839" y="1656317"/>
                  <a:pt x="2717714" y="1663749"/>
                </a:cubicBezTo>
                <a:cubicBezTo>
                  <a:pt x="2569921" y="1689222"/>
                  <a:pt x="2527398" y="1698755"/>
                  <a:pt x="2497107" y="1714060"/>
                </a:cubicBezTo>
                <a:cubicBezTo>
                  <a:pt x="2473729" y="1726197"/>
                  <a:pt x="2464172" y="1736735"/>
                  <a:pt x="2449329" y="1767803"/>
                </a:cubicBezTo>
                <a:cubicBezTo>
                  <a:pt x="2439788" y="1787813"/>
                  <a:pt x="2438209" y="1798864"/>
                  <a:pt x="2440379" y="1828330"/>
                </a:cubicBezTo>
                <a:cubicBezTo>
                  <a:pt x="2444181" y="1880945"/>
                  <a:pt x="2448452" y="1893041"/>
                  <a:pt x="2474017" y="1920368"/>
                </a:cubicBezTo>
                <a:cubicBezTo>
                  <a:pt x="2486800" y="1934029"/>
                  <a:pt x="2497457" y="1949274"/>
                  <a:pt x="2497464" y="1954536"/>
                </a:cubicBezTo>
                <a:cubicBezTo>
                  <a:pt x="2497472" y="1959799"/>
                  <a:pt x="2502812" y="1974525"/>
                  <a:pt x="2508680" y="1987671"/>
                </a:cubicBezTo>
                <a:cubicBezTo>
                  <a:pt x="2515081" y="2000817"/>
                  <a:pt x="2523092" y="2024485"/>
                  <a:pt x="2527370" y="2040264"/>
                </a:cubicBezTo>
                <a:cubicBezTo>
                  <a:pt x="2536461" y="2074455"/>
                  <a:pt x="2537528" y="2077084"/>
                  <a:pt x="2566333" y="2136503"/>
                </a:cubicBezTo>
                <a:cubicBezTo>
                  <a:pt x="2579132" y="2162270"/>
                  <a:pt x="2594603" y="2195398"/>
                  <a:pt x="2601539" y="2210647"/>
                </a:cubicBezTo>
                <a:cubicBezTo>
                  <a:pt x="2603964" y="2215795"/>
                  <a:pt x="2606648" y="2221007"/>
                  <a:pt x="2609296" y="2225766"/>
                </a:cubicBezTo>
                <a:lnTo>
                  <a:pt x="2937540" y="2225766"/>
                </a:lnTo>
                <a:lnTo>
                  <a:pt x="2938144" y="2211736"/>
                </a:lnTo>
                <a:cubicBezTo>
                  <a:pt x="2939167" y="2184371"/>
                  <a:pt x="2937021" y="2171746"/>
                  <a:pt x="2929022" y="2156497"/>
                </a:cubicBezTo>
                <a:cubicBezTo>
                  <a:pt x="2923689" y="2145982"/>
                  <a:pt x="2915681" y="2124946"/>
                  <a:pt x="2911937" y="2110742"/>
                </a:cubicBezTo>
                <a:cubicBezTo>
                  <a:pt x="2908725" y="2096014"/>
                  <a:pt x="2896982" y="2066038"/>
                  <a:pt x="2886845" y="2043950"/>
                </a:cubicBezTo>
                <a:cubicBezTo>
                  <a:pt x="2871915" y="2011287"/>
                  <a:pt x="2867664" y="1996015"/>
                  <a:pt x="2874090" y="1995960"/>
                </a:cubicBezTo>
                <a:lnTo>
                  <a:pt x="2874149" y="1995960"/>
                </a:lnTo>
                <a:cubicBezTo>
                  <a:pt x="2877148" y="1995975"/>
                  <a:pt x="2882425" y="1999239"/>
                  <a:pt x="2889979" y="2005532"/>
                </a:cubicBezTo>
                <a:cubicBezTo>
                  <a:pt x="2901370" y="2014958"/>
                  <a:pt x="2905912" y="2018128"/>
                  <a:pt x="2922489" y="2018128"/>
                </a:cubicBezTo>
                <a:lnTo>
                  <a:pt x="2922682" y="2018128"/>
                </a:lnTo>
                <a:cubicBezTo>
                  <a:pt x="2930103" y="2018118"/>
                  <a:pt x="2939921" y="2017480"/>
                  <a:pt x="2953807" y="2016491"/>
                </a:cubicBezTo>
                <a:cubicBezTo>
                  <a:pt x="2963874" y="2015853"/>
                  <a:pt x="2980065" y="2015534"/>
                  <a:pt x="2999312" y="2015506"/>
                </a:cubicBezTo>
                <a:cubicBezTo>
                  <a:pt x="3000248" y="2015505"/>
                  <a:pt x="3001191" y="2015504"/>
                  <a:pt x="3002141" y="2015504"/>
                </a:cubicBezTo>
                <a:cubicBezTo>
                  <a:pt x="3031181" y="2015504"/>
                  <a:pt x="3066642" y="2016144"/>
                  <a:pt x="3098448" y="2017332"/>
                </a:cubicBezTo>
                <a:lnTo>
                  <a:pt x="3196296" y="2020873"/>
                </a:lnTo>
                <a:lnTo>
                  <a:pt x="3194742" y="2048237"/>
                </a:lnTo>
                <a:cubicBezTo>
                  <a:pt x="3194233" y="2063499"/>
                  <a:pt x="3196392" y="2085072"/>
                  <a:pt x="3200130" y="2095589"/>
                </a:cubicBezTo>
                <a:cubicBezTo>
                  <a:pt x="3208139" y="2118726"/>
                  <a:pt x="3224656" y="2144481"/>
                  <a:pt x="3231572" y="2144481"/>
                </a:cubicBezTo>
                <a:lnTo>
                  <a:pt x="3231578" y="2144481"/>
                </a:lnTo>
                <a:cubicBezTo>
                  <a:pt x="3234243" y="2144481"/>
                  <a:pt x="3251802" y="2153926"/>
                  <a:pt x="3270959" y="2165999"/>
                </a:cubicBezTo>
                <a:cubicBezTo>
                  <a:pt x="3294447" y="2180378"/>
                  <a:pt x="3303761" y="2185030"/>
                  <a:pt x="3314598" y="2185030"/>
                </a:cubicBezTo>
                <a:lnTo>
                  <a:pt x="3314654" y="2185030"/>
                </a:lnTo>
                <a:cubicBezTo>
                  <a:pt x="3318043" y="2185025"/>
                  <a:pt x="3321583" y="2184565"/>
                  <a:pt x="3325756" y="2183808"/>
                </a:cubicBezTo>
                <a:cubicBezTo>
                  <a:pt x="3336920" y="2181688"/>
                  <a:pt x="3381051" y="2178993"/>
                  <a:pt x="3424653" y="2177350"/>
                </a:cubicBezTo>
                <a:lnTo>
                  <a:pt x="3502819" y="2175131"/>
                </a:lnTo>
                <a:lnTo>
                  <a:pt x="3502862" y="2204073"/>
                </a:lnTo>
                <a:cubicBezTo>
                  <a:pt x="3502875" y="2212921"/>
                  <a:pt x="3502992" y="2220040"/>
                  <a:pt x="3503913" y="2225766"/>
                </a:cubicBezTo>
                <a:lnTo>
                  <a:pt x="3677691" y="2225766"/>
                </a:lnTo>
                <a:cubicBezTo>
                  <a:pt x="3676997" y="2222630"/>
                  <a:pt x="3676155" y="2219304"/>
                  <a:pt x="3675174" y="2215924"/>
                </a:cubicBezTo>
                <a:cubicBezTo>
                  <a:pt x="3666287" y="2182270"/>
                  <a:pt x="3664784" y="2175854"/>
                  <a:pt x="3678870" y="2175834"/>
                </a:cubicBezTo>
                <a:lnTo>
                  <a:pt x="3678941" y="2175834"/>
                </a:lnTo>
                <a:cubicBezTo>
                  <a:pt x="3681793" y="2175834"/>
                  <a:pt x="3685281" y="2176093"/>
                  <a:pt x="3689473" y="2176438"/>
                </a:cubicBezTo>
                <a:cubicBezTo>
                  <a:pt x="3711276" y="2177985"/>
                  <a:pt x="3711811" y="2179036"/>
                  <a:pt x="3720356" y="2204282"/>
                </a:cubicBezTo>
                <a:cubicBezTo>
                  <a:pt x="3723185" y="2213023"/>
                  <a:pt x="3725321" y="2220080"/>
                  <a:pt x="3727449" y="2225766"/>
                </a:cubicBezTo>
                <a:lnTo>
                  <a:pt x="3895056" y="2225766"/>
                </a:lnTo>
                <a:lnTo>
                  <a:pt x="3895332" y="2221392"/>
                </a:lnTo>
                <a:cubicBezTo>
                  <a:pt x="3897416" y="2192974"/>
                  <a:pt x="3900072" y="2190338"/>
                  <a:pt x="3938872" y="2178180"/>
                </a:cubicBezTo>
                <a:cubicBezTo>
                  <a:pt x="3954817" y="2172894"/>
                  <a:pt x="3980859" y="2162860"/>
                  <a:pt x="3996268" y="2155995"/>
                </a:cubicBezTo>
                <a:cubicBezTo>
                  <a:pt x="4011679" y="2149133"/>
                  <a:pt x="4026560" y="2143323"/>
                  <a:pt x="4029750" y="2143317"/>
                </a:cubicBezTo>
                <a:cubicBezTo>
                  <a:pt x="4039855" y="2143302"/>
                  <a:pt x="4108879" y="2073743"/>
                  <a:pt x="4108864" y="2063745"/>
                </a:cubicBezTo>
                <a:cubicBezTo>
                  <a:pt x="4108856" y="2058482"/>
                  <a:pt x="4111506" y="2052691"/>
                  <a:pt x="4114163" y="2051109"/>
                </a:cubicBezTo>
                <a:cubicBezTo>
                  <a:pt x="4117350" y="2049526"/>
                  <a:pt x="4119467" y="2042155"/>
                  <a:pt x="4119457" y="2035315"/>
                </a:cubicBezTo>
                <a:cubicBezTo>
                  <a:pt x="4119447" y="2028474"/>
                  <a:pt x="4122094" y="2021103"/>
                  <a:pt x="4124750" y="2019520"/>
                </a:cubicBezTo>
                <a:cubicBezTo>
                  <a:pt x="4127938" y="2017411"/>
                  <a:pt x="4130008" y="1978995"/>
                  <a:pt x="4129924" y="1922165"/>
                </a:cubicBezTo>
                <a:cubicBezTo>
                  <a:pt x="4129839" y="1865335"/>
                  <a:pt x="4127654" y="1826924"/>
                  <a:pt x="4124460" y="1824825"/>
                </a:cubicBezTo>
                <a:cubicBezTo>
                  <a:pt x="4121800" y="1823249"/>
                  <a:pt x="4119106" y="1799574"/>
                  <a:pt x="4119066" y="1772738"/>
                </a:cubicBezTo>
                <a:cubicBezTo>
                  <a:pt x="4119027" y="1746429"/>
                  <a:pt x="4116864" y="1722226"/>
                  <a:pt x="4114201" y="1719599"/>
                </a:cubicBezTo>
                <a:cubicBezTo>
                  <a:pt x="4111537" y="1716445"/>
                  <a:pt x="4107784" y="1695403"/>
                  <a:pt x="4106685" y="1672251"/>
                </a:cubicBezTo>
                <a:cubicBezTo>
                  <a:pt x="4105056" y="1649100"/>
                  <a:pt x="4101284" y="1615953"/>
                  <a:pt x="4098068" y="1598593"/>
                </a:cubicBezTo>
                <a:cubicBezTo>
                  <a:pt x="4091635" y="1563347"/>
                  <a:pt x="4084124" y="1518630"/>
                  <a:pt x="4074996" y="1459183"/>
                </a:cubicBezTo>
                <a:cubicBezTo>
                  <a:pt x="4066941" y="1406574"/>
                  <a:pt x="4068928" y="1312377"/>
                  <a:pt x="4078459" y="1285006"/>
                </a:cubicBezTo>
                <a:cubicBezTo>
                  <a:pt x="4088522" y="1257628"/>
                  <a:pt x="4088952" y="1189221"/>
                  <a:pt x="4079900" y="1181340"/>
                </a:cubicBezTo>
                <a:cubicBezTo>
                  <a:pt x="4076173" y="1178189"/>
                  <a:pt x="4066064" y="1175046"/>
                  <a:pt x="4057024" y="1174006"/>
                </a:cubicBezTo>
                <a:cubicBezTo>
                  <a:pt x="4042133" y="1172449"/>
                  <a:pt x="4041067" y="1171398"/>
                  <a:pt x="4042100" y="1151401"/>
                </a:cubicBezTo>
                <a:cubicBezTo>
                  <a:pt x="4043147" y="1139823"/>
                  <a:pt x="4047370" y="1118769"/>
                  <a:pt x="4052665" y="1104027"/>
                </a:cubicBezTo>
                <a:cubicBezTo>
                  <a:pt x="4068017" y="1058224"/>
                  <a:pt x="4061043" y="1016138"/>
                  <a:pt x="4037105" y="1010386"/>
                </a:cubicBezTo>
                <a:cubicBezTo>
                  <a:pt x="4034843" y="1009779"/>
                  <a:pt x="4032122" y="1009496"/>
                  <a:pt x="4029065" y="1009496"/>
                </a:cubicBezTo>
                <a:lnTo>
                  <a:pt x="4028995" y="1009496"/>
                </a:lnTo>
                <a:cubicBezTo>
                  <a:pt x="4008312" y="1009527"/>
                  <a:pt x="3972304" y="1022459"/>
                  <a:pt x="3958442" y="1035757"/>
                </a:cubicBezTo>
                <a:cubicBezTo>
                  <a:pt x="3950857" y="1042843"/>
                  <a:pt x="3943643" y="1047328"/>
                  <a:pt x="3940268" y="1047333"/>
                </a:cubicBezTo>
                <a:lnTo>
                  <a:pt x="3940264" y="1047333"/>
                </a:lnTo>
                <a:cubicBezTo>
                  <a:pt x="3939624" y="1047333"/>
                  <a:pt x="3939124" y="1047172"/>
                  <a:pt x="3938784" y="1046837"/>
                </a:cubicBezTo>
                <a:cubicBezTo>
                  <a:pt x="3936654" y="1044735"/>
                  <a:pt x="3935566" y="1028424"/>
                  <a:pt x="3936071" y="1010532"/>
                </a:cubicBezTo>
                <a:cubicBezTo>
                  <a:pt x="3937088" y="978958"/>
                  <a:pt x="3918322" y="875323"/>
                  <a:pt x="3904978" y="841136"/>
                </a:cubicBezTo>
                <a:cubicBezTo>
                  <a:pt x="3896971" y="820099"/>
                  <a:pt x="3869787" y="778042"/>
                  <a:pt x="3847947" y="752290"/>
                </a:cubicBezTo>
                <a:cubicBezTo>
                  <a:pt x="3838358" y="740729"/>
                  <a:pt x="3830364" y="729163"/>
                  <a:pt x="3830361" y="726532"/>
                </a:cubicBezTo>
                <a:cubicBezTo>
                  <a:pt x="3830337" y="710746"/>
                  <a:pt x="3754172" y="627717"/>
                  <a:pt x="3716380" y="602517"/>
                </a:cubicBezTo>
                <a:cubicBezTo>
                  <a:pt x="3710525" y="598315"/>
                  <a:pt x="3704135" y="593063"/>
                  <a:pt x="3702537" y="591487"/>
                </a:cubicBezTo>
                <a:cubicBezTo>
                  <a:pt x="3700940" y="589911"/>
                  <a:pt x="3691356" y="582031"/>
                  <a:pt x="3680708" y="574154"/>
                </a:cubicBezTo>
                <a:cubicBezTo>
                  <a:pt x="3665804" y="563126"/>
                  <a:pt x="3660474" y="554714"/>
                  <a:pt x="3657790" y="538932"/>
                </a:cubicBezTo>
                <a:cubicBezTo>
                  <a:pt x="3656178" y="527357"/>
                  <a:pt x="3647645" y="510532"/>
                  <a:pt x="3639655" y="501072"/>
                </a:cubicBezTo>
                <a:cubicBezTo>
                  <a:pt x="3630787" y="490905"/>
                  <a:pt x="3623212" y="480949"/>
                  <a:pt x="3617560" y="472305"/>
                </a:cubicBezTo>
                <a:lnTo>
                  <a:pt x="3617493" y="472305"/>
                </a:lnTo>
                <a:cubicBezTo>
                  <a:pt x="3611331" y="455837"/>
                  <a:pt x="3610187" y="452643"/>
                  <a:pt x="3607170" y="443804"/>
                </a:cubicBezTo>
                <a:cubicBezTo>
                  <a:pt x="3605495" y="438898"/>
                  <a:pt x="3603601" y="433399"/>
                  <a:pt x="3602957" y="431667"/>
                </a:cubicBezTo>
                <a:cubicBezTo>
                  <a:pt x="3599595" y="422054"/>
                  <a:pt x="3593892" y="402481"/>
                  <a:pt x="3590944" y="390488"/>
                </a:cubicBezTo>
                <a:cubicBezTo>
                  <a:pt x="3587089" y="374465"/>
                  <a:pt x="3587316" y="363756"/>
                  <a:pt x="3591869" y="347257"/>
                </a:cubicBezTo>
                <a:cubicBezTo>
                  <a:pt x="3595006" y="335779"/>
                  <a:pt x="3597671" y="328849"/>
                  <a:pt x="3606957" y="307604"/>
                </a:cubicBezTo>
                <a:cubicBezTo>
                  <a:pt x="3620224" y="277363"/>
                  <a:pt x="3621820" y="272255"/>
                  <a:pt x="3624973" y="250991"/>
                </a:cubicBezTo>
                <a:cubicBezTo>
                  <a:pt x="3630259" y="215465"/>
                  <a:pt x="3629161" y="182121"/>
                  <a:pt x="3621784" y="150989"/>
                </a:cubicBezTo>
                <a:cubicBezTo>
                  <a:pt x="3613666" y="116918"/>
                  <a:pt x="3597613" y="86657"/>
                  <a:pt x="3574989" y="62822"/>
                </a:cubicBezTo>
                <a:cubicBezTo>
                  <a:pt x="3536246" y="22010"/>
                  <a:pt x="3479529" y="1"/>
                  <a:pt x="3412823" y="1"/>
                </a:cubicBezTo>
                <a:lnTo>
                  <a:pt x="3412560" y="1"/>
                </a:lnTo>
                <a:cubicBezTo>
                  <a:pt x="3412289" y="0"/>
                  <a:pt x="3412020" y="0"/>
                  <a:pt x="3411752" y="0"/>
                </a:cubicBezTo>
                <a:close/>
              </a:path>
            </a:pathLst>
          </a:custGeom>
          <a:solidFill>
            <a:srgbClr val="000000"/>
          </a:solidFill>
          <a:ln w="7382" cap="flat">
            <a:noFill/>
            <a:prstDash val="solid"/>
            <a:miter/>
          </a:ln>
        </p:spPr>
        <p:txBody>
          <a:bodyPr/>
          <a:lstStyle/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540752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F0ACF7-5846-059C-C6F6-380BC4C4DD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4">
            <a:extLst>
              <a:ext uri="{FF2B5EF4-FFF2-40B4-BE49-F238E27FC236}">
                <a16:creationId xmlns:a16="http://schemas.microsoft.com/office/drawing/2014/main" id="{4FBFD496-9E93-BC69-07F6-69F4129767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16659" y="4125192"/>
            <a:ext cx="2721325" cy="5867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5" name="Picture 64">
            <a:extLst>
              <a:ext uri="{FF2B5EF4-FFF2-40B4-BE49-F238E27FC236}">
                <a16:creationId xmlns:a16="http://schemas.microsoft.com/office/drawing/2014/main" id="{C014DBA6-E183-6664-9AD8-4222B61841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16659" y="3238197"/>
            <a:ext cx="4294700" cy="625910"/>
          </a:xfrm>
          <a:prstGeom prst="rect">
            <a:avLst/>
          </a:prstGeom>
        </p:spPr>
      </p:pic>
      <p:pic>
        <p:nvPicPr>
          <p:cNvPr id="3074" name="Picture 2">
            <a:extLst>
              <a:ext uri="{FF2B5EF4-FFF2-40B4-BE49-F238E27FC236}">
                <a16:creationId xmlns:a16="http://schemas.microsoft.com/office/drawing/2014/main" id="{60555309-3183-9B94-DBAC-EDC53154E79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189" b="16953"/>
          <a:stretch>
            <a:fillRect/>
          </a:stretch>
        </p:blipFill>
        <p:spPr bwMode="auto">
          <a:xfrm>
            <a:off x="7140485" y="1113781"/>
            <a:ext cx="1787623" cy="11951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Why Use Python? - Full Stack Python">
            <a:extLst>
              <a:ext uri="{FF2B5EF4-FFF2-40B4-BE49-F238E27FC236}">
                <a16:creationId xmlns:a16="http://schemas.microsoft.com/office/drawing/2014/main" id="{BABCAE90-D524-F4AE-67A6-7218C765C6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16659" y="2415614"/>
            <a:ext cx="2194195" cy="7146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68DA72B8-938A-4BAB-9339-C72A947EDF2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17373" y="1882054"/>
            <a:ext cx="6391275" cy="4486275"/>
          </a:xfrm>
          <a:prstGeom prst="rect">
            <a:avLst/>
          </a:prstGeom>
        </p:spPr>
      </p:pic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1A59D1CA-F5A7-66D3-B666-61A0119DDDB8}"/>
              </a:ext>
            </a:extLst>
          </p:cNvPr>
          <p:cNvCxnSpPr>
            <a:cxnSpLocks/>
          </p:cNvCxnSpPr>
          <p:nvPr/>
        </p:nvCxnSpPr>
        <p:spPr>
          <a:xfrm flipH="1">
            <a:off x="4709504" y="3573367"/>
            <a:ext cx="2507155" cy="48814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5158CFED-47D7-5FAB-E9A9-E57388C054DD}"/>
              </a:ext>
            </a:extLst>
          </p:cNvPr>
          <p:cNvCxnSpPr>
            <a:cxnSpLocks/>
            <a:stCxn id="65" idx="1"/>
          </p:cNvCxnSpPr>
          <p:nvPr/>
        </p:nvCxnSpPr>
        <p:spPr>
          <a:xfrm flipH="1" flipV="1">
            <a:off x="4530749" y="2915861"/>
            <a:ext cx="2685910" cy="63529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0146801A-4A66-96BF-E8EB-775E3EA43289}"/>
              </a:ext>
            </a:extLst>
          </p:cNvPr>
          <p:cNvCxnSpPr>
            <a:cxnSpLocks/>
            <a:stCxn id="7" idx="1"/>
          </p:cNvCxnSpPr>
          <p:nvPr/>
        </p:nvCxnSpPr>
        <p:spPr>
          <a:xfrm flipH="1" flipV="1">
            <a:off x="4530749" y="2991982"/>
            <a:ext cx="2685910" cy="142660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80C8B67E-9DAB-CDF6-88A0-ED5CCD525E20}"/>
              </a:ext>
            </a:extLst>
          </p:cNvPr>
          <p:cNvSpPr/>
          <p:nvPr/>
        </p:nvSpPr>
        <p:spPr>
          <a:xfrm flipH="1">
            <a:off x="1953111" y="1882054"/>
            <a:ext cx="687519" cy="416057"/>
          </a:xfrm>
          <a:custGeom>
            <a:avLst/>
            <a:gdLst>
              <a:gd name="csX0" fmla="*/ 2074117 w 4129925"/>
              <a:gd name="csY0" fmla="*/ 569749 h 2225772"/>
              <a:gd name="csX1" fmla="*/ 2074117 w 4129925"/>
              <a:gd name="csY1" fmla="*/ 820228 h 2225772"/>
              <a:gd name="csX2" fmla="*/ 534486 w 4129925"/>
              <a:gd name="csY2" fmla="*/ 829206 h 2225772"/>
              <a:gd name="csX3" fmla="*/ 2074117 w 4129925"/>
              <a:gd name="csY3" fmla="*/ 569746 h 2225772"/>
              <a:gd name="csX4" fmla="*/ 4016026 w 4129925"/>
              <a:gd name="csY4" fmla="*/ 1267368 h 2225772"/>
              <a:gd name="csX5" fmla="*/ 4021693 w 4129925"/>
              <a:gd name="csY5" fmla="*/ 1367130 h 2225772"/>
              <a:gd name="csX6" fmla="*/ 4028246 w 4129925"/>
              <a:gd name="csY6" fmla="*/ 1482361 h 2225772"/>
              <a:gd name="csX7" fmla="*/ 4033624 w 4129925"/>
              <a:gd name="csY7" fmla="*/ 1522870 h 2225772"/>
              <a:gd name="csX8" fmla="*/ 4052927 w 4129925"/>
              <a:gd name="csY8" fmla="*/ 1630715 h 2225772"/>
              <a:gd name="csX9" fmla="*/ 4071574 w 4129925"/>
              <a:gd name="csY9" fmla="*/ 2011658 h 2225772"/>
              <a:gd name="csX10" fmla="*/ 4058854 w 4129925"/>
              <a:gd name="csY10" fmla="*/ 2040618 h 2225772"/>
              <a:gd name="csX11" fmla="*/ 3993550 w 4129925"/>
              <a:gd name="csY11" fmla="*/ 2109648 h 2225772"/>
              <a:gd name="csX12" fmla="*/ 3973355 w 4129925"/>
              <a:gd name="csY12" fmla="*/ 2117043 h 2225772"/>
              <a:gd name="csX13" fmla="*/ 3927401 w 4129925"/>
              <a:gd name="csY13" fmla="*/ 2130630 h 2225772"/>
              <a:gd name="csX14" fmla="*/ 3927355 w 4129925"/>
              <a:gd name="csY14" fmla="*/ 2130630 h 2225772"/>
              <a:gd name="csX15" fmla="*/ 3922325 w 4129925"/>
              <a:gd name="csY15" fmla="*/ 2129747 h 2225772"/>
              <a:gd name="csX16" fmla="*/ 3939834 w 4129925"/>
              <a:gd name="csY16" fmla="*/ 2103935 h 2225772"/>
              <a:gd name="csX17" fmla="*/ 3983348 w 4129925"/>
              <a:gd name="csY17" fmla="*/ 2043359 h 2225772"/>
              <a:gd name="csX18" fmla="*/ 4000795 w 4129925"/>
              <a:gd name="csY18" fmla="*/ 1975453 h 2225772"/>
              <a:gd name="csX19" fmla="*/ 3970359 w 4129925"/>
              <a:gd name="csY19" fmla="*/ 1890778 h 2225772"/>
              <a:gd name="csX20" fmla="*/ 3890549 w 4129925"/>
              <a:gd name="csY20" fmla="*/ 1860374 h 2225772"/>
              <a:gd name="csX21" fmla="*/ 3866616 w 4129925"/>
              <a:gd name="csY21" fmla="*/ 1856725 h 2225772"/>
              <a:gd name="csX22" fmla="*/ 3863339 w 4129925"/>
              <a:gd name="csY22" fmla="*/ 1798846 h 2225772"/>
              <a:gd name="csX23" fmla="*/ 3852042 w 4129925"/>
              <a:gd name="csY23" fmla="*/ 1712039 h 2225772"/>
              <a:gd name="csX24" fmla="*/ 3833282 w 4129925"/>
              <a:gd name="csY24" fmla="*/ 1611560 h 2225772"/>
              <a:gd name="csX25" fmla="*/ 3867869 w 4129925"/>
              <a:gd name="csY25" fmla="*/ 1572227 h 2225772"/>
              <a:gd name="csX26" fmla="*/ 3867878 w 4129925"/>
              <a:gd name="csY26" fmla="*/ 1572227 h 2225772"/>
              <a:gd name="csX27" fmla="*/ 3869383 w 4129925"/>
              <a:gd name="csY27" fmla="*/ 1572569 h 2225772"/>
              <a:gd name="csX28" fmla="*/ 3874189 w 4129925"/>
              <a:gd name="csY28" fmla="*/ 1585716 h 2225772"/>
              <a:gd name="csX29" fmla="*/ 3917319 w 4129925"/>
              <a:gd name="csY29" fmla="*/ 1627751 h 2225772"/>
              <a:gd name="csX30" fmla="*/ 3917324 w 4129925"/>
              <a:gd name="csY30" fmla="*/ 1627751 h 2225772"/>
              <a:gd name="csX31" fmla="*/ 3938576 w 4129925"/>
              <a:gd name="csY31" fmla="*/ 1615618 h 2225772"/>
              <a:gd name="csX32" fmla="*/ 3960310 w 4129925"/>
              <a:gd name="csY32" fmla="*/ 1569805 h 2225772"/>
              <a:gd name="csX33" fmla="*/ 3969784 w 4129925"/>
              <a:gd name="csY33" fmla="*/ 1504015 h 2225772"/>
              <a:gd name="csX34" fmla="*/ 3980329 w 4129925"/>
              <a:gd name="csY34" fmla="*/ 1443486 h 2225772"/>
              <a:gd name="csX35" fmla="*/ 3990346 w 4129925"/>
              <a:gd name="csY35" fmla="*/ 1385588 h 2225772"/>
              <a:gd name="csX36" fmla="*/ 4000356 w 4129925"/>
              <a:gd name="csY36" fmla="*/ 1322429 h 2225772"/>
              <a:gd name="csX37" fmla="*/ 4012512 w 4129925"/>
              <a:gd name="csY37" fmla="*/ 1272422 h 2225772"/>
              <a:gd name="csX38" fmla="*/ 4016024 w 4129925"/>
              <a:gd name="csY38" fmla="*/ 1267362 h 2225772"/>
              <a:gd name="csX39" fmla="*/ 3411761 w 4129925"/>
              <a:gd name="csY39" fmla="*/ 2 h 2225772"/>
              <a:gd name="csX40" fmla="*/ 3410794 w 4129925"/>
              <a:gd name="csY40" fmla="*/ 3 h 2225772"/>
              <a:gd name="csX41" fmla="*/ 3371557 w 4129925"/>
              <a:gd name="csY41" fmla="*/ 2330 h 2225772"/>
              <a:gd name="csX42" fmla="*/ 3331945 w 4129925"/>
              <a:gd name="csY42" fmla="*/ 9419 h 2225772"/>
              <a:gd name="csX43" fmla="*/ 3323041 w 4129925"/>
              <a:gd name="csY43" fmla="*/ 11853 h 2225772"/>
              <a:gd name="csX44" fmla="*/ 3221986 w 4129925"/>
              <a:gd name="csY44" fmla="*/ 68775 h 2225772"/>
              <a:gd name="csX45" fmla="*/ 3186835 w 4129925"/>
              <a:gd name="csY45" fmla="*/ 118089 h 2225772"/>
              <a:gd name="csX46" fmla="*/ 3169629 w 4129925"/>
              <a:gd name="csY46" fmla="*/ 192060 h 2225772"/>
              <a:gd name="csX47" fmla="*/ 3178142 w 4129925"/>
              <a:gd name="csY47" fmla="*/ 227371 h 2225772"/>
              <a:gd name="csX48" fmla="*/ 3180002 w 4129925"/>
              <a:gd name="csY48" fmla="*/ 230235 h 2225772"/>
              <a:gd name="csX49" fmla="*/ 3177730 w 4129925"/>
              <a:gd name="csY49" fmla="*/ 235426 h 2225772"/>
              <a:gd name="csX50" fmla="*/ 3157438 w 4129925"/>
              <a:gd name="csY50" fmla="*/ 275758 h 2225772"/>
              <a:gd name="csX51" fmla="*/ 3130884 w 4129925"/>
              <a:gd name="csY51" fmla="*/ 331947 h 2225772"/>
              <a:gd name="csX52" fmla="*/ 3130047 w 4129925"/>
              <a:gd name="csY52" fmla="*/ 350210 h 2225772"/>
              <a:gd name="csX53" fmla="*/ 3148963 w 4129925"/>
              <a:gd name="csY53" fmla="*/ 361222 h 2225772"/>
              <a:gd name="csX54" fmla="*/ 3158116 w 4129925"/>
              <a:gd name="csY54" fmla="*/ 363004 h 2225772"/>
              <a:gd name="csX55" fmla="*/ 3158141 w 4129925"/>
              <a:gd name="csY55" fmla="*/ 363004 h 2225772"/>
              <a:gd name="csX56" fmla="*/ 3159593 w 4129925"/>
              <a:gd name="csY56" fmla="*/ 362950 h 2225772"/>
              <a:gd name="csX57" fmla="*/ 3164753 w 4129925"/>
              <a:gd name="csY57" fmla="*/ 362779 h 2225772"/>
              <a:gd name="csX58" fmla="*/ 3164841 w 4129925"/>
              <a:gd name="csY58" fmla="*/ 362779 h 2225772"/>
              <a:gd name="csX59" fmla="*/ 3176525 w 4129925"/>
              <a:gd name="csY59" fmla="*/ 366035 h 2225772"/>
              <a:gd name="csX60" fmla="*/ 3177992 w 4129925"/>
              <a:gd name="csY60" fmla="*/ 376803 h 2225772"/>
              <a:gd name="csX61" fmla="*/ 3177475 w 4129925"/>
              <a:gd name="csY61" fmla="*/ 384340 h 2225772"/>
              <a:gd name="csX62" fmla="*/ 3174531 w 4129925"/>
              <a:gd name="csY62" fmla="*/ 394556 h 2225772"/>
              <a:gd name="csX63" fmla="*/ 3171879 w 4129925"/>
              <a:gd name="csY63" fmla="*/ 405496 h 2225772"/>
              <a:gd name="csX64" fmla="*/ 3184634 w 4129925"/>
              <a:gd name="csY64" fmla="*/ 416836 h 2225772"/>
              <a:gd name="csX65" fmla="*/ 3188509 w 4129925"/>
              <a:gd name="csY65" fmla="*/ 419157 h 2225772"/>
              <a:gd name="csX66" fmla="*/ 3184968 w 4129925"/>
              <a:gd name="csY66" fmla="*/ 428120 h 2225772"/>
              <a:gd name="csX67" fmla="*/ 3181482 w 4129925"/>
              <a:gd name="csY67" fmla="*/ 437609 h 2225772"/>
              <a:gd name="csX68" fmla="*/ 3189248 w 4129925"/>
              <a:gd name="csY68" fmla="*/ 445282 h 2225772"/>
              <a:gd name="csX69" fmla="*/ 3201815 w 4129925"/>
              <a:gd name="csY69" fmla="*/ 460622 h 2225772"/>
              <a:gd name="csX70" fmla="*/ 3201009 w 4129925"/>
              <a:gd name="csY70" fmla="*/ 477805 h 2225772"/>
              <a:gd name="csX71" fmla="*/ 3201861 w 4129925"/>
              <a:gd name="csY71" fmla="*/ 510903 h 2225772"/>
              <a:gd name="csX72" fmla="*/ 3228305 w 4129925"/>
              <a:gd name="csY72" fmla="*/ 530856 h 2225772"/>
              <a:gd name="csX73" fmla="*/ 3242423 w 4129925"/>
              <a:gd name="csY73" fmla="*/ 533221 h 2225772"/>
              <a:gd name="csX74" fmla="*/ 3246931 w 4129925"/>
              <a:gd name="csY74" fmla="*/ 533510 h 2225772"/>
              <a:gd name="csX75" fmla="*/ 3288120 w 4129925"/>
              <a:gd name="csY75" fmla="*/ 525669 h 2225772"/>
              <a:gd name="csX76" fmla="*/ 3329255 w 4129925"/>
              <a:gd name="csY76" fmla="*/ 517789 h 2225772"/>
              <a:gd name="csX77" fmla="*/ 3331523 w 4129925"/>
              <a:gd name="csY77" fmla="*/ 519496 h 2225772"/>
              <a:gd name="csX78" fmla="*/ 3343948 w 4129925"/>
              <a:gd name="csY78" fmla="*/ 535843 h 2225772"/>
              <a:gd name="csX79" fmla="*/ 3351257 w 4129925"/>
              <a:gd name="csY79" fmla="*/ 550312 h 2225772"/>
              <a:gd name="csX80" fmla="*/ 3351193 w 4129925"/>
              <a:gd name="csY80" fmla="*/ 550312 h 2225772"/>
              <a:gd name="csX81" fmla="*/ 3346611 w 4129925"/>
              <a:gd name="csY81" fmla="*/ 552554 h 2225772"/>
              <a:gd name="csX82" fmla="*/ 3346675 w 4129925"/>
              <a:gd name="csY82" fmla="*/ 552554 h 2225772"/>
              <a:gd name="csX83" fmla="*/ 3348345 w 4129925"/>
              <a:gd name="csY83" fmla="*/ 555170 h 2225772"/>
              <a:gd name="csX84" fmla="*/ 3352652 w 4129925"/>
              <a:gd name="csY84" fmla="*/ 590945 h 2225772"/>
              <a:gd name="csX85" fmla="*/ 3309311 w 4129925"/>
              <a:gd name="csY85" fmla="*/ 767288 h 2225772"/>
              <a:gd name="csX86" fmla="*/ 3285537 w 4129925"/>
              <a:gd name="csY86" fmla="*/ 870986 h 2225772"/>
              <a:gd name="csX87" fmla="*/ 3247926 w 4129925"/>
              <a:gd name="csY87" fmla="*/ 968389 h 2225772"/>
              <a:gd name="csX88" fmla="*/ 3227425 w 4129925"/>
              <a:gd name="csY88" fmla="*/ 1127857 h 2225772"/>
              <a:gd name="csX89" fmla="*/ 3221650 w 4129925"/>
              <a:gd name="csY89" fmla="*/ 1177330 h 2225772"/>
              <a:gd name="csX90" fmla="*/ 3214820 w 4129925"/>
              <a:gd name="csY90" fmla="*/ 1233644 h 2225772"/>
              <a:gd name="csX91" fmla="*/ 3211704 w 4129925"/>
              <a:gd name="csY91" fmla="*/ 1283638 h 2225772"/>
              <a:gd name="csX92" fmla="*/ 3164907 w 4129925"/>
              <a:gd name="csY92" fmla="*/ 1282127 h 2225772"/>
              <a:gd name="csX93" fmla="*/ 3148539 w 4129925"/>
              <a:gd name="csY93" fmla="*/ 1281840 h 2225772"/>
              <a:gd name="csX94" fmla="*/ 3147979 w 4129925"/>
              <a:gd name="csY94" fmla="*/ 1281840 h 2225772"/>
              <a:gd name="csX95" fmla="*/ 3110144 w 4129925"/>
              <a:gd name="csY95" fmla="*/ 1287469 h 2225772"/>
              <a:gd name="csX96" fmla="*/ 3069743 w 4129925"/>
              <a:gd name="csY96" fmla="*/ 1295947 h 2225772"/>
              <a:gd name="csX97" fmla="*/ 3057352 w 4129925"/>
              <a:gd name="csY97" fmla="*/ 1296319 h 2225772"/>
              <a:gd name="csX98" fmla="*/ 3057142 w 4129925"/>
              <a:gd name="csY98" fmla="*/ 1296319 h 2225772"/>
              <a:gd name="csX99" fmla="*/ 2975030 w 4129925"/>
              <a:gd name="csY99" fmla="*/ 1255567 h 2225772"/>
              <a:gd name="csX100" fmla="*/ 2932459 w 4129925"/>
              <a:gd name="csY100" fmla="*/ 1234581 h 2225772"/>
              <a:gd name="csX101" fmla="*/ 2902130 w 4129925"/>
              <a:gd name="csY101" fmla="*/ 1222522 h 2225772"/>
              <a:gd name="csX102" fmla="*/ 2886664 w 4129925"/>
              <a:gd name="csY102" fmla="*/ 1220078 h 2225772"/>
              <a:gd name="csX103" fmla="*/ 2886527 w 4129925"/>
              <a:gd name="csY103" fmla="*/ 1220078 h 2225772"/>
              <a:gd name="csX104" fmla="*/ 2872882 w 4129925"/>
              <a:gd name="csY104" fmla="*/ 1220987 h 2225772"/>
              <a:gd name="csX105" fmla="*/ 2812803 w 4129925"/>
              <a:gd name="csY105" fmla="*/ 1227388 h 2225772"/>
              <a:gd name="csX106" fmla="*/ 2757006 w 4129925"/>
              <a:gd name="csY106" fmla="*/ 1252200 h 2225772"/>
              <a:gd name="csX107" fmla="*/ 2741087 w 4129925"/>
              <a:gd name="csY107" fmla="*/ 1275377 h 2225772"/>
              <a:gd name="csX108" fmla="*/ 2733611 w 4129925"/>
              <a:gd name="csY108" fmla="*/ 1284900 h 2225772"/>
              <a:gd name="csX109" fmla="*/ 2498750 w 4129925"/>
              <a:gd name="csY109" fmla="*/ 1276646 h 2225772"/>
              <a:gd name="csX110" fmla="*/ 2495909 w 4129925"/>
              <a:gd name="csY110" fmla="*/ 817827 h 2225772"/>
              <a:gd name="csX111" fmla="*/ 2107695 w 4129925"/>
              <a:gd name="csY111" fmla="*/ 820091 h 2225772"/>
              <a:gd name="csX112" fmla="*/ 2107695 w 4129925"/>
              <a:gd name="csY112" fmla="*/ 564144 h 2225772"/>
              <a:gd name="csX113" fmla="*/ 2510630 w 4129925"/>
              <a:gd name="csY113" fmla="*/ 496239 h 2225772"/>
              <a:gd name="csX114" fmla="*/ 2501996 w 4129925"/>
              <a:gd name="csY114" fmla="*/ 441479 h 2225772"/>
              <a:gd name="csX115" fmla="*/ 2501873 w 4129925"/>
              <a:gd name="csY115" fmla="*/ 440762 h 2225772"/>
              <a:gd name="csX116" fmla="*/ 184473 w 4129925"/>
              <a:gd name="csY116" fmla="*/ 831302 h 2225772"/>
              <a:gd name="csX117" fmla="*/ 3173 w 4129925"/>
              <a:gd name="csY117" fmla="*/ 832359 h 2225772"/>
              <a:gd name="csX118" fmla="*/ 0 w 4129925"/>
              <a:gd name="csY118" fmla="*/ 832379 h 2225772"/>
              <a:gd name="csX119" fmla="*/ 4301 w 4129925"/>
              <a:gd name="csY119" fmla="*/ 1527099 h 2225772"/>
              <a:gd name="csX120" fmla="*/ 94600 w 4129925"/>
              <a:gd name="csY120" fmla="*/ 1526556 h 2225772"/>
              <a:gd name="csX121" fmla="*/ 101106 w 4129925"/>
              <a:gd name="csY121" fmla="*/ 2225773 h 2225772"/>
              <a:gd name="csX122" fmla="*/ 205667 w 4129925"/>
              <a:gd name="csY122" fmla="*/ 2225773 h 2225772"/>
              <a:gd name="csX123" fmla="*/ 199347 w 4129925"/>
              <a:gd name="csY123" fmla="*/ 1525929 h 2225772"/>
              <a:gd name="csX124" fmla="*/ 369454 w 4129925"/>
              <a:gd name="csY124" fmla="*/ 1524906 h 2225772"/>
              <a:gd name="csX125" fmla="*/ 368885 w 4129925"/>
              <a:gd name="csY125" fmla="*/ 1672268 h 2225772"/>
              <a:gd name="csX126" fmla="*/ 370087 w 4129925"/>
              <a:gd name="csY126" fmla="*/ 1673522 h 2225772"/>
              <a:gd name="csX127" fmla="*/ 371356 w 4129925"/>
              <a:gd name="csY127" fmla="*/ 1673446 h 2225772"/>
              <a:gd name="csX128" fmla="*/ 1373258 w 4129925"/>
              <a:gd name="csY128" fmla="*/ 1677217 h 2225772"/>
              <a:gd name="csX129" fmla="*/ 1375394 w 4129925"/>
              <a:gd name="csY129" fmla="*/ 1907768 h 2225772"/>
              <a:gd name="csX130" fmla="*/ 1378339 w 4129925"/>
              <a:gd name="csY130" fmla="*/ 2225769 h 2225772"/>
              <a:gd name="csX131" fmla="*/ 1469037 w 4129925"/>
              <a:gd name="csY131" fmla="*/ 2225769 h 2225772"/>
              <a:gd name="csX132" fmla="*/ 1470049 w 4129925"/>
              <a:gd name="csY132" fmla="*/ 1909733 h 2225772"/>
              <a:gd name="csX133" fmla="*/ 1470952 w 4129925"/>
              <a:gd name="csY133" fmla="*/ 1677584 h 2225772"/>
              <a:gd name="csX134" fmla="*/ 1470973 w 4129925"/>
              <a:gd name="csY134" fmla="*/ 1677584 h 2225772"/>
              <a:gd name="csX135" fmla="*/ 1905873 w 4129925"/>
              <a:gd name="csY135" fmla="*/ 1679221 h 2225772"/>
              <a:gd name="csX136" fmla="*/ 1906313 w 4129925"/>
              <a:gd name="csY136" fmla="*/ 1565308 h 2225772"/>
              <a:gd name="csX137" fmla="*/ 1906339 w 4129925"/>
              <a:gd name="csY137" fmla="*/ 1565308 h 2225772"/>
              <a:gd name="csX138" fmla="*/ 2189536 w 4129925"/>
              <a:gd name="csY138" fmla="*/ 1566651 h 2225772"/>
              <a:gd name="csX139" fmla="*/ 2189536 w 4129925"/>
              <a:gd name="csY139" fmla="*/ 1566651 h 2225772"/>
              <a:gd name="csX140" fmla="*/ 2195360 w 4129925"/>
              <a:gd name="csY140" fmla="*/ 1907621 h 2225772"/>
              <a:gd name="csX141" fmla="*/ 2197322 w 4129925"/>
              <a:gd name="csY141" fmla="*/ 2225764 h 2225772"/>
              <a:gd name="csX142" fmla="*/ 2287935 w 4129925"/>
              <a:gd name="csY142" fmla="*/ 2225764 h 2225772"/>
              <a:gd name="csX143" fmla="*/ 2288952 w 4129925"/>
              <a:gd name="csY143" fmla="*/ 1909585 h 2225772"/>
              <a:gd name="csX144" fmla="*/ 2294292 w 4129925"/>
              <a:gd name="csY144" fmla="*/ 1567018 h 2225772"/>
              <a:gd name="csX145" fmla="*/ 2621854 w 4129925"/>
              <a:gd name="csY145" fmla="*/ 1563909 h 2225772"/>
              <a:gd name="csX146" fmla="*/ 2945518 w 4129925"/>
              <a:gd name="csY146" fmla="*/ 1560065 h 2225772"/>
              <a:gd name="csX147" fmla="*/ 2945554 w 4129925"/>
              <a:gd name="csY147" fmla="*/ 1560065 h 2225772"/>
              <a:gd name="csX148" fmla="*/ 2984580 w 4129925"/>
              <a:gd name="csY148" fmla="*/ 1561453 h 2225772"/>
              <a:gd name="csX149" fmla="*/ 3007820 w 4129925"/>
              <a:gd name="csY149" fmla="*/ 1561950 h 2225772"/>
              <a:gd name="csX150" fmla="*/ 3012774 w 4129925"/>
              <a:gd name="csY150" fmla="*/ 1422304 h 2225772"/>
              <a:gd name="csX151" fmla="*/ 3012811 w 4129925"/>
              <a:gd name="csY151" fmla="*/ 1422304 h 2225772"/>
              <a:gd name="csX152" fmla="*/ 3030067 w 4129925"/>
              <a:gd name="csY152" fmla="*/ 1449127 h 2225772"/>
              <a:gd name="csX153" fmla="*/ 3060957 w 4129925"/>
              <a:gd name="csY153" fmla="*/ 1480655 h 2225772"/>
              <a:gd name="csX154" fmla="*/ 3099261 w 4129925"/>
              <a:gd name="csY154" fmla="*/ 1492177 h 2225772"/>
              <a:gd name="csX155" fmla="*/ 3112552 w 4129925"/>
              <a:gd name="csY155" fmla="*/ 1502681 h 2225772"/>
              <a:gd name="csX156" fmla="*/ 3112612 w 4129925"/>
              <a:gd name="csY156" fmla="*/ 1502681 h 2225772"/>
              <a:gd name="csX157" fmla="*/ 3126402 w 4129925"/>
              <a:gd name="csY157" fmla="*/ 1507398 h 2225772"/>
              <a:gd name="csX158" fmla="*/ 3083370 w 4129925"/>
              <a:gd name="csY158" fmla="*/ 1534295 h 2225772"/>
              <a:gd name="csX159" fmla="*/ 3052025 w 4129925"/>
              <a:gd name="csY159" fmla="*/ 1553812 h 2225772"/>
              <a:gd name="csX160" fmla="*/ 2982978 w 4129925"/>
              <a:gd name="csY160" fmla="*/ 1608111 h 2225772"/>
              <a:gd name="csX161" fmla="*/ 2961199 w 4129925"/>
              <a:gd name="csY161" fmla="*/ 1623929 h 2225772"/>
              <a:gd name="csX162" fmla="*/ 2887309 w 4129925"/>
              <a:gd name="csY162" fmla="*/ 1639823 h 2225772"/>
              <a:gd name="csX163" fmla="*/ 2813934 w 4129925"/>
              <a:gd name="csY163" fmla="*/ 1645191 h 2225772"/>
              <a:gd name="csX164" fmla="*/ 2717714 w 4129925"/>
              <a:gd name="csY164" fmla="*/ 1663749 h 2225772"/>
              <a:gd name="csX165" fmla="*/ 2497107 w 4129925"/>
              <a:gd name="csY165" fmla="*/ 1714060 h 2225772"/>
              <a:gd name="csX166" fmla="*/ 2449329 w 4129925"/>
              <a:gd name="csY166" fmla="*/ 1767803 h 2225772"/>
              <a:gd name="csX167" fmla="*/ 2440379 w 4129925"/>
              <a:gd name="csY167" fmla="*/ 1828330 h 2225772"/>
              <a:gd name="csX168" fmla="*/ 2474017 w 4129925"/>
              <a:gd name="csY168" fmla="*/ 1920368 h 2225772"/>
              <a:gd name="csX169" fmla="*/ 2497464 w 4129925"/>
              <a:gd name="csY169" fmla="*/ 1954536 h 2225772"/>
              <a:gd name="csX170" fmla="*/ 2508680 w 4129925"/>
              <a:gd name="csY170" fmla="*/ 1987671 h 2225772"/>
              <a:gd name="csX171" fmla="*/ 2527370 w 4129925"/>
              <a:gd name="csY171" fmla="*/ 2040264 h 2225772"/>
              <a:gd name="csX172" fmla="*/ 2566333 w 4129925"/>
              <a:gd name="csY172" fmla="*/ 2136503 h 2225772"/>
              <a:gd name="csX173" fmla="*/ 2601539 w 4129925"/>
              <a:gd name="csY173" fmla="*/ 2210647 h 2225772"/>
              <a:gd name="csX174" fmla="*/ 2609296 w 4129925"/>
              <a:gd name="csY174" fmla="*/ 2225766 h 2225772"/>
              <a:gd name="csX175" fmla="*/ 2937540 w 4129925"/>
              <a:gd name="csY175" fmla="*/ 2225766 h 2225772"/>
              <a:gd name="csX176" fmla="*/ 2938144 w 4129925"/>
              <a:gd name="csY176" fmla="*/ 2211736 h 2225772"/>
              <a:gd name="csX177" fmla="*/ 2929022 w 4129925"/>
              <a:gd name="csY177" fmla="*/ 2156497 h 2225772"/>
              <a:gd name="csX178" fmla="*/ 2911937 w 4129925"/>
              <a:gd name="csY178" fmla="*/ 2110742 h 2225772"/>
              <a:gd name="csX179" fmla="*/ 2886845 w 4129925"/>
              <a:gd name="csY179" fmla="*/ 2043950 h 2225772"/>
              <a:gd name="csX180" fmla="*/ 2874090 w 4129925"/>
              <a:gd name="csY180" fmla="*/ 1995960 h 2225772"/>
              <a:gd name="csX181" fmla="*/ 2874149 w 4129925"/>
              <a:gd name="csY181" fmla="*/ 1995960 h 2225772"/>
              <a:gd name="csX182" fmla="*/ 2889979 w 4129925"/>
              <a:gd name="csY182" fmla="*/ 2005532 h 2225772"/>
              <a:gd name="csX183" fmla="*/ 2922489 w 4129925"/>
              <a:gd name="csY183" fmla="*/ 2018128 h 2225772"/>
              <a:gd name="csX184" fmla="*/ 2922682 w 4129925"/>
              <a:gd name="csY184" fmla="*/ 2018128 h 2225772"/>
              <a:gd name="csX185" fmla="*/ 2953807 w 4129925"/>
              <a:gd name="csY185" fmla="*/ 2016491 h 2225772"/>
              <a:gd name="csX186" fmla="*/ 2999312 w 4129925"/>
              <a:gd name="csY186" fmla="*/ 2015506 h 2225772"/>
              <a:gd name="csX187" fmla="*/ 3002141 w 4129925"/>
              <a:gd name="csY187" fmla="*/ 2015504 h 2225772"/>
              <a:gd name="csX188" fmla="*/ 3098448 w 4129925"/>
              <a:gd name="csY188" fmla="*/ 2017332 h 2225772"/>
              <a:gd name="csX189" fmla="*/ 3196296 w 4129925"/>
              <a:gd name="csY189" fmla="*/ 2020873 h 2225772"/>
              <a:gd name="csX190" fmla="*/ 3194742 w 4129925"/>
              <a:gd name="csY190" fmla="*/ 2048237 h 2225772"/>
              <a:gd name="csX191" fmla="*/ 3200130 w 4129925"/>
              <a:gd name="csY191" fmla="*/ 2095589 h 2225772"/>
              <a:gd name="csX192" fmla="*/ 3231572 w 4129925"/>
              <a:gd name="csY192" fmla="*/ 2144481 h 2225772"/>
              <a:gd name="csX193" fmla="*/ 3231578 w 4129925"/>
              <a:gd name="csY193" fmla="*/ 2144481 h 2225772"/>
              <a:gd name="csX194" fmla="*/ 3270959 w 4129925"/>
              <a:gd name="csY194" fmla="*/ 2165999 h 2225772"/>
              <a:gd name="csX195" fmla="*/ 3314598 w 4129925"/>
              <a:gd name="csY195" fmla="*/ 2185030 h 2225772"/>
              <a:gd name="csX196" fmla="*/ 3314654 w 4129925"/>
              <a:gd name="csY196" fmla="*/ 2185030 h 2225772"/>
              <a:gd name="csX197" fmla="*/ 3325756 w 4129925"/>
              <a:gd name="csY197" fmla="*/ 2183808 h 2225772"/>
              <a:gd name="csX198" fmla="*/ 3424653 w 4129925"/>
              <a:gd name="csY198" fmla="*/ 2177350 h 2225772"/>
              <a:gd name="csX199" fmla="*/ 3502819 w 4129925"/>
              <a:gd name="csY199" fmla="*/ 2175131 h 2225772"/>
              <a:gd name="csX200" fmla="*/ 3502862 w 4129925"/>
              <a:gd name="csY200" fmla="*/ 2204073 h 2225772"/>
              <a:gd name="csX201" fmla="*/ 3503913 w 4129925"/>
              <a:gd name="csY201" fmla="*/ 2225766 h 2225772"/>
              <a:gd name="csX202" fmla="*/ 3677691 w 4129925"/>
              <a:gd name="csY202" fmla="*/ 2225766 h 2225772"/>
              <a:gd name="csX203" fmla="*/ 3675174 w 4129925"/>
              <a:gd name="csY203" fmla="*/ 2215924 h 2225772"/>
              <a:gd name="csX204" fmla="*/ 3678870 w 4129925"/>
              <a:gd name="csY204" fmla="*/ 2175834 h 2225772"/>
              <a:gd name="csX205" fmla="*/ 3678941 w 4129925"/>
              <a:gd name="csY205" fmla="*/ 2175834 h 2225772"/>
              <a:gd name="csX206" fmla="*/ 3689473 w 4129925"/>
              <a:gd name="csY206" fmla="*/ 2176438 h 2225772"/>
              <a:gd name="csX207" fmla="*/ 3720356 w 4129925"/>
              <a:gd name="csY207" fmla="*/ 2204282 h 2225772"/>
              <a:gd name="csX208" fmla="*/ 3727449 w 4129925"/>
              <a:gd name="csY208" fmla="*/ 2225766 h 2225772"/>
              <a:gd name="csX209" fmla="*/ 3895056 w 4129925"/>
              <a:gd name="csY209" fmla="*/ 2225766 h 2225772"/>
              <a:gd name="csX210" fmla="*/ 3895332 w 4129925"/>
              <a:gd name="csY210" fmla="*/ 2221392 h 2225772"/>
              <a:gd name="csX211" fmla="*/ 3938872 w 4129925"/>
              <a:gd name="csY211" fmla="*/ 2178180 h 2225772"/>
              <a:gd name="csX212" fmla="*/ 3996268 w 4129925"/>
              <a:gd name="csY212" fmla="*/ 2155995 h 2225772"/>
              <a:gd name="csX213" fmla="*/ 4029750 w 4129925"/>
              <a:gd name="csY213" fmla="*/ 2143317 h 2225772"/>
              <a:gd name="csX214" fmla="*/ 4108864 w 4129925"/>
              <a:gd name="csY214" fmla="*/ 2063745 h 2225772"/>
              <a:gd name="csX215" fmla="*/ 4114163 w 4129925"/>
              <a:gd name="csY215" fmla="*/ 2051109 h 2225772"/>
              <a:gd name="csX216" fmla="*/ 4119457 w 4129925"/>
              <a:gd name="csY216" fmla="*/ 2035315 h 2225772"/>
              <a:gd name="csX217" fmla="*/ 4124750 w 4129925"/>
              <a:gd name="csY217" fmla="*/ 2019520 h 2225772"/>
              <a:gd name="csX218" fmla="*/ 4129924 w 4129925"/>
              <a:gd name="csY218" fmla="*/ 1922165 h 2225772"/>
              <a:gd name="csX219" fmla="*/ 4124460 w 4129925"/>
              <a:gd name="csY219" fmla="*/ 1824825 h 2225772"/>
              <a:gd name="csX220" fmla="*/ 4119066 w 4129925"/>
              <a:gd name="csY220" fmla="*/ 1772738 h 2225772"/>
              <a:gd name="csX221" fmla="*/ 4114201 w 4129925"/>
              <a:gd name="csY221" fmla="*/ 1719599 h 2225772"/>
              <a:gd name="csX222" fmla="*/ 4106685 w 4129925"/>
              <a:gd name="csY222" fmla="*/ 1672251 h 2225772"/>
              <a:gd name="csX223" fmla="*/ 4098068 w 4129925"/>
              <a:gd name="csY223" fmla="*/ 1598593 h 2225772"/>
              <a:gd name="csX224" fmla="*/ 4074996 w 4129925"/>
              <a:gd name="csY224" fmla="*/ 1459183 h 2225772"/>
              <a:gd name="csX225" fmla="*/ 4078459 w 4129925"/>
              <a:gd name="csY225" fmla="*/ 1285006 h 2225772"/>
              <a:gd name="csX226" fmla="*/ 4079900 w 4129925"/>
              <a:gd name="csY226" fmla="*/ 1181340 h 2225772"/>
              <a:gd name="csX227" fmla="*/ 4057024 w 4129925"/>
              <a:gd name="csY227" fmla="*/ 1174006 h 2225772"/>
              <a:gd name="csX228" fmla="*/ 4042100 w 4129925"/>
              <a:gd name="csY228" fmla="*/ 1151401 h 2225772"/>
              <a:gd name="csX229" fmla="*/ 4052665 w 4129925"/>
              <a:gd name="csY229" fmla="*/ 1104027 h 2225772"/>
              <a:gd name="csX230" fmla="*/ 4037105 w 4129925"/>
              <a:gd name="csY230" fmla="*/ 1010386 h 2225772"/>
              <a:gd name="csX231" fmla="*/ 4029065 w 4129925"/>
              <a:gd name="csY231" fmla="*/ 1009496 h 2225772"/>
              <a:gd name="csX232" fmla="*/ 4028995 w 4129925"/>
              <a:gd name="csY232" fmla="*/ 1009496 h 2225772"/>
              <a:gd name="csX233" fmla="*/ 3958442 w 4129925"/>
              <a:gd name="csY233" fmla="*/ 1035757 h 2225772"/>
              <a:gd name="csX234" fmla="*/ 3940268 w 4129925"/>
              <a:gd name="csY234" fmla="*/ 1047333 h 2225772"/>
              <a:gd name="csX235" fmla="*/ 3940264 w 4129925"/>
              <a:gd name="csY235" fmla="*/ 1047333 h 2225772"/>
              <a:gd name="csX236" fmla="*/ 3938784 w 4129925"/>
              <a:gd name="csY236" fmla="*/ 1046837 h 2225772"/>
              <a:gd name="csX237" fmla="*/ 3936071 w 4129925"/>
              <a:gd name="csY237" fmla="*/ 1010532 h 2225772"/>
              <a:gd name="csX238" fmla="*/ 3904978 w 4129925"/>
              <a:gd name="csY238" fmla="*/ 841136 h 2225772"/>
              <a:gd name="csX239" fmla="*/ 3847947 w 4129925"/>
              <a:gd name="csY239" fmla="*/ 752290 h 2225772"/>
              <a:gd name="csX240" fmla="*/ 3830361 w 4129925"/>
              <a:gd name="csY240" fmla="*/ 726532 h 2225772"/>
              <a:gd name="csX241" fmla="*/ 3716380 w 4129925"/>
              <a:gd name="csY241" fmla="*/ 602517 h 2225772"/>
              <a:gd name="csX242" fmla="*/ 3702537 w 4129925"/>
              <a:gd name="csY242" fmla="*/ 591487 h 2225772"/>
              <a:gd name="csX243" fmla="*/ 3680708 w 4129925"/>
              <a:gd name="csY243" fmla="*/ 574154 h 2225772"/>
              <a:gd name="csX244" fmla="*/ 3657790 w 4129925"/>
              <a:gd name="csY244" fmla="*/ 538932 h 2225772"/>
              <a:gd name="csX245" fmla="*/ 3639655 w 4129925"/>
              <a:gd name="csY245" fmla="*/ 501072 h 2225772"/>
              <a:gd name="csX246" fmla="*/ 3617560 w 4129925"/>
              <a:gd name="csY246" fmla="*/ 472305 h 2225772"/>
              <a:gd name="csX247" fmla="*/ 3617493 w 4129925"/>
              <a:gd name="csY247" fmla="*/ 472305 h 2225772"/>
              <a:gd name="csX248" fmla="*/ 3607170 w 4129925"/>
              <a:gd name="csY248" fmla="*/ 443804 h 2225772"/>
              <a:gd name="csX249" fmla="*/ 3602957 w 4129925"/>
              <a:gd name="csY249" fmla="*/ 431667 h 2225772"/>
              <a:gd name="csX250" fmla="*/ 3590944 w 4129925"/>
              <a:gd name="csY250" fmla="*/ 390488 h 2225772"/>
              <a:gd name="csX251" fmla="*/ 3591869 w 4129925"/>
              <a:gd name="csY251" fmla="*/ 347257 h 2225772"/>
              <a:gd name="csX252" fmla="*/ 3606957 w 4129925"/>
              <a:gd name="csY252" fmla="*/ 307604 h 2225772"/>
              <a:gd name="csX253" fmla="*/ 3624973 w 4129925"/>
              <a:gd name="csY253" fmla="*/ 250991 h 2225772"/>
              <a:gd name="csX254" fmla="*/ 3621784 w 4129925"/>
              <a:gd name="csY254" fmla="*/ 150989 h 2225772"/>
              <a:gd name="csX255" fmla="*/ 3574989 w 4129925"/>
              <a:gd name="csY255" fmla="*/ 62822 h 2225772"/>
              <a:gd name="csX256" fmla="*/ 3412823 w 4129925"/>
              <a:gd name="csY256" fmla="*/ 1 h 2225772"/>
              <a:gd name="csX257" fmla="*/ 3412560 w 4129925"/>
              <a:gd name="csY257" fmla="*/ 1 h 2225772"/>
              <a:gd name="csX258" fmla="*/ 3411752 w 4129925"/>
              <a:gd name="csY258" fmla="*/ 0 h 222577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  <a:cxn ang="0">
                <a:pos x="csX91" y="csY91"/>
              </a:cxn>
              <a:cxn ang="0">
                <a:pos x="csX92" y="csY92"/>
              </a:cxn>
              <a:cxn ang="0">
                <a:pos x="csX93" y="csY93"/>
              </a:cxn>
              <a:cxn ang="0">
                <a:pos x="csX94" y="csY94"/>
              </a:cxn>
              <a:cxn ang="0">
                <a:pos x="csX95" y="csY95"/>
              </a:cxn>
              <a:cxn ang="0">
                <a:pos x="csX96" y="csY96"/>
              </a:cxn>
              <a:cxn ang="0">
                <a:pos x="csX97" y="csY97"/>
              </a:cxn>
              <a:cxn ang="0">
                <a:pos x="csX98" y="csY98"/>
              </a:cxn>
              <a:cxn ang="0">
                <a:pos x="csX99" y="csY99"/>
              </a:cxn>
              <a:cxn ang="0">
                <a:pos x="csX100" y="csY100"/>
              </a:cxn>
              <a:cxn ang="0">
                <a:pos x="csX101" y="csY101"/>
              </a:cxn>
              <a:cxn ang="0">
                <a:pos x="csX102" y="csY102"/>
              </a:cxn>
              <a:cxn ang="0">
                <a:pos x="csX103" y="csY103"/>
              </a:cxn>
              <a:cxn ang="0">
                <a:pos x="csX104" y="csY104"/>
              </a:cxn>
              <a:cxn ang="0">
                <a:pos x="csX105" y="csY105"/>
              </a:cxn>
              <a:cxn ang="0">
                <a:pos x="csX106" y="csY106"/>
              </a:cxn>
              <a:cxn ang="0">
                <a:pos x="csX107" y="csY107"/>
              </a:cxn>
              <a:cxn ang="0">
                <a:pos x="csX108" y="csY108"/>
              </a:cxn>
              <a:cxn ang="0">
                <a:pos x="csX109" y="csY109"/>
              </a:cxn>
              <a:cxn ang="0">
                <a:pos x="csX110" y="csY110"/>
              </a:cxn>
              <a:cxn ang="0">
                <a:pos x="csX111" y="csY111"/>
              </a:cxn>
              <a:cxn ang="0">
                <a:pos x="csX112" y="csY112"/>
              </a:cxn>
              <a:cxn ang="0">
                <a:pos x="csX113" y="csY113"/>
              </a:cxn>
              <a:cxn ang="0">
                <a:pos x="csX114" y="csY114"/>
              </a:cxn>
              <a:cxn ang="0">
                <a:pos x="csX115" y="csY115"/>
              </a:cxn>
              <a:cxn ang="0">
                <a:pos x="csX116" y="csY116"/>
              </a:cxn>
              <a:cxn ang="0">
                <a:pos x="csX117" y="csY117"/>
              </a:cxn>
              <a:cxn ang="0">
                <a:pos x="csX118" y="csY118"/>
              </a:cxn>
              <a:cxn ang="0">
                <a:pos x="csX119" y="csY119"/>
              </a:cxn>
              <a:cxn ang="0">
                <a:pos x="csX120" y="csY120"/>
              </a:cxn>
              <a:cxn ang="0">
                <a:pos x="csX121" y="csY121"/>
              </a:cxn>
              <a:cxn ang="0">
                <a:pos x="csX122" y="csY122"/>
              </a:cxn>
              <a:cxn ang="0">
                <a:pos x="csX123" y="csY123"/>
              </a:cxn>
              <a:cxn ang="0">
                <a:pos x="csX124" y="csY124"/>
              </a:cxn>
              <a:cxn ang="0">
                <a:pos x="csX125" y="csY125"/>
              </a:cxn>
              <a:cxn ang="0">
                <a:pos x="csX126" y="csY126"/>
              </a:cxn>
              <a:cxn ang="0">
                <a:pos x="csX127" y="csY127"/>
              </a:cxn>
              <a:cxn ang="0">
                <a:pos x="csX128" y="csY128"/>
              </a:cxn>
              <a:cxn ang="0">
                <a:pos x="csX129" y="csY129"/>
              </a:cxn>
              <a:cxn ang="0">
                <a:pos x="csX130" y="csY130"/>
              </a:cxn>
              <a:cxn ang="0">
                <a:pos x="csX131" y="csY131"/>
              </a:cxn>
              <a:cxn ang="0">
                <a:pos x="csX132" y="csY132"/>
              </a:cxn>
              <a:cxn ang="0">
                <a:pos x="csX133" y="csY133"/>
              </a:cxn>
              <a:cxn ang="0">
                <a:pos x="csX134" y="csY134"/>
              </a:cxn>
              <a:cxn ang="0">
                <a:pos x="csX135" y="csY135"/>
              </a:cxn>
              <a:cxn ang="0">
                <a:pos x="csX136" y="csY136"/>
              </a:cxn>
              <a:cxn ang="0">
                <a:pos x="csX137" y="csY137"/>
              </a:cxn>
              <a:cxn ang="0">
                <a:pos x="csX138" y="csY138"/>
              </a:cxn>
              <a:cxn ang="0">
                <a:pos x="csX139" y="csY139"/>
              </a:cxn>
              <a:cxn ang="0">
                <a:pos x="csX140" y="csY140"/>
              </a:cxn>
              <a:cxn ang="0">
                <a:pos x="csX141" y="csY141"/>
              </a:cxn>
              <a:cxn ang="0">
                <a:pos x="csX142" y="csY142"/>
              </a:cxn>
              <a:cxn ang="0">
                <a:pos x="csX143" y="csY143"/>
              </a:cxn>
              <a:cxn ang="0">
                <a:pos x="csX144" y="csY144"/>
              </a:cxn>
              <a:cxn ang="0">
                <a:pos x="csX145" y="csY145"/>
              </a:cxn>
              <a:cxn ang="0">
                <a:pos x="csX146" y="csY146"/>
              </a:cxn>
              <a:cxn ang="0">
                <a:pos x="csX147" y="csY147"/>
              </a:cxn>
              <a:cxn ang="0">
                <a:pos x="csX148" y="csY148"/>
              </a:cxn>
              <a:cxn ang="0">
                <a:pos x="csX149" y="csY149"/>
              </a:cxn>
              <a:cxn ang="0">
                <a:pos x="csX150" y="csY150"/>
              </a:cxn>
              <a:cxn ang="0">
                <a:pos x="csX151" y="csY151"/>
              </a:cxn>
              <a:cxn ang="0">
                <a:pos x="csX152" y="csY152"/>
              </a:cxn>
              <a:cxn ang="0">
                <a:pos x="csX153" y="csY153"/>
              </a:cxn>
              <a:cxn ang="0">
                <a:pos x="csX154" y="csY154"/>
              </a:cxn>
              <a:cxn ang="0">
                <a:pos x="csX155" y="csY155"/>
              </a:cxn>
              <a:cxn ang="0">
                <a:pos x="csX156" y="csY156"/>
              </a:cxn>
              <a:cxn ang="0">
                <a:pos x="csX157" y="csY157"/>
              </a:cxn>
              <a:cxn ang="0">
                <a:pos x="csX158" y="csY158"/>
              </a:cxn>
              <a:cxn ang="0">
                <a:pos x="csX159" y="csY159"/>
              </a:cxn>
              <a:cxn ang="0">
                <a:pos x="csX160" y="csY160"/>
              </a:cxn>
              <a:cxn ang="0">
                <a:pos x="csX161" y="csY161"/>
              </a:cxn>
              <a:cxn ang="0">
                <a:pos x="csX162" y="csY162"/>
              </a:cxn>
              <a:cxn ang="0">
                <a:pos x="csX163" y="csY163"/>
              </a:cxn>
              <a:cxn ang="0">
                <a:pos x="csX164" y="csY164"/>
              </a:cxn>
              <a:cxn ang="0">
                <a:pos x="csX165" y="csY165"/>
              </a:cxn>
              <a:cxn ang="0">
                <a:pos x="csX166" y="csY166"/>
              </a:cxn>
              <a:cxn ang="0">
                <a:pos x="csX167" y="csY167"/>
              </a:cxn>
              <a:cxn ang="0">
                <a:pos x="csX168" y="csY168"/>
              </a:cxn>
              <a:cxn ang="0">
                <a:pos x="csX169" y="csY169"/>
              </a:cxn>
              <a:cxn ang="0">
                <a:pos x="csX170" y="csY170"/>
              </a:cxn>
              <a:cxn ang="0">
                <a:pos x="csX171" y="csY171"/>
              </a:cxn>
              <a:cxn ang="0">
                <a:pos x="csX172" y="csY172"/>
              </a:cxn>
              <a:cxn ang="0">
                <a:pos x="csX173" y="csY173"/>
              </a:cxn>
              <a:cxn ang="0">
                <a:pos x="csX174" y="csY174"/>
              </a:cxn>
              <a:cxn ang="0">
                <a:pos x="csX175" y="csY175"/>
              </a:cxn>
              <a:cxn ang="0">
                <a:pos x="csX176" y="csY176"/>
              </a:cxn>
              <a:cxn ang="0">
                <a:pos x="csX177" y="csY177"/>
              </a:cxn>
              <a:cxn ang="0">
                <a:pos x="csX178" y="csY178"/>
              </a:cxn>
              <a:cxn ang="0">
                <a:pos x="csX179" y="csY179"/>
              </a:cxn>
              <a:cxn ang="0">
                <a:pos x="csX180" y="csY180"/>
              </a:cxn>
              <a:cxn ang="0">
                <a:pos x="csX181" y="csY181"/>
              </a:cxn>
              <a:cxn ang="0">
                <a:pos x="csX182" y="csY182"/>
              </a:cxn>
              <a:cxn ang="0">
                <a:pos x="csX183" y="csY183"/>
              </a:cxn>
              <a:cxn ang="0">
                <a:pos x="csX184" y="csY184"/>
              </a:cxn>
              <a:cxn ang="0">
                <a:pos x="csX185" y="csY185"/>
              </a:cxn>
              <a:cxn ang="0">
                <a:pos x="csX186" y="csY186"/>
              </a:cxn>
              <a:cxn ang="0">
                <a:pos x="csX187" y="csY187"/>
              </a:cxn>
              <a:cxn ang="0">
                <a:pos x="csX188" y="csY188"/>
              </a:cxn>
              <a:cxn ang="0">
                <a:pos x="csX189" y="csY189"/>
              </a:cxn>
              <a:cxn ang="0">
                <a:pos x="csX190" y="csY190"/>
              </a:cxn>
              <a:cxn ang="0">
                <a:pos x="csX191" y="csY191"/>
              </a:cxn>
              <a:cxn ang="0">
                <a:pos x="csX192" y="csY192"/>
              </a:cxn>
              <a:cxn ang="0">
                <a:pos x="csX193" y="csY193"/>
              </a:cxn>
              <a:cxn ang="0">
                <a:pos x="csX194" y="csY194"/>
              </a:cxn>
              <a:cxn ang="0">
                <a:pos x="csX195" y="csY195"/>
              </a:cxn>
              <a:cxn ang="0">
                <a:pos x="csX196" y="csY196"/>
              </a:cxn>
              <a:cxn ang="0">
                <a:pos x="csX197" y="csY197"/>
              </a:cxn>
              <a:cxn ang="0">
                <a:pos x="csX198" y="csY198"/>
              </a:cxn>
              <a:cxn ang="0">
                <a:pos x="csX199" y="csY199"/>
              </a:cxn>
              <a:cxn ang="0">
                <a:pos x="csX200" y="csY200"/>
              </a:cxn>
              <a:cxn ang="0">
                <a:pos x="csX201" y="csY201"/>
              </a:cxn>
              <a:cxn ang="0">
                <a:pos x="csX202" y="csY202"/>
              </a:cxn>
              <a:cxn ang="0">
                <a:pos x="csX203" y="csY203"/>
              </a:cxn>
              <a:cxn ang="0">
                <a:pos x="csX204" y="csY204"/>
              </a:cxn>
              <a:cxn ang="0">
                <a:pos x="csX205" y="csY205"/>
              </a:cxn>
              <a:cxn ang="0">
                <a:pos x="csX206" y="csY206"/>
              </a:cxn>
              <a:cxn ang="0">
                <a:pos x="csX207" y="csY207"/>
              </a:cxn>
              <a:cxn ang="0">
                <a:pos x="csX208" y="csY208"/>
              </a:cxn>
              <a:cxn ang="0">
                <a:pos x="csX209" y="csY209"/>
              </a:cxn>
              <a:cxn ang="0">
                <a:pos x="csX210" y="csY210"/>
              </a:cxn>
              <a:cxn ang="0">
                <a:pos x="csX211" y="csY211"/>
              </a:cxn>
              <a:cxn ang="0">
                <a:pos x="csX212" y="csY212"/>
              </a:cxn>
              <a:cxn ang="0">
                <a:pos x="csX213" y="csY213"/>
              </a:cxn>
              <a:cxn ang="0">
                <a:pos x="csX214" y="csY214"/>
              </a:cxn>
              <a:cxn ang="0">
                <a:pos x="csX215" y="csY215"/>
              </a:cxn>
              <a:cxn ang="0">
                <a:pos x="csX216" y="csY216"/>
              </a:cxn>
              <a:cxn ang="0">
                <a:pos x="csX217" y="csY217"/>
              </a:cxn>
              <a:cxn ang="0">
                <a:pos x="csX218" y="csY218"/>
              </a:cxn>
              <a:cxn ang="0">
                <a:pos x="csX219" y="csY219"/>
              </a:cxn>
              <a:cxn ang="0">
                <a:pos x="csX220" y="csY220"/>
              </a:cxn>
              <a:cxn ang="0">
                <a:pos x="csX221" y="csY221"/>
              </a:cxn>
              <a:cxn ang="0">
                <a:pos x="csX222" y="csY222"/>
              </a:cxn>
              <a:cxn ang="0">
                <a:pos x="csX223" y="csY223"/>
              </a:cxn>
              <a:cxn ang="0">
                <a:pos x="csX224" y="csY224"/>
              </a:cxn>
              <a:cxn ang="0">
                <a:pos x="csX225" y="csY225"/>
              </a:cxn>
              <a:cxn ang="0">
                <a:pos x="csX226" y="csY226"/>
              </a:cxn>
              <a:cxn ang="0">
                <a:pos x="csX227" y="csY227"/>
              </a:cxn>
              <a:cxn ang="0">
                <a:pos x="csX228" y="csY228"/>
              </a:cxn>
              <a:cxn ang="0">
                <a:pos x="csX229" y="csY229"/>
              </a:cxn>
              <a:cxn ang="0">
                <a:pos x="csX230" y="csY230"/>
              </a:cxn>
              <a:cxn ang="0">
                <a:pos x="csX231" y="csY231"/>
              </a:cxn>
              <a:cxn ang="0">
                <a:pos x="csX232" y="csY232"/>
              </a:cxn>
              <a:cxn ang="0">
                <a:pos x="csX233" y="csY233"/>
              </a:cxn>
              <a:cxn ang="0">
                <a:pos x="csX234" y="csY234"/>
              </a:cxn>
              <a:cxn ang="0">
                <a:pos x="csX235" y="csY235"/>
              </a:cxn>
              <a:cxn ang="0">
                <a:pos x="csX236" y="csY236"/>
              </a:cxn>
              <a:cxn ang="0">
                <a:pos x="csX237" y="csY237"/>
              </a:cxn>
              <a:cxn ang="0">
                <a:pos x="csX238" y="csY238"/>
              </a:cxn>
              <a:cxn ang="0">
                <a:pos x="csX239" y="csY239"/>
              </a:cxn>
              <a:cxn ang="0">
                <a:pos x="csX240" y="csY240"/>
              </a:cxn>
              <a:cxn ang="0">
                <a:pos x="csX241" y="csY241"/>
              </a:cxn>
              <a:cxn ang="0">
                <a:pos x="csX242" y="csY242"/>
              </a:cxn>
              <a:cxn ang="0">
                <a:pos x="csX243" y="csY243"/>
              </a:cxn>
              <a:cxn ang="0">
                <a:pos x="csX244" y="csY244"/>
              </a:cxn>
              <a:cxn ang="0">
                <a:pos x="csX245" y="csY245"/>
              </a:cxn>
              <a:cxn ang="0">
                <a:pos x="csX246" y="csY246"/>
              </a:cxn>
              <a:cxn ang="0">
                <a:pos x="csX247" y="csY247"/>
              </a:cxn>
              <a:cxn ang="0">
                <a:pos x="csX248" y="csY248"/>
              </a:cxn>
              <a:cxn ang="0">
                <a:pos x="csX249" y="csY249"/>
              </a:cxn>
              <a:cxn ang="0">
                <a:pos x="csX250" y="csY250"/>
              </a:cxn>
              <a:cxn ang="0">
                <a:pos x="csX251" y="csY251"/>
              </a:cxn>
              <a:cxn ang="0">
                <a:pos x="csX252" y="csY252"/>
              </a:cxn>
              <a:cxn ang="0">
                <a:pos x="csX253" y="csY253"/>
              </a:cxn>
              <a:cxn ang="0">
                <a:pos x="csX254" y="csY254"/>
              </a:cxn>
              <a:cxn ang="0">
                <a:pos x="csX255" y="csY255"/>
              </a:cxn>
              <a:cxn ang="0">
                <a:pos x="csX256" y="csY256"/>
              </a:cxn>
              <a:cxn ang="0">
                <a:pos x="csX257" y="csY257"/>
              </a:cxn>
              <a:cxn ang="0">
                <a:pos x="csX258" y="csY258"/>
              </a:cxn>
            </a:cxnLst>
            <a:rect l="l" t="t" r="r" b="b"/>
            <a:pathLst>
              <a:path w="4129925" h="2225772">
                <a:moveTo>
                  <a:pt x="2074117" y="569749"/>
                </a:moveTo>
                <a:lnTo>
                  <a:pt x="2074117" y="820228"/>
                </a:lnTo>
                <a:lnTo>
                  <a:pt x="534486" y="829206"/>
                </a:lnTo>
                <a:lnTo>
                  <a:pt x="2074117" y="569746"/>
                </a:lnTo>
                <a:close/>
                <a:moveTo>
                  <a:pt x="4016026" y="1267368"/>
                </a:moveTo>
                <a:cubicBezTo>
                  <a:pt x="4019384" y="1267368"/>
                  <a:pt x="4020338" y="1290942"/>
                  <a:pt x="4021693" y="1367130"/>
                </a:cubicBezTo>
                <a:cubicBezTo>
                  <a:pt x="4022318" y="1429748"/>
                  <a:pt x="4025583" y="1479734"/>
                  <a:pt x="4028246" y="1482361"/>
                </a:cubicBezTo>
                <a:cubicBezTo>
                  <a:pt x="4031441" y="1485514"/>
                  <a:pt x="4033595" y="1503401"/>
                  <a:pt x="4033624" y="1522870"/>
                </a:cubicBezTo>
                <a:cubicBezTo>
                  <a:pt x="4033659" y="1546024"/>
                  <a:pt x="4040094" y="1582850"/>
                  <a:pt x="4052927" y="1630715"/>
                </a:cubicBezTo>
                <a:cubicBezTo>
                  <a:pt x="4087156" y="1762741"/>
                  <a:pt x="4097022" y="1961106"/>
                  <a:pt x="4071574" y="2011658"/>
                </a:cubicBezTo>
                <a:cubicBezTo>
                  <a:pt x="4069452" y="2015872"/>
                  <a:pt x="4063623" y="2029035"/>
                  <a:pt x="4058854" y="2040618"/>
                </a:cubicBezTo>
                <a:cubicBezTo>
                  <a:pt x="4047196" y="2068525"/>
                  <a:pt x="4012686" y="2104882"/>
                  <a:pt x="3993550" y="2109648"/>
                </a:cubicBezTo>
                <a:cubicBezTo>
                  <a:pt x="3985577" y="2111764"/>
                  <a:pt x="3976542" y="2114934"/>
                  <a:pt x="3973355" y="2117043"/>
                </a:cubicBezTo>
                <a:cubicBezTo>
                  <a:pt x="3964502" y="2123633"/>
                  <a:pt x="3939034" y="2130613"/>
                  <a:pt x="3927401" y="2130630"/>
                </a:cubicBezTo>
                <a:lnTo>
                  <a:pt x="3927355" y="2130630"/>
                </a:lnTo>
                <a:cubicBezTo>
                  <a:pt x="3925050" y="2130630"/>
                  <a:pt x="3923294" y="2130355"/>
                  <a:pt x="3922325" y="2129747"/>
                </a:cubicBezTo>
                <a:cubicBezTo>
                  <a:pt x="3918599" y="2127647"/>
                  <a:pt x="3924967" y="2118165"/>
                  <a:pt x="3939834" y="2103935"/>
                </a:cubicBezTo>
                <a:cubicBezTo>
                  <a:pt x="3953110" y="2091289"/>
                  <a:pt x="3972745" y="2064423"/>
                  <a:pt x="3983348" y="2043359"/>
                </a:cubicBezTo>
                <a:cubicBezTo>
                  <a:pt x="4001377" y="2009129"/>
                  <a:pt x="4002962" y="2002287"/>
                  <a:pt x="4000795" y="1975453"/>
                </a:cubicBezTo>
                <a:cubicBezTo>
                  <a:pt x="3995934" y="1924945"/>
                  <a:pt x="3991127" y="1911269"/>
                  <a:pt x="3970359" y="1890778"/>
                </a:cubicBezTo>
                <a:cubicBezTo>
                  <a:pt x="3951187" y="1871863"/>
                  <a:pt x="3942141" y="1868191"/>
                  <a:pt x="3890549" y="1860374"/>
                </a:cubicBezTo>
                <a:lnTo>
                  <a:pt x="3866616" y="1856725"/>
                </a:lnTo>
                <a:lnTo>
                  <a:pt x="3863339" y="1798846"/>
                </a:lnTo>
                <a:cubicBezTo>
                  <a:pt x="3861696" y="1766751"/>
                  <a:pt x="3856320" y="1727819"/>
                  <a:pt x="3852042" y="1712039"/>
                </a:cubicBezTo>
                <a:cubicBezTo>
                  <a:pt x="3837080" y="1662071"/>
                  <a:pt x="3830110" y="1624194"/>
                  <a:pt x="3833282" y="1611560"/>
                </a:cubicBezTo>
                <a:cubicBezTo>
                  <a:pt x="3837247" y="1596764"/>
                  <a:pt x="3859402" y="1572240"/>
                  <a:pt x="3867869" y="1572227"/>
                </a:cubicBezTo>
                <a:lnTo>
                  <a:pt x="3867878" y="1572227"/>
                </a:lnTo>
                <a:cubicBezTo>
                  <a:pt x="3868445" y="1572227"/>
                  <a:pt x="3868950" y="1572338"/>
                  <a:pt x="3869383" y="1572569"/>
                </a:cubicBezTo>
                <a:cubicBezTo>
                  <a:pt x="3872046" y="1574669"/>
                  <a:pt x="3874182" y="1580454"/>
                  <a:pt x="3874189" y="1585716"/>
                </a:cubicBezTo>
                <a:cubicBezTo>
                  <a:pt x="3874202" y="1594133"/>
                  <a:pt x="3908272" y="1627751"/>
                  <a:pt x="3917319" y="1627751"/>
                </a:cubicBezTo>
                <a:lnTo>
                  <a:pt x="3917324" y="1627751"/>
                </a:lnTo>
                <a:cubicBezTo>
                  <a:pt x="3918920" y="1627748"/>
                  <a:pt x="3928483" y="1622473"/>
                  <a:pt x="3938576" y="1615618"/>
                </a:cubicBezTo>
                <a:cubicBezTo>
                  <a:pt x="3955044" y="1604542"/>
                  <a:pt x="3957167" y="1600855"/>
                  <a:pt x="3960310" y="1569805"/>
                </a:cubicBezTo>
                <a:cubicBezTo>
                  <a:pt x="3962410" y="1550858"/>
                  <a:pt x="3966619" y="1521384"/>
                  <a:pt x="3969784" y="1504015"/>
                </a:cubicBezTo>
                <a:cubicBezTo>
                  <a:pt x="3972948" y="1486646"/>
                  <a:pt x="3977694" y="1459276"/>
                  <a:pt x="3980329" y="1443486"/>
                </a:cubicBezTo>
                <a:cubicBezTo>
                  <a:pt x="3982965" y="1427696"/>
                  <a:pt x="3987711" y="1401377"/>
                  <a:pt x="3990346" y="1385588"/>
                </a:cubicBezTo>
                <a:cubicBezTo>
                  <a:pt x="3992982" y="1369798"/>
                  <a:pt x="3997725" y="1341377"/>
                  <a:pt x="4000356" y="1322429"/>
                </a:cubicBezTo>
                <a:cubicBezTo>
                  <a:pt x="4003519" y="1303481"/>
                  <a:pt x="4008802" y="1280846"/>
                  <a:pt x="4012512" y="1272422"/>
                </a:cubicBezTo>
                <a:cubicBezTo>
                  <a:pt x="4013920" y="1269273"/>
                  <a:pt x="4015070" y="1267364"/>
                  <a:pt x="4016024" y="1267362"/>
                </a:cubicBezTo>
                <a:close/>
                <a:moveTo>
                  <a:pt x="3411761" y="2"/>
                </a:moveTo>
                <a:cubicBezTo>
                  <a:pt x="3411436" y="2"/>
                  <a:pt x="3411114" y="3"/>
                  <a:pt x="3410794" y="3"/>
                </a:cubicBezTo>
                <a:cubicBezTo>
                  <a:pt x="3396481" y="24"/>
                  <a:pt x="3387076" y="599"/>
                  <a:pt x="3371557" y="2330"/>
                </a:cubicBezTo>
                <a:cubicBezTo>
                  <a:pt x="3365509" y="2980"/>
                  <a:pt x="3335923" y="8296"/>
                  <a:pt x="3331945" y="9419"/>
                </a:cubicBezTo>
                <a:cubicBezTo>
                  <a:pt x="3330775" y="9747"/>
                  <a:pt x="3326799" y="10870"/>
                  <a:pt x="3323041" y="11853"/>
                </a:cubicBezTo>
                <a:cubicBezTo>
                  <a:pt x="3283442" y="22709"/>
                  <a:pt x="3247597" y="42905"/>
                  <a:pt x="3221986" y="68775"/>
                </a:cubicBezTo>
                <a:cubicBezTo>
                  <a:pt x="3207879" y="82991"/>
                  <a:pt x="3195374" y="100513"/>
                  <a:pt x="3186835" y="118089"/>
                </a:cubicBezTo>
                <a:cubicBezTo>
                  <a:pt x="3175653" y="140979"/>
                  <a:pt x="3169699" y="166509"/>
                  <a:pt x="3169629" y="192060"/>
                </a:cubicBezTo>
                <a:cubicBezTo>
                  <a:pt x="3169547" y="208169"/>
                  <a:pt x="3171879" y="217838"/>
                  <a:pt x="3178142" y="227371"/>
                </a:cubicBezTo>
                <a:lnTo>
                  <a:pt x="3180002" y="230235"/>
                </a:lnTo>
                <a:lnTo>
                  <a:pt x="3177730" y="235426"/>
                </a:lnTo>
                <a:cubicBezTo>
                  <a:pt x="3173960" y="243994"/>
                  <a:pt x="3168303" y="255230"/>
                  <a:pt x="3157438" y="275758"/>
                </a:cubicBezTo>
                <a:cubicBezTo>
                  <a:pt x="3140013" y="308678"/>
                  <a:pt x="3134278" y="320762"/>
                  <a:pt x="3130884" y="331947"/>
                </a:cubicBezTo>
                <a:cubicBezTo>
                  <a:pt x="3128179" y="340891"/>
                  <a:pt x="3127961" y="346218"/>
                  <a:pt x="3130047" y="350210"/>
                </a:cubicBezTo>
                <a:cubicBezTo>
                  <a:pt x="3132617" y="355137"/>
                  <a:pt x="3137491" y="357996"/>
                  <a:pt x="3148963" y="361222"/>
                </a:cubicBezTo>
                <a:cubicBezTo>
                  <a:pt x="3153736" y="362555"/>
                  <a:pt x="3155820" y="363004"/>
                  <a:pt x="3158116" y="363004"/>
                </a:cubicBezTo>
                <a:lnTo>
                  <a:pt x="3158141" y="363004"/>
                </a:lnTo>
                <a:cubicBezTo>
                  <a:pt x="3158608" y="363003"/>
                  <a:pt x="3159084" y="362984"/>
                  <a:pt x="3159593" y="362950"/>
                </a:cubicBezTo>
                <a:cubicBezTo>
                  <a:pt x="3161509" y="362840"/>
                  <a:pt x="3163220" y="362781"/>
                  <a:pt x="3164753" y="362779"/>
                </a:cubicBezTo>
                <a:lnTo>
                  <a:pt x="3164841" y="362779"/>
                </a:lnTo>
                <a:cubicBezTo>
                  <a:pt x="3171141" y="362779"/>
                  <a:pt x="3174400" y="363745"/>
                  <a:pt x="3176525" y="366035"/>
                </a:cubicBezTo>
                <a:cubicBezTo>
                  <a:pt x="3178348" y="367977"/>
                  <a:pt x="3178677" y="370603"/>
                  <a:pt x="3177992" y="376803"/>
                </a:cubicBezTo>
                <a:cubicBezTo>
                  <a:pt x="3177645" y="379758"/>
                  <a:pt x="3177383" y="383137"/>
                  <a:pt x="3177475" y="384340"/>
                </a:cubicBezTo>
                <a:cubicBezTo>
                  <a:pt x="3177557" y="387211"/>
                  <a:pt x="3176838" y="389798"/>
                  <a:pt x="3174531" y="394556"/>
                </a:cubicBezTo>
                <a:cubicBezTo>
                  <a:pt x="3171697" y="400395"/>
                  <a:pt x="3171219" y="402446"/>
                  <a:pt x="3171879" y="405496"/>
                </a:cubicBezTo>
                <a:cubicBezTo>
                  <a:pt x="3172872" y="409949"/>
                  <a:pt x="3175815" y="412550"/>
                  <a:pt x="3184634" y="416836"/>
                </a:cubicBezTo>
                <a:cubicBezTo>
                  <a:pt x="3186543" y="417733"/>
                  <a:pt x="3188292" y="418809"/>
                  <a:pt x="3188509" y="419157"/>
                </a:cubicBezTo>
                <a:cubicBezTo>
                  <a:pt x="3189231" y="420288"/>
                  <a:pt x="3188209" y="422836"/>
                  <a:pt x="3184968" y="428120"/>
                </a:cubicBezTo>
                <a:cubicBezTo>
                  <a:pt x="3181888" y="433226"/>
                  <a:pt x="3181048" y="435446"/>
                  <a:pt x="3181482" y="437609"/>
                </a:cubicBezTo>
                <a:cubicBezTo>
                  <a:pt x="3181841" y="439398"/>
                  <a:pt x="3182581" y="440133"/>
                  <a:pt x="3189248" y="445282"/>
                </a:cubicBezTo>
                <a:cubicBezTo>
                  <a:pt x="3197152" y="451411"/>
                  <a:pt x="3200426" y="455416"/>
                  <a:pt x="3201815" y="460622"/>
                </a:cubicBezTo>
                <a:cubicBezTo>
                  <a:pt x="3202732" y="464209"/>
                  <a:pt x="3202741" y="464501"/>
                  <a:pt x="3201009" y="477805"/>
                </a:cubicBezTo>
                <a:cubicBezTo>
                  <a:pt x="3198487" y="497036"/>
                  <a:pt x="3198675" y="504387"/>
                  <a:pt x="3201861" y="510903"/>
                </a:cubicBezTo>
                <a:cubicBezTo>
                  <a:pt x="3205794" y="518936"/>
                  <a:pt x="3217439" y="527706"/>
                  <a:pt x="3228305" y="530856"/>
                </a:cubicBezTo>
                <a:cubicBezTo>
                  <a:pt x="3233286" y="532275"/>
                  <a:pt x="3236671" y="532883"/>
                  <a:pt x="3242423" y="533221"/>
                </a:cubicBezTo>
                <a:lnTo>
                  <a:pt x="3246931" y="533510"/>
                </a:lnTo>
                <a:lnTo>
                  <a:pt x="3288120" y="525669"/>
                </a:lnTo>
                <a:lnTo>
                  <a:pt x="3329255" y="517789"/>
                </a:lnTo>
                <a:lnTo>
                  <a:pt x="3331523" y="519496"/>
                </a:lnTo>
                <a:cubicBezTo>
                  <a:pt x="3334506" y="521797"/>
                  <a:pt x="3340267" y="529325"/>
                  <a:pt x="3343948" y="535843"/>
                </a:cubicBezTo>
                <a:cubicBezTo>
                  <a:pt x="3346271" y="539921"/>
                  <a:pt x="3348718" y="544766"/>
                  <a:pt x="3351257" y="550312"/>
                </a:cubicBezTo>
                <a:lnTo>
                  <a:pt x="3351193" y="550312"/>
                </a:lnTo>
                <a:cubicBezTo>
                  <a:pt x="3349645" y="551072"/>
                  <a:pt x="3348117" y="551819"/>
                  <a:pt x="3346611" y="552554"/>
                </a:cubicBezTo>
                <a:lnTo>
                  <a:pt x="3346675" y="552554"/>
                </a:lnTo>
                <a:cubicBezTo>
                  <a:pt x="3347231" y="553454"/>
                  <a:pt x="3347788" y="554328"/>
                  <a:pt x="3348345" y="555170"/>
                </a:cubicBezTo>
                <a:cubicBezTo>
                  <a:pt x="3362733" y="576197"/>
                  <a:pt x="3362735" y="576724"/>
                  <a:pt x="3352652" y="590945"/>
                </a:cubicBezTo>
                <a:cubicBezTo>
                  <a:pt x="3321877" y="635192"/>
                  <a:pt x="3309722" y="685725"/>
                  <a:pt x="3309311" y="767288"/>
                </a:cubicBezTo>
                <a:cubicBezTo>
                  <a:pt x="3309402" y="828855"/>
                  <a:pt x="3305175" y="847277"/>
                  <a:pt x="3285537" y="870986"/>
                </a:cubicBezTo>
                <a:cubicBezTo>
                  <a:pt x="3277043" y="881522"/>
                  <a:pt x="3259035" y="928907"/>
                  <a:pt x="3247926" y="968389"/>
                </a:cubicBezTo>
                <a:cubicBezTo>
                  <a:pt x="3238406" y="1002607"/>
                  <a:pt x="3231044" y="1058395"/>
                  <a:pt x="3227425" y="1127857"/>
                </a:cubicBezTo>
                <a:cubicBezTo>
                  <a:pt x="3226397" y="1151538"/>
                  <a:pt x="3223771" y="1174169"/>
                  <a:pt x="3221650" y="1177330"/>
                </a:cubicBezTo>
                <a:cubicBezTo>
                  <a:pt x="3218996" y="1181017"/>
                  <a:pt x="3216375" y="1206279"/>
                  <a:pt x="3214820" y="1233644"/>
                </a:cubicBezTo>
                <a:lnTo>
                  <a:pt x="3211704" y="1283638"/>
                </a:lnTo>
                <a:lnTo>
                  <a:pt x="3164907" y="1282127"/>
                </a:lnTo>
                <a:cubicBezTo>
                  <a:pt x="3158978" y="1281937"/>
                  <a:pt x="3153522" y="1281840"/>
                  <a:pt x="3148539" y="1281840"/>
                </a:cubicBezTo>
                <a:cubicBezTo>
                  <a:pt x="3148352" y="1281840"/>
                  <a:pt x="3148165" y="1281840"/>
                  <a:pt x="3147979" y="1281840"/>
                </a:cubicBezTo>
                <a:cubicBezTo>
                  <a:pt x="3126934" y="1281871"/>
                  <a:pt x="3114413" y="1283655"/>
                  <a:pt x="3110144" y="1287469"/>
                </a:cubicBezTo>
                <a:cubicBezTo>
                  <a:pt x="3105895" y="1290633"/>
                  <a:pt x="3087821" y="1294342"/>
                  <a:pt x="3069743" y="1295947"/>
                </a:cubicBezTo>
                <a:cubicBezTo>
                  <a:pt x="3065159" y="1296164"/>
                  <a:pt x="3061090" y="1296314"/>
                  <a:pt x="3057352" y="1296319"/>
                </a:cubicBezTo>
                <a:lnTo>
                  <a:pt x="3057142" y="1296319"/>
                </a:lnTo>
                <a:cubicBezTo>
                  <a:pt x="3032840" y="1296319"/>
                  <a:pt x="3022453" y="1290086"/>
                  <a:pt x="2975030" y="1255567"/>
                </a:cubicBezTo>
                <a:cubicBezTo>
                  <a:pt x="2964916" y="1247688"/>
                  <a:pt x="2945759" y="1238770"/>
                  <a:pt x="2932459" y="1234581"/>
                </a:cubicBezTo>
                <a:cubicBezTo>
                  <a:pt x="2919160" y="1230916"/>
                  <a:pt x="2905325" y="1225149"/>
                  <a:pt x="2902130" y="1222522"/>
                </a:cubicBezTo>
                <a:cubicBezTo>
                  <a:pt x="2899817" y="1220892"/>
                  <a:pt x="2893812" y="1220078"/>
                  <a:pt x="2886664" y="1220078"/>
                </a:cubicBezTo>
                <a:lnTo>
                  <a:pt x="2886527" y="1220078"/>
                </a:lnTo>
                <a:cubicBezTo>
                  <a:pt x="2882203" y="1220084"/>
                  <a:pt x="2877467" y="1220387"/>
                  <a:pt x="2872882" y="1220987"/>
                </a:cubicBezTo>
                <a:cubicBezTo>
                  <a:pt x="2860122" y="1223108"/>
                  <a:pt x="2833539" y="1225779"/>
                  <a:pt x="2812803" y="1227388"/>
                </a:cubicBezTo>
                <a:cubicBezTo>
                  <a:pt x="2777711" y="1230596"/>
                  <a:pt x="2756986" y="1239572"/>
                  <a:pt x="2757006" y="1252200"/>
                </a:cubicBezTo>
                <a:cubicBezTo>
                  <a:pt x="2757009" y="1254832"/>
                  <a:pt x="2750111" y="1265366"/>
                  <a:pt x="2741087" y="1275377"/>
                </a:cubicBezTo>
                <a:cubicBezTo>
                  <a:pt x="2738424" y="1278349"/>
                  <a:pt x="2735867" y="1281631"/>
                  <a:pt x="2733611" y="1284900"/>
                </a:cubicBezTo>
                <a:lnTo>
                  <a:pt x="2498750" y="1276646"/>
                </a:lnTo>
                <a:lnTo>
                  <a:pt x="2495909" y="817827"/>
                </a:lnTo>
                <a:lnTo>
                  <a:pt x="2107695" y="820091"/>
                </a:lnTo>
                <a:lnTo>
                  <a:pt x="2107695" y="564144"/>
                </a:lnTo>
                <a:lnTo>
                  <a:pt x="2510630" y="496239"/>
                </a:lnTo>
                <a:lnTo>
                  <a:pt x="2501996" y="441479"/>
                </a:lnTo>
                <a:lnTo>
                  <a:pt x="2501873" y="440762"/>
                </a:lnTo>
                <a:lnTo>
                  <a:pt x="184473" y="831302"/>
                </a:lnTo>
                <a:lnTo>
                  <a:pt x="3173" y="832359"/>
                </a:lnTo>
                <a:lnTo>
                  <a:pt x="0" y="832379"/>
                </a:lnTo>
                <a:lnTo>
                  <a:pt x="4301" y="1527099"/>
                </a:lnTo>
                <a:lnTo>
                  <a:pt x="94600" y="1526556"/>
                </a:lnTo>
                <a:lnTo>
                  <a:pt x="101106" y="2225773"/>
                </a:lnTo>
                <a:lnTo>
                  <a:pt x="205667" y="2225773"/>
                </a:lnTo>
                <a:lnTo>
                  <a:pt x="199347" y="1525929"/>
                </a:lnTo>
                <a:lnTo>
                  <a:pt x="369454" y="1524906"/>
                </a:lnTo>
                <a:lnTo>
                  <a:pt x="368885" y="1672268"/>
                </a:lnTo>
                <a:cubicBezTo>
                  <a:pt x="368219" y="1673104"/>
                  <a:pt x="368620" y="1673522"/>
                  <a:pt x="370087" y="1673522"/>
                </a:cubicBezTo>
                <a:cubicBezTo>
                  <a:pt x="370446" y="1673522"/>
                  <a:pt x="370869" y="1673497"/>
                  <a:pt x="371356" y="1673446"/>
                </a:cubicBezTo>
                <a:lnTo>
                  <a:pt x="1373258" y="1677217"/>
                </a:lnTo>
                <a:lnTo>
                  <a:pt x="1375394" y="1907768"/>
                </a:lnTo>
                <a:lnTo>
                  <a:pt x="1378339" y="2225769"/>
                </a:lnTo>
                <a:lnTo>
                  <a:pt x="1469037" y="2225769"/>
                </a:lnTo>
                <a:lnTo>
                  <a:pt x="1470049" y="1909733"/>
                </a:lnTo>
                <a:cubicBezTo>
                  <a:pt x="1470249" y="1801983"/>
                  <a:pt x="1470438" y="1728172"/>
                  <a:pt x="1470952" y="1677584"/>
                </a:cubicBezTo>
                <a:lnTo>
                  <a:pt x="1470973" y="1677584"/>
                </a:lnTo>
                <a:lnTo>
                  <a:pt x="1905873" y="1679221"/>
                </a:lnTo>
                <a:lnTo>
                  <a:pt x="1906313" y="1565308"/>
                </a:lnTo>
                <a:lnTo>
                  <a:pt x="1906339" y="1565308"/>
                </a:lnTo>
                <a:cubicBezTo>
                  <a:pt x="2054036" y="1565331"/>
                  <a:pt x="2184501" y="1565753"/>
                  <a:pt x="2189536" y="1566651"/>
                </a:cubicBezTo>
                <a:lnTo>
                  <a:pt x="2189536" y="1566651"/>
                </a:lnTo>
                <a:cubicBezTo>
                  <a:pt x="2192194" y="1566651"/>
                  <a:pt x="2194550" y="1720297"/>
                  <a:pt x="2195360" y="1907621"/>
                </a:cubicBezTo>
                <a:lnTo>
                  <a:pt x="2197322" y="2225764"/>
                </a:lnTo>
                <a:lnTo>
                  <a:pt x="2287935" y="2225764"/>
                </a:lnTo>
                <a:lnTo>
                  <a:pt x="2288952" y="1909585"/>
                </a:lnTo>
                <a:cubicBezTo>
                  <a:pt x="2289190" y="1711209"/>
                  <a:pt x="2291636" y="1569124"/>
                  <a:pt x="2294292" y="1567018"/>
                </a:cubicBezTo>
                <a:cubicBezTo>
                  <a:pt x="2296949" y="1565435"/>
                  <a:pt x="2444249" y="1564168"/>
                  <a:pt x="2621854" y="1563909"/>
                </a:cubicBezTo>
                <a:cubicBezTo>
                  <a:pt x="2790598" y="1563663"/>
                  <a:pt x="2931024" y="1562033"/>
                  <a:pt x="2945518" y="1560065"/>
                </a:cubicBezTo>
                <a:lnTo>
                  <a:pt x="2945554" y="1560065"/>
                </a:lnTo>
                <a:lnTo>
                  <a:pt x="2984580" y="1561453"/>
                </a:lnTo>
                <a:lnTo>
                  <a:pt x="3007820" y="1561950"/>
                </a:lnTo>
                <a:lnTo>
                  <a:pt x="3012774" y="1422304"/>
                </a:lnTo>
                <a:lnTo>
                  <a:pt x="3012811" y="1422304"/>
                </a:lnTo>
                <a:cubicBezTo>
                  <a:pt x="3029571" y="1426196"/>
                  <a:pt x="3034179" y="1434121"/>
                  <a:pt x="3030067" y="1449127"/>
                </a:cubicBezTo>
                <a:cubicBezTo>
                  <a:pt x="3022667" y="1478607"/>
                  <a:pt x="3023731" y="1479130"/>
                  <a:pt x="3060957" y="1480655"/>
                </a:cubicBezTo>
                <a:cubicBezTo>
                  <a:pt x="3091269" y="1481663"/>
                  <a:pt x="3097120" y="1483760"/>
                  <a:pt x="3099261" y="1492177"/>
                </a:cubicBezTo>
                <a:cubicBezTo>
                  <a:pt x="3100864" y="1498483"/>
                  <a:pt x="3106709" y="1502681"/>
                  <a:pt x="3112552" y="1502681"/>
                </a:cubicBezTo>
                <a:lnTo>
                  <a:pt x="3112612" y="1502681"/>
                </a:lnTo>
                <a:cubicBezTo>
                  <a:pt x="3118977" y="1502681"/>
                  <a:pt x="3124807" y="1504774"/>
                  <a:pt x="3126402" y="1507398"/>
                </a:cubicBezTo>
                <a:cubicBezTo>
                  <a:pt x="3130133" y="1513180"/>
                  <a:pt x="3095600" y="1534277"/>
                  <a:pt x="3083370" y="1534295"/>
                </a:cubicBezTo>
                <a:cubicBezTo>
                  <a:pt x="3078584" y="1534302"/>
                  <a:pt x="3064771" y="1543269"/>
                  <a:pt x="3052025" y="1553812"/>
                </a:cubicBezTo>
                <a:cubicBezTo>
                  <a:pt x="3003698" y="1595452"/>
                  <a:pt x="2987231" y="1608106"/>
                  <a:pt x="2982978" y="1608111"/>
                </a:cubicBezTo>
                <a:cubicBezTo>
                  <a:pt x="2980318" y="1608115"/>
                  <a:pt x="2970759" y="1615497"/>
                  <a:pt x="2961199" y="1623929"/>
                </a:cubicBezTo>
                <a:cubicBezTo>
                  <a:pt x="2944738" y="1639213"/>
                  <a:pt x="2943143" y="1639742"/>
                  <a:pt x="2887309" y="1639823"/>
                </a:cubicBezTo>
                <a:cubicBezTo>
                  <a:pt x="2855935" y="1639869"/>
                  <a:pt x="2822970" y="1642022"/>
                  <a:pt x="2813934" y="1645191"/>
                </a:cubicBezTo>
                <a:cubicBezTo>
                  <a:pt x="2804899" y="1647836"/>
                  <a:pt x="2761839" y="1656317"/>
                  <a:pt x="2717714" y="1663749"/>
                </a:cubicBezTo>
                <a:cubicBezTo>
                  <a:pt x="2569921" y="1689222"/>
                  <a:pt x="2527398" y="1698755"/>
                  <a:pt x="2497107" y="1714060"/>
                </a:cubicBezTo>
                <a:cubicBezTo>
                  <a:pt x="2473729" y="1726197"/>
                  <a:pt x="2464172" y="1736735"/>
                  <a:pt x="2449329" y="1767803"/>
                </a:cubicBezTo>
                <a:cubicBezTo>
                  <a:pt x="2439788" y="1787813"/>
                  <a:pt x="2438209" y="1798864"/>
                  <a:pt x="2440379" y="1828330"/>
                </a:cubicBezTo>
                <a:cubicBezTo>
                  <a:pt x="2444181" y="1880945"/>
                  <a:pt x="2448452" y="1893041"/>
                  <a:pt x="2474017" y="1920368"/>
                </a:cubicBezTo>
                <a:cubicBezTo>
                  <a:pt x="2486800" y="1934029"/>
                  <a:pt x="2497457" y="1949274"/>
                  <a:pt x="2497464" y="1954536"/>
                </a:cubicBezTo>
                <a:cubicBezTo>
                  <a:pt x="2497472" y="1959799"/>
                  <a:pt x="2502812" y="1974525"/>
                  <a:pt x="2508680" y="1987671"/>
                </a:cubicBezTo>
                <a:cubicBezTo>
                  <a:pt x="2515081" y="2000817"/>
                  <a:pt x="2523092" y="2024485"/>
                  <a:pt x="2527370" y="2040264"/>
                </a:cubicBezTo>
                <a:cubicBezTo>
                  <a:pt x="2536461" y="2074455"/>
                  <a:pt x="2537528" y="2077084"/>
                  <a:pt x="2566333" y="2136503"/>
                </a:cubicBezTo>
                <a:cubicBezTo>
                  <a:pt x="2579132" y="2162270"/>
                  <a:pt x="2594603" y="2195398"/>
                  <a:pt x="2601539" y="2210647"/>
                </a:cubicBezTo>
                <a:cubicBezTo>
                  <a:pt x="2603964" y="2215795"/>
                  <a:pt x="2606648" y="2221007"/>
                  <a:pt x="2609296" y="2225766"/>
                </a:cubicBezTo>
                <a:lnTo>
                  <a:pt x="2937540" y="2225766"/>
                </a:lnTo>
                <a:lnTo>
                  <a:pt x="2938144" y="2211736"/>
                </a:lnTo>
                <a:cubicBezTo>
                  <a:pt x="2939167" y="2184371"/>
                  <a:pt x="2937021" y="2171746"/>
                  <a:pt x="2929022" y="2156497"/>
                </a:cubicBezTo>
                <a:cubicBezTo>
                  <a:pt x="2923689" y="2145982"/>
                  <a:pt x="2915681" y="2124946"/>
                  <a:pt x="2911937" y="2110742"/>
                </a:cubicBezTo>
                <a:cubicBezTo>
                  <a:pt x="2908725" y="2096014"/>
                  <a:pt x="2896982" y="2066038"/>
                  <a:pt x="2886845" y="2043950"/>
                </a:cubicBezTo>
                <a:cubicBezTo>
                  <a:pt x="2871915" y="2011287"/>
                  <a:pt x="2867664" y="1996015"/>
                  <a:pt x="2874090" y="1995960"/>
                </a:cubicBezTo>
                <a:lnTo>
                  <a:pt x="2874149" y="1995960"/>
                </a:lnTo>
                <a:cubicBezTo>
                  <a:pt x="2877148" y="1995975"/>
                  <a:pt x="2882425" y="1999239"/>
                  <a:pt x="2889979" y="2005532"/>
                </a:cubicBezTo>
                <a:cubicBezTo>
                  <a:pt x="2901370" y="2014958"/>
                  <a:pt x="2905912" y="2018128"/>
                  <a:pt x="2922489" y="2018128"/>
                </a:cubicBezTo>
                <a:lnTo>
                  <a:pt x="2922682" y="2018128"/>
                </a:lnTo>
                <a:cubicBezTo>
                  <a:pt x="2930103" y="2018118"/>
                  <a:pt x="2939921" y="2017480"/>
                  <a:pt x="2953807" y="2016491"/>
                </a:cubicBezTo>
                <a:cubicBezTo>
                  <a:pt x="2963874" y="2015853"/>
                  <a:pt x="2980065" y="2015534"/>
                  <a:pt x="2999312" y="2015506"/>
                </a:cubicBezTo>
                <a:cubicBezTo>
                  <a:pt x="3000248" y="2015505"/>
                  <a:pt x="3001191" y="2015504"/>
                  <a:pt x="3002141" y="2015504"/>
                </a:cubicBezTo>
                <a:cubicBezTo>
                  <a:pt x="3031181" y="2015504"/>
                  <a:pt x="3066642" y="2016144"/>
                  <a:pt x="3098448" y="2017332"/>
                </a:cubicBezTo>
                <a:lnTo>
                  <a:pt x="3196296" y="2020873"/>
                </a:lnTo>
                <a:lnTo>
                  <a:pt x="3194742" y="2048237"/>
                </a:lnTo>
                <a:cubicBezTo>
                  <a:pt x="3194233" y="2063499"/>
                  <a:pt x="3196392" y="2085072"/>
                  <a:pt x="3200130" y="2095589"/>
                </a:cubicBezTo>
                <a:cubicBezTo>
                  <a:pt x="3208139" y="2118726"/>
                  <a:pt x="3224656" y="2144481"/>
                  <a:pt x="3231572" y="2144481"/>
                </a:cubicBezTo>
                <a:lnTo>
                  <a:pt x="3231578" y="2144481"/>
                </a:lnTo>
                <a:cubicBezTo>
                  <a:pt x="3234243" y="2144481"/>
                  <a:pt x="3251802" y="2153926"/>
                  <a:pt x="3270959" y="2165999"/>
                </a:cubicBezTo>
                <a:cubicBezTo>
                  <a:pt x="3294447" y="2180378"/>
                  <a:pt x="3303761" y="2185030"/>
                  <a:pt x="3314598" y="2185030"/>
                </a:cubicBezTo>
                <a:lnTo>
                  <a:pt x="3314654" y="2185030"/>
                </a:lnTo>
                <a:cubicBezTo>
                  <a:pt x="3318043" y="2185025"/>
                  <a:pt x="3321583" y="2184565"/>
                  <a:pt x="3325756" y="2183808"/>
                </a:cubicBezTo>
                <a:cubicBezTo>
                  <a:pt x="3336920" y="2181688"/>
                  <a:pt x="3381051" y="2178993"/>
                  <a:pt x="3424653" y="2177350"/>
                </a:cubicBezTo>
                <a:lnTo>
                  <a:pt x="3502819" y="2175131"/>
                </a:lnTo>
                <a:lnTo>
                  <a:pt x="3502862" y="2204073"/>
                </a:lnTo>
                <a:cubicBezTo>
                  <a:pt x="3502875" y="2212921"/>
                  <a:pt x="3502992" y="2220040"/>
                  <a:pt x="3503913" y="2225766"/>
                </a:cubicBezTo>
                <a:lnTo>
                  <a:pt x="3677691" y="2225766"/>
                </a:lnTo>
                <a:cubicBezTo>
                  <a:pt x="3676997" y="2222630"/>
                  <a:pt x="3676155" y="2219304"/>
                  <a:pt x="3675174" y="2215924"/>
                </a:cubicBezTo>
                <a:cubicBezTo>
                  <a:pt x="3666287" y="2182270"/>
                  <a:pt x="3664784" y="2175854"/>
                  <a:pt x="3678870" y="2175834"/>
                </a:cubicBezTo>
                <a:lnTo>
                  <a:pt x="3678941" y="2175834"/>
                </a:lnTo>
                <a:cubicBezTo>
                  <a:pt x="3681793" y="2175834"/>
                  <a:pt x="3685281" y="2176093"/>
                  <a:pt x="3689473" y="2176438"/>
                </a:cubicBezTo>
                <a:cubicBezTo>
                  <a:pt x="3711276" y="2177985"/>
                  <a:pt x="3711811" y="2179036"/>
                  <a:pt x="3720356" y="2204282"/>
                </a:cubicBezTo>
                <a:cubicBezTo>
                  <a:pt x="3723185" y="2213023"/>
                  <a:pt x="3725321" y="2220080"/>
                  <a:pt x="3727449" y="2225766"/>
                </a:cubicBezTo>
                <a:lnTo>
                  <a:pt x="3895056" y="2225766"/>
                </a:lnTo>
                <a:lnTo>
                  <a:pt x="3895332" y="2221392"/>
                </a:lnTo>
                <a:cubicBezTo>
                  <a:pt x="3897416" y="2192974"/>
                  <a:pt x="3900072" y="2190338"/>
                  <a:pt x="3938872" y="2178180"/>
                </a:cubicBezTo>
                <a:cubicBezTo>
                  <a:pt x="3954817" y="2172894"/>
                  <a:pt x="3980859" y="2162860"/>
                  <a:pt x="3996268" y="2155995"/>
                </a:cubicBezTo>
                <a:cubicBezTo>
                  <a:pt x="4011679" y="2149133"/>
                  <a:pt x="4026560" y="2143323"/>
                  <a:pt x="4029750" y="2143317"/>
                </a:cubicBezTo>
                <a:cubicBezTo>
                  <a:pt x="4039855" y="2143302"/>
                  <a:pt x="4108879" y="2073743"/>
                  <a:pt x="4108864" y="2063745"/>
                </a:cubicBezTo>
                <a:cubicBezTo>
                  <a:pt x="4108856" y="2058482"/>
                  <a:pt x="4111506" y="2052691"/>
                  <a:pt x="4114163" y="2051109"/>
                </a:cubicBezTo>
                <a:cubicBezTo>
                  <a:pt x="4117350" y="2049526"/>
                  <a:pt x="4119467" y="2042155"/>
                  <a:pt x="4119457" y="2035315"/>
                </a:cubicBezTo>
                <a:cubicBezTo>
                  <a:pt x="4119447" y="2028474"/>
                  <a:pt x="4122094" y="2021103"/>
                  <a:pt x="4124750" y="2019520"/>
                </a:cubicBezTo>
                <a:cubicBezTo>
                  <a:pt x="4127938" y="2017411"/>
                  <a:pt x="4130008" y="1978995"/>
                  <a:pt x="4129924" y="1922165"/>
                </a:cubicBezTo>
                <a:cubicBezTo>
                  <a:pt x="4129839" y="1865335"/>
                  <a:pt x="4127654" y="1826924"/>
                  <a:pt x="4124460" y="1824825"/>
                </a:cubicBezTo>
                <a:cubicBezTo>
                  <a:pt x="4121800" y="1823249"/>
                  <a:pt x="4119106" y="1799574"/>
                  <a:pt x="4119066" y="1772738"/>
                </a:cubicBezTo>
                <a:cubicBezTo>
                  <a:pt x="4119027" y="1746429"/>
                  <a:pt x="4116864" y="1722226"/>
                  <a:pt x="4114201" y="1719599"/>
                </a:cubicBezTo>
                <a:cubicBezTo>
                  <a:pt x="4111537" y="1716445"/>
                  <a:pt x="4107784" y="1695403"/>
                  <a:pt x="4106685" y="1672251"/>
                </a:cubicBezTo>
                <a:cubicBezTo>
                  <a:pt x="4105056" y="1649100"/>
                  <a:pt x="4101284" y="1615953"/>
                  <a:pt x="4098068" y="1598593"/>
                </a:cubicBezTo>
                <a:cubicBezTo>
                  <a:pt x="4091635" y="1563347"/>
                  <a:pt x="4084124" y="1518630"/>
                  <a:pt x="4074996" y="1459183"/>
                </a:cubicBezTo>
                <a:cubicBezTo>
                  <a:pt x="4066941" y="1406574"/>
                  <a:pt x="4068928" y="1312377"/>
                  <a:pt x="4078459" y="1285006"/>
                </a:cubicBezTo>
                <a:cubicBezTo>
                  <a:pt x="4088522" y="1257628"/>
                  <a:pt x="4088952" y="1189221"/>
                  <a:pt x="4079900" y="1181340"/>
                </a:cubicBezTo>
                <a:cubicBezTo>
                  <a:pt x="4076173" y="1178189"/>
                  <a:pt x="4066064" y="1175046"/>
                  <a:pt x="4057024" y="1174006"/>
                </a:cubicBezTo>
                <a:cubicBezTo>
                  <a:pt x="4042133" y="1172449"/>
                  <a:pt x="4041067" y="1171398"/>
                  <a:pt x="4042100" y="1151401"/>
                </a:cubicBezTo>
                <a:cubicBezTo>
                  <a:pt x="4043147" y="1139823"/>
                  <a:pt x="4047370" y="1118769"/>
                  <a:pt x="4052665" y="1104027"/>
                </a:cubicBezTo>
                <a:cubicBezTo>
                  <a:pt x="4068017" y="1058224"/>
                  <a:pt x="4061043" y="1016138"/>
                  <a:pt x="4037105" y="1010386"/>
                </a:cubicBezTo>
                <a:cubicBezTo>
                  <a:pt x="4034843" y="1009779"/>
                  <a:pt x="4032122" y="1009496"/>
                  <a:pt x="4029065" y="1009496"/>
                </a:cubicBezTo>
                <a:lnTo>
                  <a:pt x="4028995" y="1009496"/>
                </a:lnTo>
                <a:cubicBezTo>
                  <a:pt x="4008312" y="1009527"/>
                  <a:pt x="3972304" y="1022459"/>
                  <a:pt x="3958442" y="1035757"/>
                </a:cubicBezTo>
                <a:cubicBezTo>
                  <a:pt x="3950857" y="1042843"/>
                  <a:pt x="3943643" y="1047328"/>
                  <a:pt x="3940268" y="1047333"/>
                </a:cubicBezTo>
                <a:lnTo>
                  <a:pt x="3940264" y="1047333"/>
                </a:lnTo>
                <a:cubicBezTo>
                  <a:pt x="3939624" y="1047333"/>
                  <a:pt x="3939124" y="1047172"/>
                  <a:pt x="3938784" y="1046837"/>
                </a:cubicBezTo>
                <a:cubicBezTo>
                  <a:pt x="3936654" y="1044735"/>
                  <a:pt x="3935566" y="1028424"/>
                  <a:pt x="3936071" y="1010532"/>
                </a:cubicBezTo>
                <a:cubicBezTo>
                  <a:pt x="3937088" y="978958"/>
                  <a:pt x="3918322" y="875323"/>
                  <a:pt x="3904978" y="841136"/>
                </a:cubicBezTo>
                <a:cubicBezTo>
                  <a:pt x="3896971" y="820099"/>
                  <a:pt x="3869787" y="778042"/>
                  <a:pt x="3847947" y="752290"/>
                </a:cubicBezTo>
                <a:cubicBezTo>
                  <a:pt x="3838358" y="740729"/>
                  <a:pt x="3830364" y="729163"/>
                  <a:pt x="3830361" y="726532"/>
                </a:cubicBezTo>
                <a:cubicBezTo>
                  <a:pt x="3830337" y="710746"/>
                  <a:pt x="3754172" y="627717"/>
                  <a:pt x="3716380" y="602517"/>
                </a:cubicBezTo>
                <a:cubicBezTo>
                  <a:pt x="3710525" y="598315"/>
                  <a:pt x="3704135" y="593063"/>
                  <a:pt x="3702537" y="591487"/>
                </a:cubicBezTo>
                <a:cubicBezTo>
                  <a:pt x="3700940" y="589911"/>
                  <a:pt x="3691356" y="582031"/>
                  <a:pt x="3680708" y="574154"/>
                </a:cubicBezTo>
                <a:cubicBezTo>
                  <a:pt x="3665804" y="563126"/>
                  <a:pt x="3660474" y="554714"/>
                  <a:pt x="3657790" y="538932"/>
                </a:cubicBezTo>
                <a:cubicBezTo>
                  <a:pt x="3656178" y="527357"/>
                  <a:pt x="3647645" y="510532"/>
                  <a:pt x="3639655" y="501072"/>
                </a:cubicBezTo>
                <a:cubicBezTo>
                  <a:pt x="3630787" y="490905"/>
                  <a:pt x="3623212" y="480949"/>
                  <a:pt x="3617560" y="472305"/>
                </a:cubicBezTo>
                <a:lnTo>
                  <a:pt x="3617493" y="472305"/>
                </a:lnTo>
                <a:cubicBezTo>
                  <a:pt x="3611331" y="455837"/>
                  <a:pt x="3610187" y="452643"/>
                  <a:pt x="3607170" y="443804"/>
                </a:cubicBezTo>
                <a:cubicBezTo>
                  <a:pt x="3605495" y="438898"/>
                  <a:pt x="3603601" y="433399"/>
                  <a:pt x="3602957" y="431667"/>
                </a:cubicBezTo>
                <a:cubicBezTo>
                  <a:pt x="3599595" y="422054"/>
                  <a:pt x="3593892" y="402481"/>
                  <a:pt x="3590944" y="390488"/>
                </a:cubicBezTo>
                <a:cubicBezTo>
                  <a:pt x="3587089" y="374465"/>
                  <a:pt x="3587316" y="363756"/>
                  <a:pt x="3591869" y="347257"/>
                </a:cubicBezTo>
                <a:cubicBezTo>
                  <a:pt x="3595006" y="335779"/>
                  <a:pt x="3597671" y="328849"/>
                  <a:pt x="3606957" y="307604"/>
                </a:cubicBezTo>
                <a:cubicBezTo>
                  <a:pt x="3620224" y="277363"/>
                  <a:pt x="3621820" y="272255"/>
                  <a:pt x="3624973" y="250991"/>
                </a:cubicBezTo>
                <a:cubicBezTo>
                  <a:pt x="3630259" y="215465"/>
                  <a:pt x="3629161" y="182121"/>
                  <a:pt x="3621784" y="150989"/>
                </a:cubicBezTo>
                <a:cubicBezTo>
                  <a:pt x="3613666" y="116918"/>
                  <a:pt x="3597613" y="86657"/>
                  <a:pt x="3574989" y="62822"/>
                </a:cubicBezTo>
                <a:cubicBezTo>
                  <a:pt x="3536246" y="22010"/>
                  <a:pt x="3479529" y="1"/>
                  <a:pt x="3412823" y="1"/>
                </a:cubicBezTo>
                <a:lnTo>
                  <a:pt x="3412560" y="1"/>
                </a:lnTo>
                <a:cubicBezTo>
                  <a:pt x="3412289" y="0"/>
                  <a:pt x="3412020" y="0"/>
                  <a:pt x="3411752" y="0"/>
                </a:cubicBezTo>
                <a:close/>
              </a:path>
            </a:pathLst>
          </a:custGeom>
          <a:solidFill>
            <a:srgbClr val="000000"/>
          </a:solidFill>
          <a:ln w="7382" cap="flat">
            <a:noFill/>
            <a:prstDash val="solid"/>
            <a:miter/>
          </a:ln>
        </p:spPr>
        <p:txBody>
          <a:bodyPr/>
          <a:lstStyle/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499430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raphic 10">
            <a:extLst>
              <a:ext uri="{FF2B5EF4-FFF2-40B4-BE49-F238E27FC236}">
                <a16:creationId xmlns:a16="http://schemas.microsoft.com/office/drawing/2014/main" id="{5A94D4BE-8F22-430F-028A-2E5AFDC61AC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9668" y="1873252"/>
            <a:ext cx="6400800" cy="448627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2C9FA68-6E84-6ED6-A82F-F7BE8EDF60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62332" y="498473"/>
            <a:ext cx="4680000" cy="5861054"/>
          </a:xfrm>
          <a:prstGeom prst="rect">
            <a:avLst/>
          </a:prstGeom>
        </p:spPr>
      </p:pic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5E2320CB-0273-A66E-E32A-9F758D526F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368418" y="941541"/>
            <a:ext cx="2411359" cy="58003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026852B-0079-E4D1-8D87-2FCB1DA7C9A6}"/>
              </a:ext>
            </a:extLst>
          </p:cNvPr>
          <p:cNvSpPr txBox="1"/>
          <p:nvPr/>
        </p:nvSpPr>
        <p:spPr>
          <a:xfrm>
            <a:off x="349667" y="540621"/>
            <a:ext cx="691053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/>
              <a:t>U</a:t>
            </a:r>
            <a:r>
              <a:rPr lang="en-US" altLang="zh-CN" sz="2800" dirty="0"/>
              <a:t>ser asks questions in natural language</a:t>
            </a:r>
            <a:endParaRPr lang="en-AU" sz="2800" dirty="0"/>
          </a:p>
        </p:txBody>
      </p:sp>
    </p:spTree>
    <p:extLst>
      <p:ext uri="{BB962C8B-B14F-4D97-AF65-F5344CB8AC3E}">
        <p14:creationId xmlns:p14="http://schemas.microsoft.com/office/powerpoint/2010/main" val="27577671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578286-A4F0-CD81-1AF1-2D7FB2AE2B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 9">
            <a:extLst>
              <a:ext uri="{FF2B5EF4-FFF2-40B4-BE49-F238E27FC236}">
                <a16:creationId xmlns:a16="http://schemas.microsoft.com/office/drawing/2014/main" id="{9AAAE43B-6769-1CB2-ED21-38DD85204B0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49668" y="1850565"/>
            <a:ext cx="6391275" cy="448627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98CB6222-43BE-0152-9B5D-954E5EDCF7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62332" y="497676"/>
            <a:ext cx="4680000" cy="5862648"/>
          </a:xfrm>
          <a:prstGeom prst="rect">
            <a:avLst/>
          </a:prstGeom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695CC11-1E60-EFE2-F442-944E7A9495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377077" y="2605696"/>
            <a:ext cx="4285295" cy="1808175"/>
          </a:xfrm>
          <a:prstGeom prst="roundRect">
            <a:avLst>
              <a:gd name="adj" fmla="val 12104"/>
            </a:avLst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1CB96D0-AFED-0425-1446-4B9CE2D8881B}"/>
              </a:ext>
            </a:extLst>
          </p:cNvPr>
          <p:cNvSpPr txBox="1"/>
          <p:nvPr/>
        </p:nvSpPr>
        <p:spPr>
          <a:xfrm>
            <a:off x="349667" y="540621"/>
            <a:ext cx="691053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/>
              <a:t>MCP client decides which tool(s) to call</a:t>
            </a:r>
          </a:p>
        </p:txBody>
      </p:sp>
    </p:spTree>
    <p:extLst>
      <p:ext uri="{BB962C8B-B14F-4D97-AF65-F5344CB8AC3E}">
        <p14:creationId xmlns:p14="http://schemas.microsoft.com/office/powerpoint/2010/main" val="12127845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9EAA1950-621F-5F15-390B-8566C8B18FA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49668" y="1850565"/>
            <a:ext cx="6391275" cy="448627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82B71F2-0FFF-F4E8-85C3-B1BAC55CBE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62332" y="497676"/>
            <a:ext cx="4680000" cy="5862648"/>
          </a:xfrm>
          <a:prstGeom prst="rect">
            <a:avLst/>
          </a:prstGeom>
        </p:spPr>
      </p:pic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4161B939-0AE8-2EB4-FBA3-CB16031297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342291" y="4503248"/>
            <a:ext cx="4320081" cy="632517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80A1F38-CA5A-C9DE-69B2-AE02C67C679E}"/>
              </a:ext>
            </a:extLst>
          </p:cNvPr>
          <p:cNvSpPr txBox="1"/>
          <p:nvPr/>
        </p:nvSpPr>
        <p:spPr>
          <a:xfrm>
            <a:off x="349667" y="540621"/>
            <a:ext cx="691053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/>
              <a:t>MCP server returns the tool result</a:t>
            </a:r>
          </a:p>
        </p:txBody>
      </p:sp>
    </p:spTree>
    <p:extLst>
      <p:ext uri="{BB962C8B-B14F-4D97-AF65-F5344CB8AC3E}">
        <p14:creationId xmlns:p14="http://schemas.microsoft.com/office/powerpoint/2010/main" val="18302257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18680E-868D-89BF-23AE-50B86D6BDB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3CBBD83-9BF9-28D6-5BE3-F51FE5BE9D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7051" y="783771"/>
            <a:ext cx="4461545" cy="5620466"/>
          </a:xfrm>
          <a:prstGeom prst="rect">
            <a:avLst/>
          </a:prstGeom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5F256CEC-5BA8-4668-D6D9-0A5D2A6D4A44}"/>
              </a:ext>
            </a:extLst>
          </p:cNvPr>
          <p:cNvSpPr/>
          <p:nvPr/>
        </p:nvSpPr>
        <p:spPr>
          <a:xfrm>
            <a:off x="7340236" y="2213809"/>
            <a:ext cx="4189453" cy="531545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21F9A000-BB60-8BBB-EF60-955D471C3E4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2792" y="1845879"/>
            <a:ext cx="6391275" cy="448627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0C1B49D-40E8-3800-BE24-DD56B90F5E43}"/>
              </a:ext>
            </a:extLst>
          </p:cNvPr>
          <p:cNvSpPr txBox="1"/>
          <p:nvPr/>
        </p:nvSpPr>
        <p:spPr>
          <a:xfrm>
            <a:off x="349667" y="540621"/>
            <a:ext cx="691053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/>
              <a:t>MCP client interprets the result</a:t>
            </a:r>
          </a:p>
        </p:txBody>
      </p:sp>
    </p:spTree>
    <p:extLst>
      <p:ext uri="{BB962C8B-B14F-4D97-AF65-F5344CB8AC3E}">
        <p14:creationId xmlns:p14="http://schemas.microsoft.com/office/powerpoint/2010/main" val="38850546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98EDECD-1E73-D683-BD79-B4EB7D95DC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7051" y="783771"/>
            <a:ext cx="4461545" cy="5620466"/>
          </a:xfrm>
          <a:prstGeom prst="rect">
            <a:avLst/>
          </a:prstGeom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FB3A199-454F-123A-0B91-57760291A7C6}"/>
              </a:ext>
            </a:extLst>
          </p:cNvPr>
          <p:cNvSpPr/>
          <p:nvPr/>
        </p:nvSpPr>
        <p:spPr>
          <a:xfrm>
            <a:off x="7340236" y="2213809"/>
            <a:ext cx="4189453" cy="531545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02683202-0FD7-A73E-3B0D-7B9D66FA032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2792" y="1845879"/>
            <a:ext cx="6391275" cy="448627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D9D7AB2-C10F-96A1-3C11-149FFFA9B6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0943770">
            <a:off x="6945793" y="2065351"/>
            <a:ext cx="3868266" cy="414230"/>
          </a:xfrm>
          <a:prstGeom prst="rect">
            <a:avLst/>
          </a:prstGeom>
          <a:ln w="19050">
            <a:solidFill>
              <a:srgbClr val="FF0000"/>
            </a:solidFill>
            <a:prstDash val="sysDash"/>
            <a:extLst>
              <a:ext uri="{C807C97D-BFC1-408E-A445-0C87EB9F89A2}">
                <ask:lineSketchStyleProps xmlns:ask="http://schemas.microsoft.com/office/drawing/2018/sketchyshapes" sd="241991216">
                  <a:custGeom>
                    <a:avLst/>
                    <a:gdLst>
                      <a:gd name="csX0" fmla="*/ 0 w 3868266"/>
                      <a:gd name="csY0" fmla="*/ 0 h 414230"/>
                      <a:gd name="csX1" fmla="*/ 644711 w 3868266"/>
                      <a:gd name="csY1" fmla="*/ 0 h 414230"/>
                      <a:gd name="csX2" fmla="*/ 1328105 w 3868266"/>
                      <a:gd name="csY2" fmla="*/ 0 h 414230"/>
                      <a:gd name="csX3" fmla="*/ 2050181 w 3868266"/>
                      <a:gd name="csY3" fmla="*/ 0 h 414230"/>
                      <a:gd name="csX4" fmla="*/ 2578844 w 3868266"/>
                      <a:gd name="csY4" fmla="*/ 0 h 414230"/>
                      <a:gd name="csX5" fmla="*/ 3146190 w 3868266"/>
                      <a:gd name="csY5" fmla="*/ 0 h 414230"/>
                      <a:gd name="csX6" fmla="*/ 3868266 w 3868266"/>
                      <a:gd name="csY6" fmla="*/ 0 h 414230"/>
                      <a:gd name="csX7" fmla="*/ 3868266 w 3868266"/>
                      <a:gd name="csY7" fmla="*/ 414230 h 414230"/>
                      <a:gd name="csX8" fmla="*/ 3146190 w 3868266"/>
                      <a:gd name="csY8" fmla="*/ 414230 h 414230"/>
                      <a:gd name="csX9" fmla="*/ 2501479 w 3868266"/>
                      <a:gd name="csY9" fmla="*/ 414230 h 414230"/>
                      <a:gd name="csX10" fmla="*/ 1934133 w 3868266"/>
                      <a:gd name="csY10" fmla="*/ 414230 h 414230"/>
                      <a:gd name="csX11" fmla="*/ 1328105 w 3868266"/>
                      <a:gd name="csY11" fmla="*/ 414230 h 414230"/>
                      <a:gd name="csX12" fmla="*/ 606028 w 3868266"/>
                      <a:gd name="csY12" fmla="*/ 414230 h 414230"/>
                      <a:gd name="csX13" fmla="*/ 0 w 3868266"/>
                      <a:gd name="csY13" fmla="*/ 414230 h 414230"/>
                      <a:gd name="csX14" fmla="*/ 0 w 3868266"/>
                      <a:gd name="csY14" fmla="*/ 0 h 41423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  <a:cxn ang="0">
                        <a:pos x="csX9" y="csY9"/>
                      </a:cxn>
                      <a:cxn ang="0">
                        <a:pos x="csX10" y="csY10"/>
                      </a:cxn>
                      <a:cxn ang="0">
                        <a:pos x="csX11" y="csY11"/>
                      </a:cxn>
                      <a:cxn ang="0">
                        <a:pos x="csX12" y="csY12"/>
                      </a:cxn>
                      <a:cxn ang="0">
                        <a:pos x="csX13" y="csY13"/>
                      </a:cxn>
                      <a:cxn ang="0">
                        <a:pos x="csX14" y="csY14"/>
                      </a:cxn>
                    </a:cxnLst>
                    <a:rect l="l" t="t" r="r" b="b"/>
                    <a:pathLst>
                      <a:path w="3868266" h="414230" fill="none" extrusionOk="0">
                        <a:moveTo>
                          <a:pt x="0" y="0"/>
                        </a:moveTo>
                        <a:cubicBezTo>
                          <a:pt x="212637" y="-30125"/>
                          <a:pt x="460791" y="-5795"/>
                          <a:pt x="644711" y="0"/>
                        </a:cubicBezTo>
                        <a:cubicBezTo>
                          <a:pt x="828631" y="5795"/>
                          <a:pt x="1190471" y="29495"/>
                          <a:pt x="1328105" y="0"/>
                        </a:cubicBezTo>
                        <a:cubicBezTo>
                          <a:pt x="1465739" y="-29495"/>
                          <a:pt x="1824094" y="-5234"/>
                          <a:pt x="2050181" y="0"/>
                        </a:cubicBezTo>
                        <a:cubicBezTo>
                          <a:pt x="2276268" y="5234"/>
                          <a:pt x="2369396" y="-5800"/>
                          <a:pt x="2578844" y="0"/>
                        </a:cubicBezTo>
                        <a:cubicBezTo>
                          <a:pt x="2788292" y="5800"/>
                          <a:pt x="3000871" y="9085"/>
                          <a:pt x="3146190" y="0"/>
                        </a:cubicBezTo>
                        <a:cubicBezTo>
                          <a:pt x="3291509" y="-9085"/>
                          <a:pt x="3630415" y="-23499"/>
                          <a:pt x="3868266" y="0"/>
                        </a:cubicBezTo>
                        <a:cubicBezTo>
                          <a:pt x="3857514" y="193609"/>
                          <a:pt x="3863081" y="222947"/>
                          <a:pt x="3868266" y="414230"/>
                        </a:cubicBezTo>
                        <a:cubicBezTo>
                          <a:pt x="3597406" y="437925"/>
                          <a:pt x="3321869" y="380250"/>
                          <a:pt x="3146190" y="414230"/>
                        </a:cubicBezTo>
                        <a:cubicBezTo>
                          <a:pt x="2970511" y="448210"/>
                          <a:pt x="2773320" y="391665"/>
                          <a:pt x="2501479" y="414230"/>
                        </a:cubicBezTo>
                        <a:cubicBezTo>
                          <a:pt x="2229638" y="436795"/>
                          <a:pt x="2185720" y="395024"/>
                          <a:pt x="1934133" y="414230"/>
                        </a:cubicBezTo>
                        <a:cubicBezTo>
                          <a:pt x="1682546" y="433436"/>
                          <a:pt x="1589188" y="423003"/>
                          <a:pt x="1328105" y="414230"/>
                        </a:cubicBezTo>
                        <a:cubicBezTo>
                          <a:pt x="1067022" y="405457"/>
                          <a:pt x="771429" y="440576"/>
                          <a:pt x="606028" y="414230"/>
                        </a:cubicBezTo>
                        <a:cubicBezTo>
                          <a:pt x="440627" y="387884"/>
                          <a:pt x="157603" y="431939"/>
                          <a:pt x="0" y="414230"/>
                        </a:cubicBezTo>
                        <a:cubicBezTo>
                          <a:pt x="-13825" y="234047"/>
                          <a:pt x="18312" y="101072"/>
                          <a:pt x="0" y="0"/>
                        </a:cubicBezTo>
                        <a:close/>
                      </a:path>
                      <a:path w="3868266" h="414230" stroke="0" extrusionOk="0">
                        <a:moveTo>
                          <a:pt x="0" y="0"/>
                        </a:moveTo>
                        <a:cubicBezTo>
                          <a:pt x="259618" y="24517"/>
                          <a:pt x="345833" y="4566"/>
                          <a:pt x="644711" y="0"/>
                        </a:cubicBezTo>
                        <a:cubicBezTo>
                          <a:pt x="943589" y="-4566"/>
                          <a:pt x="1042182" y="16391"/>
                          <a:pt x="1366787" y="0"/>
                        </a:cubicBezTo>
                        <a:cubicBezTo>
                          <a:pt x="1691392" y="-16391"/>
                          <a:pt x="1714842" y="-19559"/>
                          <a:pt x="1972816" y="0"/>
                        </a:cubicBezTo>
                        <a:cubicBezTo>
                          <a:pt x="2230790" y="19559"/>
                          <a:pt x="2384232" y="10865"/>
                          <a:pt x="2617527" y="0"/>
                        </a:cubicBezTo>
                        <a:cubicBezTo>
                          <a:pt x="2850822" y="-10865"/>
                          <a:pt x="2987520" y="385"/>
                          <a:pt x="3300920" y="0"/>
                        </a:cubicBezTo>
                        <a:cubicBezTo>
                          <a:pt x="3614320" y="-385"/>
                          <a:pt x="3690717" y="-12035"/>
                          <a:pt x="3868266" y="0"/>
                        </a:cubicBezTo>
                        <a:cubicBezTo>
                          <a:pt x="3888845" y="188261"/>
                          <a:pt x="3861906" y="269927"/>
                          <a:pt x="3868266" y="414230"/>
                        </a:cubicBezTo>
                        <a:cubicBezTo>
                          <a:pt x="3718714" y="411561"/>
                          <a:pt x="3456471" y="430122"/>
                          <a:pt x="3262238" y="414230"/>
                        </a:cubicBezTo>
                        <a:cubicBezTo>
                          <a:pt x="3068005" y="398338"/>
                          <a:pt x="2818524" y="419227"/>
                          <a:pt x="2656209" y="414230"/>
                        </a:cubicBezTo>
                        <a:cubicBezTo>
                          <a:pt x="2493894" y="409233"/>
                          <a:pt x="2192132" y="427378"/>
                          <a:pt x="2011498" y="414230"/>
                        </a:cubicBezTo>
                        <a:cubicBezTo>
                          <a:pt x="1830864" y="401082"/>
                          <a:pt x="1591768" y="422774"/>
                          <a:pt x="1482835" y="414230"/>
                        </a:cubicBezTo>
                        <a:cubicBezTo>
                          <a:pt x="1373902" y="405686"/>
                          <a:pt x="1093226" y="428957"/>
                          <a:pt x="799442" y="414230"/>
                        </a:cubicBezTo>
                        <a:cubicBezTo>
                          <a:pt x="505658" y="399503"/>
                          <a:pt x="254048" y="441417"/>
                          <a:pt x="0" y="414230"/>
                        </a:cubicBezTo>
                        <a:cubicBezTo>
                          <a:pt x="6547" y="280834"/>
                          <a:pt x="-3013" y="17611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B2530EA-D2FC-580D-5921-4E198752B78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799654">
            <a:off x="8045821" y="2449000"/>
            <a:ext cx="3951380" cy="592707"/>
          </a:xfrm>
          <a:prstGeom prst="rect">
            <a:avLst/>
          </a:prstGeom>
          <a:ln w="19050">
            <a:solidFill>
              <a:srgbClr val="FF0000"/>
            </a:solidFill>
            <a:prstDash val="sysDash"/>
            <a:extLst>
              <a:ext uri="{C807C97D-BFC1-408E-A445-0C87EB9F89A2}">
                <ask:lineSketchStyleProps xmlns:ask="http://schemas.microsoft.com/office/drawing/2018/sketchyshapes" sd="241991216">
                  <a:custGeom>
                    <a:avLst/>
                    <a:gdLst>
                      <a:gd name="csX0" fmla="*/ 0 w 3868266"/>
                      <a:gd name="csY0" fmla="*/ 0 h 414230"/>
                      <a:gd name="csX1" fmla="*/ 644711 w 3868266"/>
                      <a:gd name="csY1" fmla="*/ 0 h 414230"/>
                      <a:gd name="csX2" fmla="*/ 1328105 w 3868266"/>
                      <a:gd name="csY2" fmla="*/ 0 h 414230"/>
                      <a:gd name="csX3" fmla="*/ 2050181 w 3868266"/>
                      <a:gd name="csY3" fmla="*/ 0 h 414230"/>
                      <a:gd name="csX4" fmla="*/ 2578844 w 3868266"/>
                      <a:gd name="csY4" fmla="*/ 0 h 414230"/>
                      <a:gd name="csX5" fmla="*/ 3146190 w 3868266"/>
                      <a:gd name="csY5" fmla="*/ 0 h 414230"/>
                      <a:gd name="csX6" fmla="*/ 3868266 w 3868266"/>
                      <a:gd name="csY6" fmla="*/ 0 h 414230"/>
                      <a:gd name="csX7" fmla="*/ 3868266 w 3868266"/>
                      <a:gd name="csY7" fmla="*/ 414230 h 414230"/>
                      <a:gd name="csX8" fmla="*/ 3146190 w 3868266"/>
                      <a:gd name="csY8" fmla="*/ 414230 h 414230"/>
                      <a:gd name="csX9" fmla="*/ 2501479 w 3868266"/>
                      <a:gd name="csY9" fmla="*/ 414230 h 414230"/>
                      <a:gd name="csX10" fmla="*/ 1934133 w 3868266"/>
                      <a:gd name="csY10" fmla="*/ 414230 h 414230"/>
                      <a:gd name="csX11" fmla="*/ 1328105 w 3868266"/>
                      <a:gd name="csY11" fmla="*/ 414230 h 414230"/>
                      <a:gd name="csX12" fmla="*/ 606028 w 3868266"/>
                      <a:gd name="csY12" fmla="*/ 414230 h 414230"/>
                      <a:gd name="csX13" fmla="*/ 0 w 3868266"/>
                      <a:gd name="csY13" fmla="*/ 414230 h 414230"/>
                      <a:gd name="csX14" fmla="*/ 0 w 3868266"/>
                      <a:gd name="csY14" fmla="*/ 0 h 41423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  <a:cxn ang="0">
                        <a:pos x="csX9" y="csY9"/>
                      </a:cxn>
                      <a:cxn ang="0">
                        <a:pos x="csX10" y="csY10"/>
                      </a:cxn>
                      <a:cxn ang="0">
                        <a:pos x="csX11" y="csY11"/>
                      </a:cxn>
                      <a:cxn ang="0">
                        <a:pos x="csX12" y="csY12"/>
                      </a:cxn>
                      <a:cxn ang="0">
                        <a:pos x="csX13" y="csY13"/>
                      </a:cxn>
                      <a:cxn ang="0">
                        <a:pos x="csX14" y="csY14"/>
                      </a:cxn>
                    </a:cxnLst>
                    <a:rect l="l" t="t" r="r" b="b"/>
                    <a:pathLst>
                      <a:path w="3868266" h="414230" fill="none" extrusionOk="0">
                        <a:moveTo>
                          <a:pt x="0" y="0"/>
                        </a:moveTo>
                        <a:cubicBezTo>
                          <a:pt x="212637" y="-30125"/>
                          <a:pt x="460791" y="-5795"/>
                          <a:pt x="644711" y="0"/>
                        </a:cubicBezTo>
                        <a:cubicBezTo>
                          <a:pt x="828631" y="5795"/>
                          <a:pt x="1190471" y="29495"/>
                          <a:pt x="1328105" y="0"/>
                        </a:cubicBezTo>
                        <a:cubicBezTo>
                          <a:pt x="1465739" y="-29495"/>
                          <a:pt x="1824094" y="-5234"/>
                          <a:pt x="2050181" y="0"/>
                        </a:cubicBezTo>
                        <a:cubicBezTo>
                          <a:pt x="2276268" y="5234"/>
                          <a:pt x="2369396" y="-5800"/>
                          <a:pt x="2578844" y="0"/>
                        </a:cubicBezTo>
                        <a:cubicBezTo>
                          <a:pt x="2788292" y="5800"/>
                          <a:pt x="3000871" y="9085"/>
                          <a:pt x="3146190" y="0"/>
                        </a:cubicBezTo>
                        <a:cubicBezTo>
                          <a:pt x="3291509" y="-9085"/>
                          <a:pt x="3630415" y="-23499"/>
                          <a:pt x="3868266" y="0"/>
                        </a:cubicBezTo>
                        <a:cubicBezTo>
                          <a:pt x="3857514" y="193609"/>
                          <a:pt x="3863081" y="222947"/>
                          <a:pt x="3868266" y="414230"/>
                        </a:cubicBezTo>
                        <a:cubicBezTo>
                          <a:pt x="3597406" y="437925"/>
                          <a:pt x="3321869" y="380250"/>
                          <a:pt x="3146190" y="414230"/>
                        </a:cubicBezTo>
                        <a:cubicBezTo>
                          <a:pt x="2970511" y="448210"/>
                          <a:pt x="2773320" y="391665"/>
                          <a:pt x="2501479" y="414230"/>
                        </a:cubicBezTo>
                        <a:cubicBezTo>
                          <a:pt x="2229638" y="436795"/>
                          <a:pt x="2185720" y="395024"/>
                          <a:pt x="1934133" y="414230"/>
                        </a:cubicBezTo>
                        <a:cubicBezTo>
                          <a:pt x="1682546" y="433436"/>
                          <a:pt x="1589188" y="423003"/>
                          <a:pt x="1328105" y="414230"/>
                        </a:cubicBezTo>
                        <a:cubicBezTo>
                          <a:pt x="1067022" y="405457"/>
                          <a:pt x="771429" y="440576"/>
                          <a:pt x="606028" y="414230"/>
                        </a:cubicBezTo>
                        <a:cubicBezTo>
                          <a:pt x="440627" y="387884"/>
                          <a:pt x="157603" y="431939"/>
                          <a:pt x="0" y="414230"/>
                        </a:cubicBezTo>
                        <a:cubicBezTo>
                          <a:pt x="-13825" y="234047"/>
                          <a:pt x="18312" y="101072"/>
                          <a:pt x="0" y="0"/>
                        </a:cubicBezTo>
                        <a:close/>
                      </a:path>
                      <a:path w="3868266" h="414230" stroke="0" extrusionOk="0">
                        <a:moveTo>
                          <a:pt x="0" y="0"/>
                        </a:moveTo>
                        <a:cubicBezTo>
                          <a:pt x="259618" y="24517"/>
                          <a:pt x="345833" y="4566"/>
                          <a:pt x="644711" y="0"/>
                        </a:cubicBezTo>
                        <a:cubicBezTo>
                          <a:pt x="943589" y="-4566"/>
                          <a:pt x="1042182" y="16391"/>
                          <a:pt x="1366787" y="0"/>
                        </a:cubicBezTo>
                        <a:cubicBezTo>
                          <a:pt x="1691392" y="-16391"/>
                          <a:pt x="1714842" y="-19559"/>
                          <a:pt x="1972816" y="0"/>
                        </a:cubicBezTo>
                        <a:cubicBezTo>
                          <a:pt x="2230790" y="19559"/>
                          <a:pt x="2384232" y="10865"/>
                          <a:pt x="2617527" y="0"/>
                        </a:cubicBezTo>
                        <a:cubicBezTo>
                          <a:pt x="2850822" y="-10865"/>
                          <a:pt x="2987520" y="385"/>
                          <a:pt x="3300920" y="0"/>
                        </a:cubicBezTo>
                        <a:cubicBezTo>
                          <a:pt x="3614320" y="-385"/>
                          <a:pt x="3690717" y="-12035"/>
                          <a:pt x="3868266" y="0"/>
                        </a:cubicBezTo>
                        <a:cubicBezTo>
                          <a:pt x="3888845" y="188261"/>
                          <a:pt x="3861906" y="269927"/>
                          <a:pt x="3868266" y="414230"/>
                        </a:cubicBezTo>
                        <a:cubicBezTo>
                          <a:pt x="3718714" y="411561"/>
                          <a:pt x="3456471" y="430122"/>
                          <a:pt x="3262238" y="414230"/>
                        </a:cubicBezTo>
                        <a:cubicBezTo>
                          <a:pt x="3068005" y="398338"/>
                          <a:pt x="2818524" y="419227"/>
                          <a:pt x="2656209" y="414230"/>
                        </a:cubicBezTo>
                        <a:cubicBezTo>
                          <a:pt x="2493894" y="409233"/>
                          <a:pt x="2192132" y="427378"/>
                          <a:pt x="2011498" y="414230"/>
                        </a:cubicBezTo>
                        <a:cubicBezTo>
                          <a:pt x="1830864" y="401082"/>
                          <a:pt x="1591768" y="422774"/>
                          <a:pt x="1482835" y="414230"/>
                        </a:cubicBezTo>
                        <a:cubicBezTo>
                          <a:pt x="1373902" y="405686"/>
                          <a:pt x="1093226" y="428957"/>
                          <a:pt x="799442" y="414230"/>
                        </a:cubicBezTo>
                        <a:cubicBezTo>
                          <a:pt x="505658" y="399503"/>
                          <a:pt x="254048" y="441417"/>
                          <a:pt x="0" y="414230"/>
                        </a:cubicBezTo>
                        <a:cubicBezTo>
                          <a:pt x="6547" y="280834"/>
                          <a:pt x="-3013" y="17611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9D071259-64CB-21AF-9E40-EDD7BA14D376}"/>
              </a:ext>
            </a:extLst>
          </p:cNvPr>
          <p:cNvSpPr txBox="1"/>
          <p:nvPr/>
        </p:nvSpPr>
        <p:spPr>
          <a:xfrm>
            <a:off x="349667" y="540621"/>
            <a:ext cx="691053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/>
              <a:t>MCP client interprets the result</a:t>
            </a:r>
          </a:p>
        </p:txBody>
      </p:sp>
    </p:spTree>
    <p:extLst>
      <p:ext uri="{BB962C8B-B14F-4D97-AF65-F5344CB8AC3E}">
        <p14:creationId xmlns:p14="http://schemas.microsoft.com/office/powerpoint/2010/main" val="17593218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68565C8-9529-0B08-D55A-461A611818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2795" y="0"/>
            <a:ext cx="5398851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2D0022D-E4EA-39F8-21A1-22CF18DCDFAC}"/>
              </a:ext>
            </a:extLst>
          </p:cNvPr>
          <p:cNvSpPr txBox="1"/>
          <p:nvPr/>
        </p:nvSpPr>
        <p:spPr>
          <a:xfrm>
            <a:off x="349667" y="540621"/>
            <a:ext cx="691053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/>
              <a:t>V</a:t>
            </a:r>
            <a:r>
              <a:rPr lang="en-US" altLang="zh-CN" sz="2800" dirty="0" err="1"/>
              <a:t>isualisation</a:t>
            </a:r>
            <a:r>
              <a:rPr lang="en-US" altLang="zh-CN" sz="2800" dirty="0"/>
              <a:t> tools</a:t>
            </a:r>
            <a:endParaRPr lang="en-AU" sz="2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FC4BF5B-3C05-814D-22B9-38DE704ADFEA}"/>
              </a:ext>
            </a:extLst>
          </p:cNvPr>
          <p:cNvSpPr txBox="1"/>
          <p:nvPr/>
        </p:nvSpPr>
        <p:spPr>
          <a:xfrm>
            <a:off x="349666" y="1329431"/>
            <a:ext cx="444525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AU" dirty="0"/>
              <a:t>Melodic n-gram heatmap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8912140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0646F7-6D35-8BF2-33DC-15E9D48A2C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55BC679-9FF0-0735-88C4-EC584BEBFBD0}"/>
              </a:ext>
            </a:extLst>
          </p:cNvPr>
          <p:cNvSpPr txBox="1"/>
          <p:nvPr/>
        </p:nvSpPr>
        <p:spPr>
          <a:xfrm>
            <a:off x="349667" y="540621"/>
            <a:ext cx="691053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/>
              <a:t>V</a:t>
            </a:r>
            <a:r>
              <a:rPr lang="en-US" altLang="zh-CN" sz="2800" dirty="0" err="1"/>
              <a:t>isualisation</a:t>
            </a:r>
            <a:r>
              <a:rPr lang="en-US" altLang="zh-CN" sz="2800" dirty="0"/>
              <a:t> tools</a:t>
            </a:r>
            <a:endParaRPr lang="en-AU" sz="28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CD539BB-233B-85F3-9C1F-031AF6EA62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5110" y="1074600"/>
            <a:ext cx="5400000" cy="47088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917258B-6780-D6CD-1C3C-968613D4EC6D}"/>
              </a:ext>
            </a:extLst>
          </p:cNvPr>
          <p:cNvSpPr txBox="1"/>
          <p:nvPr/>
        </p:nvSpPr>
        <p:spPr>
          <a:xfrm>
            <a:off x="349666" y="1329431"/>
            <a:ext cx="444525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AU" dirty="0">
                <a:solidFill>
                  <a:schemeClr val="bg1">
                    <a:lumMod val="50000"/>
                  </a:schemeClr>
                </a:solidFill>
              </a:rPr>
              <a:t>Melodic n-gram heatmap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AU" dirty="0"/>
              <a:t>Pitch range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69510520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CF7D01-C262-0DF0-5A66-7C68442D6D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8545C6E-F54C-E999-5243-28471A6BC2DF}"/>
              </a:ext>
            </a:extLst>
          </p:cNvPr>
          <p:cNvSpPr txBox="1"/>
          <p:nvPr/>
        </p:nvSpPr>
        <p:spPr>
          <a:xfrm>
            <a:off x="349667" y="540621"/>
            <a:ext cx="691053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/>
              <a:t>V</a:t>
            </a:r>
            <a:r>
              <a:rPr lang="en-US" altLang="zh-CN" sz="2800" dirty="0" err="1"/>
              <a:t>isualisation</a:t>
            </a:r>
            <a:r>
              <a:rPr lang="en-US" altLang="zh-CN" sz="2800" dirty="0"/>
              <a:t> tools</a:t>
            </a:r>
            <a:endParaRPr lang="en-AU" sz="2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E656839-07E2-53D6-1A6F-F2B4134616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85667" y="0"/>
            <a:ext cx="3984121" cy="6858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D2A0C48-D579-323B-6120-1EA92138F7E2}"/>
              </a:ext>
            </a:extLst>
          </p:cNvPr>
          <p:cNvSpPr txBox="1"/>
          <p:nvPr/>
        </p:nvSpPr>
        <p:spPr>
          <a:xfrm>
            <a:off x="349666" y="1329431"/>
            <a:ext cx="444525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AU" dirty="0">
                <a:solidFill>
                  <a:schemeClr val="bg1">
                    <a:lumMod val="50000"/>
                  </a:schemeClr>
                </a:solidFill>
              </a:rPr>
              <a:t>Melodic n-gram heatmap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AU" dirty="0">
                <a:solidFill>
                  <a:schemeClr val="bg1">
                    <a:lumMod val="50000"/>
                  </a:schemeClr>
                </a:solidFill>
              </a:rPr>
              <a:t>Pitch range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AU" dirty="0"/>
              <a:t>Weighted note distribution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2850262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F297DB-79FF-5136-FA74-2886396B68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183C920-9CD7-1C8B-E0DB-2F643FF3D340}"/>
              </a:ext>
            </a:extLst>
          </p:cNvPr>
          <p:cNvSpPr txBox="1"/>
          <p:nvPr/>
        </p:nvSpPr>
        <p:spPr>
          <a:xfrm>
            <a:off x="349667" y="540621"/>
            <a:ext cx="691053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/>
              <a:t>V</a:t>
            </a:r>
            <a:r>
              <a:rPr lang="en-US" altLang="zh-CN" sz="2800" dirty="0" err="1"/>
              <a:t>isualisation</a:t>
            </a:r>
            <a:r>
              <a:rPr lang="en-US" altLang="zh-CN" sz="2800" dirty="0"/>
              <a:t> tools</a:t>
            </a:r>
            <a:endParaRPr lang="en-AU" sz="28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E2A576B-FC46-8104-1E02-E005D7E14D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2202" y="0"/>
            <a:ext cx="3961814" cy="6858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F49F605-841A-754D-45D6-5CE523A9720B}"/>
              </a:ext>
            </a:extLst>
          </p:cNvPr>
          <p:cNvSpPr txBox="1"/>
          <p:nvPr/>
        </p:nvSpPr>
        <p:spPr>
          <a:xfrm>
            <a:off x="349666" y="1329431"/>
            <a:ext cx="444525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AU" dirty="0">
                <a:solidFill>
                  <a:schemeClr val="bg1">
                    <a:lumMod val="50000"/>
                  </a:schemeClr>
                </a:solidFill>
              </a:rPr>
              <a:t>Melodic n-gram heatmap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AU" dirty="0">
                <a:solidFill>
                  <a:schemeClr val="bg1">
                    <a:lumMod val="50000"/>
                  </a:schemeClr>
                </a:solidFill>
              </a:rPr>
              <a:t>Pitch range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AU" dirty="0">
                <a:solidFill>
                  <a:schemeClr val="bg1">
                    <a:lumMod val="50000"/>
                  </a:schemeClr>
                </a:solidFill>
              </a:rPr>
              <a:t>Weighted note distribution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AU" dirty="0"/>
              <a:t>Sonority n-gram progress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AU" dirty="0"/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6397597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54B984-9B81-97D9-BF5F-BE575244F3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F356DA9-560A-12C2-8181-985F1F37C53E}"/>
              </a:ext>
            </a:extLst>
          </p:cNvPr>
          <p:cNvSpPr txBox="1"/>
          <p:nvPr/>
        </p:nvSpPr>
        <p:spPr>
          <a:xfrm>
            <a:off x="349667" y="540621"/>
            <a:ext cx="691053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/>
              <a:t>V</a:t>
            </a:r>
            <a:r>
              <a:rPr lang="en-US" altLang="zh-CN" sz="2800" dirty="0" err="1"/>
              <a:t>isualisation</a:t>
            </a:r>
            <a:r>
              <a:rPr lang="en-US" altLang="zh-CN" sz="2800" dirty="0"/>
              <a:t> tools</a:t>
            </a:r>
            <a:endParaRPr lang="en-AU" sz="28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28E80E0-50FB-EAF0-61B1-E5EB1EB40C81}"/>
              </a:ext>
            </a:extLst>
          </p:cNvPr>
          <p:cNvSpPr txBox="1"/>
          <p:nvPr/>
        </p:nvSpPr>
        <p:spPr>
          <a:xfrm>
            <a:off x="349666" y="1329431"/>
            <a:ext cx="444525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AU" dirty="0">
                <a:solidFill>
                  <a:schemeClr val="bg1">
                    <a:lumMod val="50000"/>
                  </a:schemeClr>
                </a:solidFill>
              </a:rPr>
              <a:t>Melodic n-gram heatmap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AU" dirty="0">
                <a:solidFill>
                  <a:schemeClr val="bg1">
                    <a:lumMod val="50000"/>
                  </a:schemeClr>
                </a:solidFill>
              </a:rPr>
              <a:t>Pitch range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AU" dirty="0">
                <a:solidFill>
                  <a:schemeClr val="bg1">
                    <a:lumMod val="50000"/>
                  </a:schemeClr>
                </a:solidFill>
              </a:rPr>
              <a:t>Weighted note distribution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AU" dirty="0">
                <a:solidFill>
                  <a:schemeClr val="bg1">
                    <a:lumMod val="50000"/>
                  </a:schemeClr>
                </a:solidFill>
              </a:rPr>
              <a:t>Sonority n-gram progress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AU" dirty="0"/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AU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52BB9E7-4D77-E383-2F30-D933CFF73839}"/>
              </a:ext>
            </a:extLst>
          </p:cNvPr>
          <p:cNvSpPr txBox="1"/>
          <p:nvPr/>
        </p:nvSpPr>
        <p:spPr>
          <a:xfrm>
            <a:off x="349666" y="2905780"/>
            <a:ext cx="691053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/>
              <a:t>Notation </a:t>
            </a:r>
            <a:r>
              <a:rPr lang="en-US" altLang="zh-CN" sz="2800" dirty="0"/>
              <a:t>tools</a:t>
            </a:r>
            <a:endParaRPr lang="en-AU" sz="2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5500B4C-4C6B-929E-4CF3-3F42FC175768}"/>
              </a:ext>
            </a:extLst>
          </p:cNvPr>
          <p:cNvSpPr txBox="1"/>
          <p:nvPr/>
        </p:nvSpPr>
        <p:spPr>
          <a:xfrm>
            <a:off x="349665" y="3697130"/>
            <a:ext cx="444525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AU" dirty="0"/>
              <a:t>Show notation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AU" dirty="0"/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AU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56A5A30-F57D-9E12-4B45-95F88B6178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504106"/>
            <a:ext cx="5760000" cy="56372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632304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F7AAF7-4310-F479-87E7-A87DE27BDA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E864066-C069-7B1F-995A-8E3DFD7F0320}"/>
              </a:ext>
            </a:extLst>
          </p:cNvPr>
          <p:cNvSpPr txBox="1"/>
          <p:nvPr/>
        </p:nvSpPr>
        <p:spPr>
          <a:xfrm>
            <a:off x="349667" y="540621"/>
            <a:ext cx="691053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/>
              <a:t>V</a:t>
            </a:r>
            <a:r>
              <a:rPr lang="en-US" altLang="zh-CN" sz="2800" dirty="0" err="1"/>
              <a:t>isualisation</a:t>
            </a:r>
            <a:r>
              <a:rPr lang="en-US" altLang="zh-CN" sz="2800" dirty="0"/>
              <a:t> tools</a:t>
            </a:r>
            <a:endParaRPr lang="en-AU" sz="28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F88933-C321-E738-6717-93A9A485B7C3}"/>
              </a:ext>
            </a:extLst>
          </p:cNvPr>
          <p:cNvSpPr txBox="1"/>
          <p:nvPr/>
        </p:nvSpPr>
        <p:spPr>
          <a:xfrm>
            <a:off x="349666" y="1329431"/>
            <a:ext cx="444525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AU" dirty="0">
                <a:solidFill>
                  <a:schemeClr val="bg1">
                    <a:lumMod val="50000"/>
                  </a:schemeClr>
                </a:solidFill>
              </a:rPr>
              <a:t>Melodic n-gram heatmap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AU" dirty="0">
                <a:solidFill>
                  <a:schemeClr val="bg1">
                    <a:lumMod val="50000"/>
                  </a:schemeClr>
                </a:solidFill>
              </a:rPr>
              <a:t>Pitch range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AU" dirty="0">
                <a:solidFill>
                  <a:schemeClr val="bg1">
                    <a:lumMod val="50000"/>
                  </a:schemeClr>
                </a:solidFill>
              </a:rPr>
              <a:t>Weighted note distribution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AU" dirty="0">
                <a:solidFill>
                  <a:schemeClr val="bg1">
                    <a:lumMod val="50000"/>
                  </a:schemeClr>
                </a:solidFill>
              </a:rPr>
              <a:t>Sonority n-gram progress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AU" dirty="0"/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AU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3C8514B-245C-3C31-72F2-EC12A57F86FD}"/>
              </a:ext>
            </a:extLst>
          </p:cNvPr>
          <p:cNvSpPr txBox="1"/>
          <p:nvPr/>
        </p:nvSpPr>
        <p:spPr>
          <a:xfrm>
            <a:off x="349666" y="2905780"/>
            <a:ext cx="691053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/>
              <a:t>Notation </a:t>
            </a:r>
            <a:r>
              <a:rPr lang="en-US" altLang="zh-CN" sz="2800" dirty="0"/>
              <a:t>tools</a:t>
            </a:r>
            <a:endParaRPr lang="en-AU" sz="2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87A7632-248E-7B89-C5A9-65604AACEE80}"/>
              </a:ext>
            </a:extLst>
          </p:cNvPr>
          <p:cNvSpPr txBox="1"/>
          <p:nvPr/>
        </p:nvSpPr>
        <p:spPr>
          <a:xfrm>
            <a:off x="349665" y="3697130"/>
            <a:ext cx="444525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AU" dirty="0">
                <a:solidFill>
                  <a:schemeClr val="bg1">
                    <a:lumMod val="50000"/>
                  </a:schemeClr>
                </a:solidFill>
              </a:rPr>
              <a:t>Show notation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AU" dirty="0"/>
              <a:t>Show notation with highlight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AU" dirty="0"/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AU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AF60EF9-1CA6-358E-1F5A-DA4125B162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6130" y="0"/>
            <a:ext cx="542894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867796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D38882-7B8D-ACAF-CA4E-EC54BD1E1F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8B54F5A-293B-C958-5731-AAA57E042D01}"/>
              </a:ext>
            </a:extLst>
          </p:cNvPr>
          <p:cNvSpPr txBox="1"/>
          <p:nvPr/>
        </p:nvSpPr>
        <p:spPr>
          <a:xfrm>
            <a:off x="349667" y="540621"/>
            <a:ext cx="691053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/>
              <a:t>V</a:t>
            </a:r>
            <a:r>
              <a:rPr lang="en-US" altLang="zh-CN" sz="2800" dirty="0" err="1"/>
              <a:t>isualisation</a:t>
            </a:r>
            <a:r>
              <a:rPr lang="en-US" altLang="zh-CN" sz="2800" dirty="0"/>
              <a:t> tools</a:t>
            </a:r>
            <a:endParaRPr lang="en-AU" sz="28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15B9EF4-FE19-E012-BB12-29F1FD2DEFAD}"/>
              </a:ext>
            </a:extLst>
          </p:cNvPr>
          <p:cNvSpPr txBox="1"/>
          <p:nvPr/>
        </p:nvSpPr>
        <p:spPr>
          <a:xfrm>
            <a:off x="349666" y="1329431"/>
            <a:ext cx="444525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AU" dirty="0">
                <a:solidFill>
                  <a:schemeClr val="bg1">
                    <a:lumMod val="50000"/>
                  </a:schemeClr>
                </a:solidFill>
              </a:rPr>
              <a:t>Melodic n-gram heatmap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AU" dirty="0">
                <a:solidFill>
                  <a:schemeClr val="bg1">
                    <a:lumMod val="50000"/>
                  </a:schemeClr>
                </a:solidFill>
              </a:rPr>
              <a:t>Pitch range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AU" dirty="0">
                <a:solidFill>
                  <a:schemeClr val="bg1">
                    <a:lumMod val="50000"/>
                  </a:schemeClr>
                </a:solidFill>
              </a:rPr>
              <a:t>Weighted note distribution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AU" dirty="0">
                <a:solidFill>
                  <a:schemeClr val="bg1">
                    <a:lumMod val="50000"/>
                  </a:schemeClr>
                </a:solidFill>
              </a:rPr>
              <a:t>Sonority n-gram progress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AU" dirty="0"/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AU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9C679E1-50BC-9A9C-5A72-38FC96328CEE}"/>
              </a:ext>
            </a:extLst>
          </p:cNvPr>
          <p:cNvSpPr txBox="1"/>
          <p:nvPr/>
        </p:nvSpPr>
        <p:spPr>
          <a:xfrm>
            <a:off x="349666" y="2905780"/>
            <a:ext cx="691053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/>
              <a:t>Notation </a:t>
            </a:r>
            <a:r>
              <a:rPr lang="en-US" altLang="zh-CN" sz="2800" dirty="0"/>
              <a:t>tools</a:t>
            </a:r>
            <a:endParaRPr lang="en-AU" sz="2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A0196B5-57D4-CB12-05A2-1549C568140F}"/>
              </a:ext>
            </a:extLst>
          </p:cNvPr>
          <p:cNvSpPr txBox="1"/>
          <p:nvPr/>
        </p:nvSpPr>
        <p:spPr>
          <a:xfrm>
            <a:off x="349665" y="3697130"/>
            <a:ext cx="444525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AU" dirty="0">
                <a:solidFill>
                  <a:schemeClr val="bg1">
                    <a:lumMod val="50000"/>
                  </a:schemeClr>
                </a:solidFill>
              </a:rPr>
              <a:t>Show notation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AU" dirty="0">
                <a:solidFill>
                  <a:schemeClr val="bg1">
                    <a:lumMod val="50000"/>
                  </a:schemeClr>
                </a:solidFill>
              </a:rPr>
              <a:t>Show notation with highlight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AU" dirty="0"/>
              <a:t>Show notation with elicitation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AU" dirty="0"/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AU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8835EF1-E824-9025-26FF-520D47B4CD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126" r="15147"/>
          <a:stretch>
            <a:fillRect/>
          </a:stretch>
        </p:blipFill>
        <p:spPr>
          <a:xfrm>
            <a:off x="5121897" y="0"/>
            <a:ext cx="707010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352988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4E2023-F8A7-C726-ED2D-048DDF5A99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29DE97A-14DC-45EC-0449-180C0866F199}"/>
              </a:ext>
            </a:extLst>
          </p:cNvPr>
          <p:cNvSpPr txBox="1"/>
          <p:nvPr/>
        </p:nvSpPr>
        <p:spPr>
          <a:xfrm>
            <a:off x="349667" y="540621"/>
            <a:ext cx="691053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/>
              <a:t>V</a:t>
            </a:r>
            <a:r>
              <a:rPr lang="en-US" altLang="zh-CN" sz="2800" dirty="0" err="1"/>
              <a:t>isualisation</a:t>
            </a:r>
            <a:r>
              <a:rPr lang="en-US" altLang="zh-CN" sz="2800" dirty="0"/>
              <a:t> tools</a:t>
            </a:r>
            <a:endParaRPr lang="en-AU" sz="28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F8F6B5B-C981-16A2-9404-B85A5014A923}"/>
              </a:ext>
            </a:extLst>
          </p:cNvPr>
          <p:cNvSpPr txBox="1"/>
          <p:nvPr/>
        </p:nvSpPr>
        <p:spPr>
          <a:xfrm>
            <a:off x="349666" y="1329431"/>
            <a:ext cx="444525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AU" dirty="0">
                <a:solidFill>
                  <a:schemeClr val="bg1">
                    <a:lumMod val="50000"/>
                  </a:schemeClr>
                </a:solidFill>
              </a:rPr>
              <a:t>Melodic n-gram heatmap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AU" dirty="0">
                <a:solidFill>
                  <a:schemeClr val="bg1">
                    <a:lumMod val="50000"/>
                  </a:schemeClr>
                </a:solidFill>
              </a:rPr>
              <a:t>Pitch range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AU" dirty="0">
                <a:solidFill>
                  <a:schemeClr val="bg1">
                    <a:lumMod val="50000"/>
                  </a:schemeClr>
                </a:solidFill>
              </a:rPr>
              <a:t>Weighted note distribution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AU" dirty="0">
                <a:solidFill>
                  <a:schemeClr val="bg1">
                    <a:lumMod val="50000"/>
                  </a:schemeClr>
                </a:solidFill>
              </a:rPr>
              <a:t>Sonority n-gram progress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AU" dirty="0"/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AU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065C1CC-829C-6E4A-EC0B-F2877151CA7A}"/>
              </a:ext>
            </a:extLst>
          </p:cNvPr>
          <p:cNvSpPr txBox="1"/>
          <p:nvPr/>
        </p:nvSpPr>
        <p:spPr>
          <a:xfrm>
            <a:off x="349666" y="2905780"/>
            <a:ext cx="691053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/>
              <a:t>Notation </a:t>
            </a:r>
            <a:r>
              <a:rPr lang="en-US" altLang="zh-CN" sz="2800" dirty="0"/>
              <a:t>tools</a:t>
            </a:r>
            <a:endParaRPr lang="en-AU" sz="2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D1CEAE6-3652-4684-F917-6F73B5A9AE5C}"/>
              </a:ext>
            </a:extLst>
          </p:cNvPr>
          <p:cNvSpPr txBox="1"/>
          <p:nvPr/>
        </p:nvSpPr>
        <p:spPr>
          <a:xfrm>
            <a:off x="349665" y="3697130"/>
            <a:ext cx="444525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AU" dirty="0">
                <a:solidFill>
                  <a:schemeClr val="bg1">
                    <a:lumMod val="50000"/>
                  </a:schemeClr>
                </a:solidFill>
              </a:rPr>
              <a:t>Show notation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AU" dirty="0">
                <a:solidFill>
                  <a:schemeClr val="bg1">
                    <a:lumMod val="50000"/>
                  </a:schemeClr>
                </a:solidFill>
              </a:rPr>
              <a:t>Show notation with highlight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AU" dirty="0">
                <a:solidFill>
                  <a:schemeClr val="bg1">
                    <a:lumMod val="50000"/>
                  </a:schemeClr>
                </a:solidFill>
              </a:rPr>
              <a:t>Show notation with elicitation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AU" dirty="0"/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AU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B1C76A7-EC0A-9DA9-ABCC-2916AAA669C2}"/>
              </a:ext>
            </a:extLst>
          </p:cNvPr>
          <p:cNvSpPr txBox="1"/>
          <p:nvPr/>
        </p:nvSpPr>
        <p:spPr>
          <a:xfrm>
            <a:off x="349665" y="5009329"/>
            <a:ext cx="691053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/>
              <a:t>Playback </a:t>
            </a:r>
            <a:r>
              <a:rPr lang="en-US" altLang="zh-CN" sz="2800" dirty="0"/>
              <a:t>tools</a:t>
            </a:r>
            <a:endParaRPr lang="en-AU" sz="28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CA85A69-DD66-BDE4-E7D6-B5B1CDBE45DB}"/>
              </a:ext>
            </a:extLst>
          </p:cNvPr>
          <p:cNvSpPr txBox="1"/>
          <p:nvPr/>
        </p:nvSpPr>
        <p:spPr>
          <a:xfrm>
            <a:off x="349664" y="5800679"/>
            <a:ext cx="444525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AU" dirty="0"/>
              <a:t>Playback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AU" dirty="0">
                <a:solidFill>
                  <a:schemeClr val="bg1">
                    <a:lumMod val="50000"/>
                  </a:schemeClr>
                </a:solidFill>
              </a:rPr>
              <a:t>Playback with elicitation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AU" dirty="0"/>
          </a:p>
        </p:txBody>
      </p:sp>
      <p:pic>
        <p:nvPicPr>
          <p:cNvPr id="11" name="MiniCozyRoom_PAzHZtAMm7">
            <a:hlinkClick r:id="" action="ppaction://media"/>
            <a:extLst>
              <a:ext uri="{FF2B5EF4-FFF2-40B4-BE49-F238E27FC236}">
                <a16:creationId xmlns:a16="http://schemas.microsoft.com/office/drawing/2014/main" id="{D4F88B29-19AF-CCB7-2F61-2B74E6563D1F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124450" y="885825"/>
            <a:ext cx="7067550" cy="5086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87097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0467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11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33D3D8A-4AC5-092B-0A79-F31F50450C05}"/>
              </a:ext>
            </a:extLst>
          </p:cNvPr>
          <p:cNvSpPr txBox="1"/>
          <p:nvPr/>
        </p:nvSpPr>
        <p:spPr>
          <a:xfrm>
            <a:off x="349667" y="540621"/>
            <a:ext cx="691053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/>
              <a:t>Future works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B3CA2DA-6F10-0992-6B8F-99AD68FCF399}"/>
              </a:ext>
            </a:extLst>
          </p:cNvPr>
          <p:cNvSpPr txBox="1"/>
          <p:nvPr/>
        </p:nvSpPr>
        <p:spPr>
          <a:xfrm>
            <a:off x="349666" y="1322947"/>
            <a:ext cx="792706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AU" dirty="0"/>
              <a:t>More visualisation tools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AU" dirty="0"/>
              <a:t>Presentation type tool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AU" dirty="0"/>
              <a:t>A tool to validate user-registered .</a:t>
            </a:r>
            <a:r>
              <a:rPr lang="en-AU" dirty="0" err="1"/>
              <a:t>mei</a:t>
            </a:r>
            <a:r>
              <a:rPr lang="en-AU" dirty="0"/>
              <a:t> files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AU" dirty="0"/>
              <a:t>A function allowing users to specify a bar range for focused analysis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AU" dirty="0"/>
              <a:t>…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A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183297D-608E-0F4E-7A92-859A1E71898C}"/>
              </a:ext>
            </a:extLst>
          </p:cNvPr>
          <p:cNvSpPr txBox="1"/>
          <p:nvPr/>
        </p:nvSpPr>
        <p:spPr>
          <a:xfrm>
            <a:off x="822451" y="5855714"/>
            <a:ext cx="115318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encoding-music-</a:t>
            </a:r>
            <a:r>
              <a:rPr lang="en-AU" sz="2400" dirty="0" err="1"/>
              <a:t>mcp</a:t>
            </a:r>
            <a:r>
              <a:rPr lang="en-AU" sz="2400" dirty="0"/>
              <a:t> [https://github.com/unimelbmdap/encoding-music-mcp]</a:t>
            </a:r>
          </a:p>
        </p:txBody>
      </p:sp>
    </p:spTree>
    <p:extLst>
      <p:ext uri="{BB962C8B-B14F-4D97-AF65-F5344CB8AC3E}">
        <p14:creationId xmlns:p14="http://schemas.microsoft.com/office/powerpoint/2010/main" val="414712055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08B6A4-8E58-CD7F-4713-C470C752B7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1E8EAEB-8647-E340-9DC9-C0D6A46451A0}"/>
              </a:ext>
            </a:extLst>
          </p:cNvPr>
          <p:cNvSpPr txBox="1"/>
          <p:nvPr/>
        </p:nvSpPr>
        <p:spPr>
          <a:xfrm>
            <a:off x="349667" y="540621"/>
            <a:ext cx="691053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/>
              <a:t>Reflection and Key Learnings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2DE21B0-EF53-D24B-DF32-A7B796C24076}"/>
              </a:ext>
            </a:extLst>
          </p:cNvPr>
          <p:cNvSpPr txBox="1"/>
          <p:nvPr/>
        </p:nvSpPr>
        <p:spPr>
          <a:xfrm>
            <a:off x="349666" y="1322947"/>
            <a:ext cx="792706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AU" dirty="0"/>
              <a:t>Music score analysis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AU" dirty="0"/>
              <a:t>Working with GitHub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AU" dirty="0"/>
              <a:t>Test-driven development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GB" dirty="0"/>
              <a:t>Designing tools for non-technical users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AU" dirty="0"/>
              <a:t>Data visualisation and interface design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0860772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D134C4A-0183-2E7C-12AA-30C865869BA0}"/>
              </a:ext>
            </a:extLst>
          </p:cNvPr>
          <p:cNvSpPr txBox="1"/>
          <p:nvPr/>
        </p:nvSpPr>
        <p:spPr>
          <a:xfrm>
            <a:off x="10389213" y="6396335"/>
            <a:ext cx="21767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Questions?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3007E2C-1C07-29EF-6A77-7582B77E9507}"/>
              </a:ext>
            </a:extLst>
          </p:cNvPr>
          <p:cNvSpPr txBox="1"/>
          <p:nvPr/>
        </p:nvSpPr>
        <p:spPr>
          <a:xfrm>
            <a:off x="2787373" y="2844225"/>
            <a:ext cx="34446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200" dirty="0"/>
              <a:t>Thank you MDAP!</a:t>
            </a:r>
          </a:p>
        </p:txBody>
      </p:sp>
    </p:spTree>
    <p:extLst>
      <p:ext uri="{BB962C8B-B14F-4D97-AF65-F5344CB8AC3E}">
        <p14:creationId xmlns:p14="http://schemas.microsoft.com/office/powerpoint/2010/main" val="37073606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43 -0.0206 L -0.0043 -0.0206 C -0.00235 -0.07476 -0.00482 -0.00092 -0.00274 -0.09907 C -0.00261 -0.10463 -0.00222 -0.10995 -0.00196 -0.11551 C -0.0017 -0.12523 -0.00144 -0.13472 -0.00118 -0.14444 C -0.00144 -0.18657 -0.00157 -0.2287 -0.00196 -0.27083 C -0.00209 -0.27639 -0.00261 -0.28171 -0.00274 -0.28726 C -0.00339 -0.30879 -0.00378 -0.33032 -0.0043 -0.35185 C -0.00456 -0.36389 -0.00469 -0.37569 -0.00508 -0.38773 C -0.00521 -0.39398 -0.00573 -0.40046 -0.00586 -0.40694 C -0.00625 -0.41967 -0.00625 -0.43264 -0.00664 -0.44537 C -0.00703 -0.46064 -0.00756 -0.46435 -0.00899 -0.47963 C -0.01172 -0.56018 -0.01055 -0.50902 -0.00977 -0.63356 C -0.01003 -0.66574 -0.0099 -0.69791 -0.01055 -0.72986 C -0.01081 -0.74467 -0.01224 -0.74838 -0.01355 -0.76157 C -0.01394 -0.76504 -0.01394 -0.76875 -0.01433 -0.77245 C -0.01472 -0.77615 -0.0155 -0.77963 -0.01589 -0.78333 C -0.01628 -0.78703 -0.01628 -0.79074 -0.01667 -0.79444 C -0.01758 -0.80277 -0.01875 -0.81088 -0.0198 -0.81921 L -0.02136 -0.83148 C -0.02279 -0.85902 -0.0211 -0.83171 -0.02357 -0.85902 C -0.02644 -0.88889 -0.02279 -0.85578 -0.02513 -0.87685 C -0.02539 -0.88842 -0.02487 -0.9 -0.02592 -0.91134 C -0.02605 -0.91273 -0.02748 -0.91018 -0.02826 -0.90995 C -0.03321 -0.90833 -0.03802 -0.90694 -0.04297 -0.90578 C -0.04805 -0.90463 -0.05326 -0.90324 -0.05847 -0.90301 C -0.07565 -0.90185 -0.09297 -0.90208 -0.11029 -0.90162 C -0.19623 -0.89907 -0.11146 -0.90092 -0.23243 -0.89884 L -0.28112 -0.89606 C -0.28633 -0.89583 -0.29141 -0.89514 -0.29662 -0.89467 L -0.38008 -0.89606 C -0.38868 -0.89652 -0.4056 -0.89884 -0.4056 -0.89884 L -0.51693 -0.89606 C -0.52722 -0.89583 -0.53763 -0.89583 -0.54792 -0.89467 C -0.55157 -0.89444 -0.55508 -0.89259 -0.55873 -0.89213 C -0.56224 -0.89143 -0.56589 -0.89097 -0.56953 -0.89074 C -0.58633 -0.88912 -0.60664 -0.88865 -0.62292 -0.88796 C -0.63282 -0.8868 -0.6461 -0.88518 -0.65534 -0.88518 C -0.67162 -0.88518 -0.68789 -0.88588 -0.70404 -0.88657 L -0.76433 -0.88935 C -0.77214 -0.89074 -0.77865 -0.89213 -0.78685 -0.89213 C -0.80078 -0.89213 -0.81459 -0.8912 -0.82852 -0.89074 C -0.83138 -0.89027 -0.83425 -0.88981 -0.83711 -0.88935 C -0.83842 -0.88889 -0.83959 -0.88842 -0.84089 -0.88796 C -0.84558 -0.88634 -0.84519 -0.8868 -0.84948 -0.88518 C -0.85052 -0.88472 -0.85144 -0.88402 -0.85248 -0.88379 C -0.8543 -0.8831 -0.85612 -0.88287 -0.85795 -0.8824 C -0.86328 -0.85879 -0.86394 -0.85856 -0.86719 -0.83009 C -0.86836 -0.82106 -0.86953 -0.80277 -0.86953 -0.80277 C -0.8698 -0.77384 -0.86993 -0.7449 -0.87032 -0.7162 C -0.87045 -0.70972 -0.8711 -0.70324 -0.8711 -0.69676 C -0.8711 -0.64166 -0.87162 -0.65254 -0.86953 -0.62268 C -0.86927 -0.61527 -0.86901 -0.6081 -0.86875 -0.60069 C -0.86849 -0.59004 -0.86849 -0.57963 -0.86797 -0.56898 C -0.86745 -0.55949 -0.86641 -0.54976 -0.86563 -0.54027 C -0.86537 -0.53194 -0.86537 -0.52361 -0.86485 -0.51551 C -0.86459 -0.50949 -0.86381 -0.50347 -0.86342 -0.49768 C -0.86302 -0.49305 -0.86289 -0.48842 -0.86263 -0.48379 C -0.86185 -0.45486 -0.86172 -0.45208 -0.86107 -0.42199 C -0.86003 -0.37546 -0.86081 -0.39884 -0.85951 -0.36574 C -0.85925 -0.35231 -0.85886 -0.33912 -0.85873 -0.32569 C -0.85808 -0.26157 -0.85717 -0.13333 -0.85717 -0.13333 C -0.85743 -0.11597 -0.85756 -0.09861 -0.85795 -0.08125 C -0.85808 -0.07893 -0.85847 -0.07662 -0.85873 -0.0743 C -0.8599 -0.06018 -0.85834 -0.06713 -0.86107 -0.05787 C -0.86081 -0.05324 -0.86094 -0.04861 -0.86029 -0.04398 C -0.8599 -0.04189 -0.85925 -0.03889 -0.85795 -0.03865 C -0.84948 -0.03657 -0.84089 -0.03773 -0.83243 -0.03726 L -0.82396 -0.03865 C -0.82188 -0.03889 -0.8198 -0.04004 -0.81771 -0.04004 L -0.7056 -0.03865 L -0.69167 -0.03588 C -0.68802 -0.03495 -0.68451 -0.0331 -0.68086 -0.0331 L -0.62058 -0.03449 L -0.60274 -0.03588 C -0.57839 -0.03726 -0.56355 -0.03773 -0.53789 -0.03865 C -0.49167 -0.04282 -0.54232 -0.03865 -0.43581 -0.04143 L -0.36537 -0.04398 C -0.34167 -0.04629 -0.33776 -0.04676 -0.30664 -0.04676 C -0.29011 -0.04676 -0.2737 -0.04583 -0.25717 -0.04537 C -0.24935 -0.0449 -0.24167 -0.0449 -0.23399 -0.04398 C -0.23034 -0.04375 -0.2267 -0.04213 -0.22318 -0.04143 C -0.2198 -0.04074 -0.21641 -0.04051 -0.21302 -0.04004 C -0.20456 -0.03842 -0.1961 -0.03541 -0.1875 -0.03449 C -0.17136 -0.03287 -0.17878 -0.03379 -0.16511 -0.03171 C -0.16224 -0.03078 -0.15951 -0.02939 -0.15664 -0.02893 C -0.15118 -0.02801 -0.14584 -0.02824 -0.14037 -0.02754 C -0.1375 -0.02731 -0.13477 -0.02662 -0.1319 -0.02615 L -0.11172 -0.02893 C -0.11042 -0.02916 -0.10912 -0.02963 -0.10795 -0.03032 C -0.10586 -0.03148 -0.10391 -0.03333 -0.1017 -0.03449 C -0.10026 -0.03518 -0.09857 -0.03541 -0.09714 -0.03588 C -0.09453 -0.0368 -0.08933 -0.03865 -0.08933 -0.03865 L -0.06615 -0.03726 C -0.06355 -0.03703 -0.05378 -0.03518 -0.05065 -0.03449 C -0.04883 -0.03402 -0.04714 -0.03333 -0.04532 -0.0331 C -0.04245 -0.03264 -0.03959 -0.03217 -0.03672 -0.03171 C -0.03217 -0.03078 -0.02748 -0.02963 -0.02292 -0.02893 C -0.01459 -0.02777 0.00195 -0.02615 0.00195 -0.02615 L -0.0043 -0.0206 Z " pathEditMode="relative" ptsTypes="AAAAAAAAAAAAAAAAAAAAAAAAAAAAAAAAAAAAAAAAAAAAAAAAAAAAAAAAAAAAAAAAAAAAAAAAAAAAAAAAAAAAAAAAAAAAAAAAAAAA">
                                      <p:cBhvr>
                                        <p:cTn id="6" dur="3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777</TotalTime>
  <Words>339</Words>
  <Application>Microsoft Office PowerPoint</Application>
  <PresentationFormat>Widescreen</PresentationFormat>
  <Paragraphs>84</Paragraphs>
  <Slides>24</Slides>
  <Notes>1</Notes>
  <HiddenSlides>0</HiddenSlides>
  <MMClips>1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0" baseType="lpstr">
      <vt:lpstr>-apple-system</vt:lpstr>
      <vt:lpstr>Aptos</vt:lpstr>
      <vt:lpstr>Aptos Display</vt:lpstr>
      <vt:lpstr>Arial</vt:lpstr>
      <vt:lpstr>Wingdings</vt:lpstr>
      <vt:lpstr>Office Theme</vt:lpstr>
      <vt:lpstr>MDAP Intern Presentation: Music Score Analysis through Natural Language Interfaces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Anqi Liao</dc:creator>
  <cp:lastModifiedBy>Anqi Liao</cp:lastModifiedBy>
  <cp:revision>1</cp:revision>
  <dcterms:created xsi:type="dcterms:W3CDTF">2026-05-18T22:59:42Z</dcterms:created>
  <dcterms:modified xsi:type="dcterms:W3CDTF">2026-05-22T00:02:02Z</dcterms:modified>
</cp:coreProperties>
</file>